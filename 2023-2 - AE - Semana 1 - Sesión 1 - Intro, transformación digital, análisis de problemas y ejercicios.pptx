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1" r:id="rId6"/>
    <p:sldId id="282" r:id="rId7"/>
    <p:sldId id="263" r:id="rId8"/>
    <p:sldId id="283" r:id="rId9"/>
    <p:sldId id="264" r:id="rId10"/>
    <p:sldId id="257" r:id="rId11"/>
    <p:sldId id="265" r:id="rId12"/>
    <p:sldId id="285" r:id="rId13"/>
    <p:sldId id="258" r:id="rId14"/>
    <p:sldId id="259" r:id="rId15"/>
    <p:sldId id="319" r:id="rId16"/>
    <p:sldId id="277" r:id="rId17"/>
    <p:sldId id="260" r:id="rId18"/>
    <p:sldId id="288" r:id="rId19"/>
    <p:sldId id="548" r:id="rId20"/>
    <p:sldId id="520" r:id="rId21"/>
    <p:sldId id="521" r:id="rId22"/>
    <p:sldId id="522" r:id="rId23"/>
    <p:sldId id="523" r:id="rId24"/>
    <p:sldId id="524" r:id="rId25"/>
    <p:sldId id="528" r:id="rId26"/>
    <p:sldId id="529" r:id="rId27"/>
    <p:sldId id="530" r:id="rId28"/>
    <p:sldId id="525" r:id="rId29"/>
    <p:sldId id="526" r:id="rId30"/>
    <p:sldId id="527" r:id="rId31"/>
    <p:sldId id="531" r:id="rId32"/>
    <p:sldId id="532" r:id="rId33"/>
    <p:sldId id="533" r:id="rId34"/>
    <p:sldId id="534" r:id="rId35"/>
    <p:sldId id="535" r:id="rId36"/>
    <p:sldId id="536" r:id="rId37"/>
    <p:sldId id="540" r:id="rId38"/>
    <p:sldId id="541" r:id="rId39"/>
    <p:sldId id="542" r:id="rId40"/>
    <p:sldId id="537" r:id="rId41"/>
    <p:sldId id="538" r:id="rId42"/>
    <p:sldId id="539" r:id="rId43"/>
    <p:sldId id="543" r:id="rId44"/>
    <p:sldId id="544" r:id="rId45"/>
    <p:sldId id="545" r:id="rId46"/>
    <p:sldId id="546" r:id="rId47"/>
    <p:sldId id="547" r:id="rId48"/>
    <p:sldId id="424" r:id="rId49"/>
    <p:sldId id="425" r:id="rId50"/>
    <p:sldId id="426" r:id="rId51"/>
    <p:sldId id="427" r:id="rId52"/>
    <p:sldId id="428" r:id="rId53"/>
    <p:sldId id="432" r:id="rId54"/>
    <p:sldId id="433" r:id="rId55"/>
    <p:sldId id="434" r:id="rId56"/>
    <p:sldId id="436" r:id="rId57"/>
    <p:sldId id="437" r:id="rId58"/>
    <p:sldId id="438" r:id="rId59"/>
    <p:sldId id="435" r:id="rId60"/>
    <p:sldId id="429" r:id="rId61"/>
    <p:sldId id="439" r:id="rId62"/>
    <p:sldId id="440" r:id="rId63"/>
    <p:sldId id="441" r:id="rId64"/>
    <p:sldId id="442" r:id="rId65"/>
    <p:sldId id="443" r:id="rId66"/>
    <p:sldId id="430" r:id="rId67"/>
    <p:sldId id="444" r:id="rId68"/>
    <p:sldId id="445" r:id="rId69"/>
    <p:sldId id="446" r:id="rId70"/>
    <p:sldId id="447" r:id="rId71"/>
    <p:sldId id="448" r:id="rId72"/>
    <p:sldId id="449" r:id="rId73"/>
    <p:sldId id="450" r:id="rId74"/>
    <p:sldId id="451" r:id="rId75"/>
    <p:sldId id="452" r:id="rId76"/>
    <p:sldId id="549" r:id="rId77"/>
    <p:sldId id="291" r:id="rId78"/>
    <p:sldId id="299" r:id="rId79"/>
    <p:sldId id="300" r:id="rId80"/>
    <p:sldId id="311" r:id="rId81"/>
    <p:sldId id="313" r:id="rId82"/>
    <p:sldId id="312" r:id="rId83"/>
    <p:sldId id="314" r:id="rId84"/>
    <p:sldId id="315" r:id="rId85"/>
    <p:sldId id="316" r:id="rId86"/>
    <p:sldId id="317" r:id="rId87"/>
    <p:sldId id="318" r:id="rId88"/>
    <p:sldId id="301" r:id="rId89"/>
    <p:sldId id="302" r:id="rId90"/>
    <p:sldId id="307" r:id="rId91"/>
    <p:sldId id="303" r:id="rId92"/>
    <p:sldId id="292" r:id="rId93"/>
    <p:sldId id="270" r:id="rId9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72"/>
    <a:srgbClr val="8AB2A5"/>
    <a:srgbClr val="006E4F"/>
    <a:srgbClr val="535353"/>
    <a:srgbClr val="0091CB"/>
    <a:srgbClr val="006178"/>
    <a:srgbClr val="007DA1"/>
    <a:srgbClr val="AEAEAE"/>
    <a:srgbClr val="50BCE2"/>
    <a:srgbClr val="0E74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06DD7-E806-48D4-B709-56CFE12903EA}" v="15" dt="2023-08-11T16:06:08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4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o Herrera Trujillo" userId="968374b4-bfd7-409d-b4bc-f1e0894ffdf7" providerId="ADAL" clId="{4E781BA7-559B-434C-A55C-8954132D3589}"/>
    <pc:docChg chg="undo redo custSel addSld delSld modSld">
      <pc:chgData name="Emilio Herrera Trujillo" userId="968374b4-bfd7-409d-b4bc-f1e0894ffdf7" providerId="ADAL" clId="{4E781BA7-559B-434C-A55C-8954132D3589}" dt="2023-02-22T00:35:14.660" v="6255" actId="47"/>
      <pc:docMkLst>
        <pc:docMk/>
      </pc:docMkLst>
      <pc:sldChg chg="addSp delSp modSp mod">
        <pc:chgData name="Emilio Herrera Trujillo" userId="968374b4-bfd7-409d-b4bc-f1e0894ffdf7" providerId="ADAL" clId="{4E781BA7-559B-434C-A55C-8954132D3589}" dt="2023-02-02T23:53:12.643" v="648" actId="1076"/>
        <pc:sldMkLst>
          <pc:docMk/>
          <pc:sldMk cId="1920641899" sldId="257"/>
        </pc:sldMkLst>
        <pc:spChg chg="mod">
          <ac:chgData name="Emilio Herrera Trujillo" userId="968374b4-bfd7-409d-b4bc-f1e0894ffdf7" providerId="ADAL" clId="{4E781BA7-559B-434C-A55C-8954132D3589}" dt="2023-02-02T23:52:23.934" v="643" actId="20577"/>
          <ac:spMkLst>
            <pc:docMk/>
            <pc:sldMk cId="1920641899" sldId="257"/>
            <ac:spMk id="2" creationId="{EA1896B0-EE0C-4110-A9BB-E0A6C67A9DF3}"/>
          </ac:spMkLst>
        </pc:spChg>
        <pc:spChg chg="add del mod">
          <ac:chgData name="Emilio Herrera Trujillo" userId="968374b4-bfd7-409d-b4bc-f1e0894ffdf7" providerId="ADAL" clId="{4E781BA7-559B-434C-A55C-8954132D3589}" dt="2023-02-02T23:53:01.517" v="646" actId="478"/>
          <ac:spMkLst>
            <pc:docMk/>
            <pc:sldMk cId="1920641899" sldId="257"/>
            <ac:spMk id="5" creationId="{3B5BE8D9-66D0-703D-B4CC-DE2C199A30CE}"/>
          </ac:spMkLst>
        </pc:spChg>
        <pc:spChg chg="del">
          <ac:chgData name="Emilio Herrera Trujillo" userId="968374b4-bfd7-409d-b4bc-f1e0894ffdf7" providerId="ADAL" clId="{4E781BA7-559B-434C-A55C-8954132D3589}" dt="2023-02-02T23:52:58.616" v="644" actId="478"/>
          <ac:spMkLst>
            <pc:docMk/>
            <pc:sldMk cId="1920641899" sldId="257"/>
            <ac:spMk id="10" creationId="{1303ED28-F97F-4CF7-AAF7-6DE5E6869539}"/>
          </ac:spMkLst>
        </pc:spChg>
        <pc:picChg chg="add mod">
          <ac:chgData name="Emilio Herrera Trujillo" userId="968374b4-bfd7-409d-b4bc-f1e0894ffdf7" providerId="ADAL" clId="{4E781BA7-559B-434C-A55C-8954132D3589}" dt="2023-02-02T23:53:12.643" v="648" actId="1076"/>
          <ac:picMkLst>
            <pc:docMk/>
            <pc:sldMk cId="1920641899" sldId="257"/>
            <ac:picMk id="6" creationId="{1ED33D06-A834-DB1A-5DC5-2308DD602542}"/>
          </ac:picMkLst>
        </pc:picChg>
        <pc:picChg chg="del">
          <ac:chgData name="Emilio Herrera Trujillo" userId="968374b4-bfd7-409d-b4bc-f1e0894ffdf7" providerId="ADAL" clId="{4E781BA7-559B-434C-A55C-8954132D3589}" dt="2023-02-02T23:53:07.221" v="647" actId="478"/>
          <ac:picMkLst>
            <pc:docMk/>
            <pc:sldMk cId="1920641899" sldId="257"/>
            <ac:picMk id="16" creationId="{FEE44D6C-C58D-4DD8-9133-0FB522768991}"/>
          </ac:picMkLst>
        </pc:picChg>
      </pc:sldChg>
      <pc:sldChg chg="addSp delSp modSp mod">
        <pc:chgData name="Emilio Herrera Trujillo" userId="968374b4-bfd7-409d-b4bc-f1e0894ffdf7" providerId="ADAL" clId="{4E781BA7-559B-434C-A55C-8954132D3589}" dt="2023-02-14T14:15:45.895" v="3621" actId="6549"/>
        <pc:sldMkLst>
          <pc:docMk/>
          <pc:sldMk cId="3220905575" sldId="258"/>
        </pc:sldMkLst>
        <pc:spChg chg="mod">
          <ac:chgData name="Emilio Herrera Trujillo" userId="968374b4-bfd7-409d-b4bc-f1e0894ffdf7" providerId="ADAL" clId="{4E781BA7-559B-434C-A55C-8954132D3589}" dt="2023-02-03T00:05:42.506" v="1044" actId="20577"/>
          <ac:spMkLst>
            <pc:docMk/>
            <pc:sldMk cId="3220905575" sldId="258"/>
            <ac:spMk id="2" creationId="{C3542D63-9C6E-44AB-82D9-90E73CF978F2}"/>
          </ac:spMkLst>
        </pc:spChg>
        <pc:spChg chg="mod">
          <ac:chgData name="Emilio Herrera Trujillo" userId="968374b4-bfd7-409d-b4bc-f1e0894ffdf7" providerId="ADAL" clId="{4E781BA7-559B-434C-A55C-8954132D3589}" dt="2023-02-03T00:07:40.003" v="1092" actId="14100"/>
          <ac:spMkLst>
            <pc:docMk/>
            <pc:sldMk cId="3220905575" sldId="258"/>
            <ac:spMk id="3" creationId="{E36F0787-B3A7-4556-A13C-7BAECA82A554}"/>
          </ac:spMkLst>
        </pc:spChg>
        <pc:spChg chg="add mod">
          <ac:chgData name="Emilio Herrera Trujillo" userId="968374b4-bfd7-409d-b4bc-f1e0894ffdf7" providerId="ADAL" clId="{4E781BA7-559B-434C-A55C-8954132D3589}" dt="2023-02-03T00:10:09.725" v="1121" actId="20577"/>
          <ac:spMkLst>
            <pc:docMk/>
            <pc:sldMk cId="3220905575" sldId="258"/>
            <ac:spMk id="4" creationId="{640EF5BB-7392-4438-35BF-79D7F7ED673B}"/>
          </ac:spMkLst>
        </pc:spChg>
        <pc:spChg chg="add mod">
          <ac:chgData name="Emilio Herrera Trujillo" userId="968374b4-bfd7-409d-b4bc-f1e0894ffdf7" providerId="ADAL" clId="{4E781BA7-559B-434C-A55C-8954132D3589}" dt="2023-02-03T00:10:58.852" v="1158" actId="14100"/>
          <ac:spMkLst>
            <pc:docMk/>
            <pc:sldMk cId="3220905575" sldId="258"/>
            <ac:spMk id="5" creationId="{F467ED09-193D-6A3F-6D0D-C26E35D6BCB7}"/>
          </ac:spMkLst>
        </pc:spChg>
        <pc:spChg chg="add mod">
          <ac:chgData name="Emilio Herrera Trujillo" userId="968374b4-bfd7-409d-b4bc-f1e0894ffdf7" providerId="ADAL" clId="{4E781BA7-559B-434C-A55C-8954132D3589}" dt="2023-02-03T00:21:51.202" v="2117" actId="1076"/>
          <ac:spMkLst>
            <pc:docMk/>
            <pc:sldMk cId="3220905575" sldId="258"/>
            <ac:spMk id="9" creationId="{6581F880-02C5-ADAB-F97C-102B1A86BCF3}"/>
          </ac:spMkLst>
        </pc:spChg>
        <pc:spChg chg="del">
          <ac:chgData name="Emilio Herrera Trujillo" userId="968374b4-bfd7-409d-b4bc-f1e0894ffdf7" providerId="ADAL" clId="{4E781BA7-559B-434C-A55C-8954132D3589}" dt="2023-02-03T00:07:59.135" v="1093" actId="478"/>
          <ac:spMkLst>
            <pc:docMk/>
            <pc:sldMk cId="3220905575" sldId="258"/>
            <ac:spMk id="13" creationId="{07697F08-343F-4A5B-98A3-4CBE7F6726CA}"/>
          </ac:spMkLst>
        </pc:spChg>
        <pc:spChg chg="mod">
          <ac:chgData name="Emilio Herrera Trujillo" userId="968374b4-bfd7-409d-b4bc-f1e0894ffdf7" providerId="ADAL" clId="{4E781BA7-559B-434C-A55C-8954132D3589}" dt="2023-02-03T00:21:32.962" v="2116" actId="108"/>
          <ac:spMkLst>
            <pc:docMk/>
            <pc:sldMk cId="3220905575" sldId="258"/>
            <ac:spMk id="14" creationId="{5199EF19-94C6-42CB-984F-7DC28EF353E1}"/>
          </ac:spMkLst>
        </pc:spChg>
        <pc:spChg chg="mod">
          <ac:chgData name="Emilio Herrera Trujillo" userId="968374b4-bfd7-409d-b4bc-f1e0894ffdf7" providerId="ADAL" clId="{4E781BA7-559B-434C-A55C-8954132D3589}" dt="2023-02-03T00:21:28.647" v="2115" actId="108"/>
          <ac:spMkLst>
            <pc:docMk/>
            <pc:sldMk cId="3220905575" sldId="258"/>
            <ac:spMk id="15" creationId="{B7C6A309-0807-4A72-8A33-7CC911F4061E}"/>
          </ac:spMkLst>
        </pc:spChg>
        <pc:spChg chg="del">
          <ac:chgData name="Emilio Herrera Trujillo" userId="968374b4-bfd7-409d-b4bc-f1e0894ffdf7" providerId="ADAL" clId="{4E781BA7-559B-434C-A55C-8954132D3589}" dt="2023-02-03T00:10:15.241" v="1122" actId="478"/>
          <ac:spMkLst>
            <pc:docMk/>
            <pc:sldMk cId="3220905575" sldId="258"/>
            <ac:spMk id="26" creationId="{AA744E4E-805C-4A8A-A3BB-3F49EB4C5940}"/>
          </ac:spMkLst>
        </pc:spChg>
        <pc:spChg chg="del">
          <ac:chgData name="Emilio Herrera Trujillo" userId="968374b4-bfd7-409d-b4bc-f1e0894ffdf7" providerId="ADAL" clId="{4E781BA7-559B-434C-A55C-8954132D3589}" dt="2023-02-03T00:11:12.360" v="1159" actId="478"/>
          <ac:spMkLst>
            <pc:docMk/>
            <pc:sldMk cId="3220905575" sldId="258"/>
            <ac:spMk id="28" creationId="{9E50FE5C-512B-4AFB-8DB2-FEA80CFD8752}"/>
          </ac:spMkLst>
        </pc:spChg>
        <pc:spChg chg="mod">
          <ac:chgData name="Emilio Herrera Trujillo" userId="968374b4-bfd7-409d-b4bc-f1e0894ffdf7" providerId="ADAL" clId="{4E781BA7-559B-434C-A55C-8954132D3589}" dt="2023-02-14T14:15:45.895" v="3621" actId="6549"/>
          <ac:spMkLst>
            <pc:docMk/>
            <pc:sldMk cId="3220905575" sldId="258"/>
            <ac:spMk id="29" creationId="{8140BAEB-61E9-4CB4-BE91-068CD3144CCD}"/>
          </ac:spMkLst>
        </pc:spChg>
        <pc:spChg chg="mod">
          <ac:chgData name="Emilio Herrera Trujillo" userId="968374b4-bfd7-409d-b4bc-f1e0894ffdf7" providerId="ADAL" clId="{4E781BA7-559B-434C-A55C-8954132D3589}" dt="2023-02-03T00:21:25.413" v="2114" actId="1076"/>
          <ac:spMkLst>
            <pc:docMk/>
            <pc:sldMk cId="3220905575" sldId="258"/>
            <ac:spMk id="30" creationId="{341E8F28-AB45-4F72-B2BA-6514EC7036BA}"/>
          </ac:spMkLst>
        </pc:spChg>
      </pc:sldChg>
      <pc:sldChg chg="addSp delSp modSp mod">
        <pc:chgData name="Emilio Herrera Trujillo" userId="968374b4-bfd7-409d-b4bc-f1e0894ffdf7" providerId="ADAL" clId="{4E781BA7-559B-434C-A55C-8954132D3589}" dt="2023-02-03T00:31:13.109" v="2711" actId="20577"/>
        <pc:sldMkLst>
          <pc:docMk/>
          <pc:sldMk cId="3920266470" sldId="259"/>
        </pc:sldMkLst>
        <pc:spChg chg="mod">
          <ac:chgData name="Emilio Herrera Trujillo" userId="968374b4-bfd7-409d-b4bc-f1e0894ffdf7" providerId="ADAL" clId="{4E781BA7-559B-434C-A55C-8954132D3589}" dt="2023-02-03T00:22:30.016" v="2133" actId="20577"/>
          <ac:spMkLst>
            <pc:docMk/>
            <pc:sldMk cId="3920266470" sldId="259"/>
            <ac:spMk id="2" creationId="{75E56D65-FCEB-4104-BBD7-C9C59DB0AA6C}"/>
          </ac:spMkLst>
        </pc:spChg>
        <pc:spChg chg="add mod">
          <ac:chgData name="Emilio Herrera Trujillo" userId="968374b4-bfd7-409d-b4bc-f1e0894ffdf7" providerId="ADAL" clId="{4E781BA7-559B-434C-A55C-8954132D3589}" dt="2023-02-03T00:31:13.109" v="2711" actId="20577"/>
          <ac:spMkLst>
            <pc:docMk/>
            <pc:sldMk cId="3920266470" sldId="259"/>
            <ac:spMk id="6" creationId="{50403D3C-E55D-CF70-F316-4C8E2C095B2E}"/>
          </ac:spMkLst>
        </pc:spChg>
        <pc:spChg chg="del">
          <ac:chgData name="Emilio Herrera Trujillo" userId="968374b4-bfd7-409d-b4bc-f1e0894ffdf7" providerId="ADAL" clId="{4E781BA7-559B-434C-A55C-8954132D3589}" dt="2023-02-03T00:22:43.075" v="2138" actId="478"/>
          <ac:spMkLst>
            <pc:docMk/>
            <pc:sldMk cId="3920266470" sldId="259"/>
            <ac:spMk id="13" creationId="{BF11BC5E-E378-4BC9-881A-19596A1FBE75}"/>
          </ac:spMkLst>
        </pc:spChg>
        <pc:spChg chg="del">
          <ac:chgData name="Emilio Herrera Trujillo" userId="968374b4-bfd7-409d-b4bc-f1e0894ffdf7" providerId="ADAL" clId="{4E781BA7-559B-434C-A55C-8954132D3589}" dt="2023-02-03T00:22:43.075" v="2138" actId="478"/>
          <ac:spMkLst>
            <pc:docMk/>
            <pc:sldMk cId="3920266470" sldId="259"/>
            <ac:spMk id="14" creationId="{93261DF5-771C-4D7C-A06F-A4F021F7AD93}"/>
          </ac:spMkLst>
        </pc:spChg>
        <pc:spChg chg="del">
          <ac:chgData name="Emilio Herrera Trujillo" userId="968374b4-bfd7-409d-b4bc-f1e0894ffdf7" providerId="ADAL" clId="{4E781BA7-559B-434C-A55C-8954132D3589}" dt="2023-02-03T00:22:43.075" v="2138" actId="478"/>
          <ac:spMkLst>
            <pc:docMk/>
            <pc:sldMk cId="3920266470" sldId="259"/>
            <ac:spMk id="17" creationId="{3654E6AB-D75F-4F7E-92EE-92490D25C784}"/>
          </ac:spMkLst>
        </pc:spChg>
        <pc:spChg chg="del">
          <ac:chgData name="Emilio Herrera Trujillo" userId="968374b4-bfd7-409d-b4bc-f1e0894ffdf7" providerId="ADAL" clId="{4E781BA7-559B-434C-A55C-8954132D3589}" dt="2023-02-03T00:22:43.075" v="2138" actId="478"/>
          <ac:spMkLst>
            <pc:docMk/>
            <pc:sldMk cId="3920266470" sldId="259"/>
            <ac:spMk id="18" creationId="{9CCA29D1-CD5E-400B-B70D-64111F65543F}"/>
          </ac:spMkLst>
        </pc:spChg>
        <pc:spChg chg="del">
          <ac:chgData name="Emilio Herrera Trujillo" userId="968374b4-bfd7-409d-b4bc-f1e0894ffdf7" providerId="ADAL" clId="{4E781BA7-559B-434C-A55C-8954132D3589}" dt="2023-02-03T00:22:43.075" v="2138" actId="478"/>
          <ac:spMkLst>
            <pc:docMk/>
            <pc:sldMk cId="3920266470" sldId="259"/>
            <ac:spMk id="19" creationId="{69BF9830-1254-40D7-8DED-5B3316774B28}"/>
          </ac:spMkLst>
        </pc:spChg>
        <pc:spChg chg="del mod">
          <ac:chgData name="Emilio Herrera Trujillo" userId="968374b4-bfd7-409d-b4bc-f1e0894ffdf7" providerId="ADAL" clId="{4E781BA7-559B-434C-A55C-8954132D3589}" dt="2023-02-03T00:22:39.082" v="2136" actId="478"/>
          <ac:spMkLst>
            <pc:docMk/>
            <pc:sldMk cId="3920266470" sldId="259"/>
            <ac:spMk id="20" creationId="{39F3414F-0F28-4BB0-93A5-852CC478D725}"/>
          </ac:spMkLst>
        </pc:spChg>
        <pc:spChg chg="del">
          <ac:chgData name="Emilio Herrera Trujillo" userId="968374b4-bfd7-409d-b4bc-f1e0894ffdf7" providerId="ADAL" clId="{4E781BA7-559B-434C-A55C-8954132D3589}" dt="2023-02-03T00:22:40.717" v="2137" actId="478"/>
          <ac:spMkLst>
            <pc:docMk/>
            <pc:sldMk cId="3920266470" sldId="259"/>
            <ac:spMk id="21" creationId="{7AB5B3EF-865E-49E8-8E74-BBF33661DC8E}"/>
          </ac:spMkLst>
        </pc:spChg>
        <pc:spChg chg="del">
          <ac:chgData name="Emilio Herrera Trujillo" userId="968374b4-bfd7-409d-b4bc-f1e0894ffdf7" providerId="ADAL" clId="{4E781BA7-559B-434C-A55C-8954132D3589}" dt="2023-02-03T00:22:37.795" v="2134" actId="478"/>
          <ac:spMkLst>
            <pc:docMk/>
            <pc:sldMk cId="3920266470" sldId="259"/>
            <ac:spMk id="22" creationId="{9170EB89-395B-437D-992D-094622C6ECFD}"/>
          </ac:spMkLst>
        </pc:spChg>
        <pc:cxnChg chg="del">
          <ac:chgData name="Emilio Herrera Trujillo" userId="968374b4-bfd7-409d-b4bc-f1e0894ffdf7" providerId="ADAL" clId="{4E781BA7-559B-434C-A55C-8954132D3589}" dt="2023-02-03T00:22:43.075" v="2138" actId="478"/>
          <ac:cxnSpMkLst>
            <pc:docMk/>
            <pc:sldMk cId="3920266470" sldId="259"/>
            <ac:cxnSpMk id="10" creationId="{5F6D1397-41F3-4ACC-8FBB-ECF46B0F6060}"/>
          </ac:cxnSpMkLst>
        </pc:cxnChg>
      </pc:sldChg>
      <pc:sldChg chg="addSp delSp modSp mod">
        <pc:chgData name="Emilio Herrera Trujillo" userId="968374b4-bfd7-409d-b4bc-f1e0894ffdf7" providerId="ADAL" clId="{4E781BA7-559B-434C-A55C-8954132D3589}" dt="2023-02-14T14:20:41.369" v="3651" actId="14100"/>
        <pc:sldMkLst>
          <pc:docMk/>
          <pc:sldMk cId="2513683708" sldId="260"/>
        </pc:sldMkLst>
        <pc:spChg chg="add del mod">
          <ac:chgData name="Emilio Herrera Trujillo" userId="968374b4-bfd7-409d-b4bc-f1e0894ffdf7" providerId="ADAL" clId="{4E781BA7-559B-434C-A55C-8954132D3589}" dt="2023-02-03T00:41:12.033" v="2804" actId="478"/>
          <ac:spMkLst>
            <pc:docMk/>
            <pc:sldMk cId="2513683708" sldId="260"/>
            <ac:spMk id="4" creationId="{D9A28EDA-845B-5D71-0EB7-4DF369E47450}"/>
          </ac:spMkLst>
        </pc:spChg>
        <pc:spChg chg="add mod">
          <ac:chgData name="Emilio Herrera Trujillo" userId="968374b4-bfd7-409d-b4bc-f1e0894ffdf7" providerId="ADAL" clId="{4E781BA7-559B-434C-A55C-8954132D3589}" dt="2023-02-14T14:20:29.246" v="3650" actId="113"/>
          <ac:spMkLst>
            <pc:docMk/>
            <pc:sldMk cId="2513683708" sldId="260"/>
            <ac:spMk id="5" creationId="{E626152C-70F8-A943-7366-DB532FD4E576}"/>
          </ac:spMkLst>
        </pc:spChg>
        <pc:spChg chg="add mod">
          <ac:chgData name="Emilio Herrera Trujillo" userId="968374b4-bfd7-409d-b4bc-f1e0894ffdf7" providerId="ADAL" clId="{4E781BA7-559B-434C-A55C-8954132D3589}" dt="2023-02-14T14:20:29.246" v="3650" actId="113"/>
          <ac:spMkLst>
            <pc:docMk/>
            <pc:sldMk cId="2513683708" sldId="260"/>
            <ac:spMk id="6" creationId="{C5116E51-ABF5-26BB-1E49-2173666336C3}"/>
          </ac:spMkLst>
        </pc:spChg>
        <pc:spChg chg="add mod">
          <ac:chgData name="Emilio Herrera Trujillo" userId="968374b4-bfd7-409d-b4bc-f1e0894ffdf7" providerId="ADAL" clId="{4E781BA7-559B-434C-A55C-8954132D3589}" dt="2023-02-14T14:20:29.246" v="3650" actId="113"/>
          <ac:spMkLst>
            <pc:docMk/>
            <pc:sldMk cId="2513683708" sldId="260"/>
            <ac:spMk id="7" creationId="{386538C5-9054-F0C9-7FF0-7B78551EE958}"/>
          </ac:spMkLst>
        </pc:spChg>
        <pc:spChg chg="mod">
          <ac:chgData name="Emilio Herrera Trujillo" userId="968374b4-bfd7-409d-b4bc-f1e0894ffdf7" providerId="ADAL" clId="{4E781BA7-559B-434C-A55C-8954132D3589}" dt="2023-02-03T00:40:41.893" v="2789" actId="20577"/>
          <ac:spMkLst>
            <pc:docMk/>
            <pc:sldMk cId="2513683708" sldId="260"/>
            <ac:spMk id="26" creationId="{BAD376A8-DA76-41DE-B1FD-E65741E3D424}"/>
          </ac:spMkLst>
        </pc:spChg>
        <pc:spChg chg="mod">
          <ac:chgData name="Emilio Herrera Trujillo" userId="968374b4-bfd7-409d-b4bc-f1e0894ffdf7" providerId="ADAL" clId="{4E781BA7-559B-434C-A55C-8954132D3589}" dt="2023-02-14T14:20:29.246" v="3650" actId="113"/>
          <ac:spMkLst>
            <pc:docMk/>
            <pc:sldMk cId="2513683708" sldId="260"/>
            <ac:spMk id="28" creationId="{B0116530-31D5-4966-9160-E0E74CD9861E}"/>
          </ac:spMkLst>
        </pc:spChg>
        <pc:spChg chg="mod">
          <ac:chgData name="Emilio Herrera Trujillo" userId="968374b4-bfd7-409d-b4bc-f1e0894ffdf7" providerId="ADAL" clId="{4E781BA7-559B-434C-A55C-8954132D3589}" dt="2023-02-03T00:45:35.149" v="3095" actId="255"/>
          <ac:spMkLst>
            <pc:docMk/>
            <pc:sldMk cId="2513683708" sldId="260"/>
            <ac:spMk id="29" creationId="{3C2C8FDB-C5B0-4D02-BDD9-866A9A79FCCA}"/>
          </ac:spMkLst>
        </pc:spChg>
        <pc:spChg chg="del">
          <ac:chgData name="Emilio Herrera Trujillo" userId="968374b4-bfd7-409d-b4bc-f1e0894ffdf7" providerId="ADAL" clId="{4E781BA7-559B-434C-A55C-8954132D3589}" dt="2023-02-03T00:41:09.242" v="2803" actId="478"/>
          <ac:spMkLst>
            <pc:docMk/>
            <pc:sldMk cId="2513683708" sldId="260"/>
            <ac:spMk id="30" creationId="{B3BC6262-5CEF-435E-8BA2-5052B3B2E1BF}"/>
          </ac:spMkLst>
        </pc:spChg>
        <pc:spChg chg="mod">
          <ac:chgData name="Emilio Herrera Trujillo" userId="968374b4-bfd7-409d-b4bc-f1e0894ffdf7" providerId="ADAL" clId="{4E781BA7-559B-434C-A55C-8954132D3589}" dt="2023-02-03T00:45:35.149" v="3095" actId="255"/>
          <ac:spMkLst>
            <pc:docMk/>
            <pc:sldMk cId="2513683708" sldId="260"/>
            <ac:spMk id="31" creationId="{5C8E65E7-DBED-4B88-8BF2-F41CB1650F95}"/>
          </ac:spMkLst>
        </pc:spChg>
        <pc:spChg chg="del">
          <ac:chgData name="Emilio Herrera Trujillo" userId="968374b4-bfd7-409d-b4bc-f1e0894ffdf7" providerId="ADAL" clId="{4E781BA7-559B-434C-A55C-8954132D3589}" dt="2023-02-03T00:41:14.286" v="2805" actId="478"/>
          <ac:spMkLst>
            <pc:docMk/>
            <pc:sldMk cId="2513683708" sldId="260"/>
            <ac:spMk id="32" creationId="{71E48C0C-EA9D-480B-80FB-A0C047D532CF}"/>
          </ac:spMkLst>
        </pc:spChg>
        <pc:spChg chg="mod">
          <ac:chgData name="Emilio Herrera Trujillo" userId="968374b4-bfd7-409d-b4bc-f1e0894ffdf7" providerId="ADAL" clId="{4E781BA7-559B-434C-A55C-8954132D3589}" dt="2023-02-14T14:20:41.369" v="3651" actId="14100"/>
          <ac:spMkLst>
            <pc:docMk/>
            <pc:sldMk cId="2513683708" sldId="260"/>
            <ac:spMk id="33" creationId="{CAEE3E66-A33C-46FF-9CF7-1C48C909EED7}"/>
          </ac:spMkLst>
        </pc:spChg>
        <pc:spChg chg="del">
          <ac:chgData name="Emilio Herrera Trujillo" userId="968374b4-bfd7-409d-b4bc-f1e0894ffdf7" providerId="ADAL" clId="{4E781BA7-559B-434C-A55C-8954132D3589}" dt="2023-02-03T00:41:15.743" v="2806" actId="478"/>
          <ac:spMkLst>
            <pc:docMk/>
            <pc:sldMk cId="2513683708" sldId="260"/>
            <ac:spMk id="34" creationId="{362EEA60-9BFD-4CD9-A815-E2EF50401822}"/>
          </ac:spMkLst>
        </pc:spChg>
        <pc:spChg chg="mod">
          <ac:chgData name="Emilio Herrera Trujillo" userId="968374b4-bfd7-409d-b4bc-f1e0894ffdf7" providerId="ADAL" clId="{4E781BA7-559B-434C-A55C-8954132D3589}" dt="2023-02-03T00:45:35.149" v="3095" actId="255"/>
          <ac:spMkLst>
            <pc:docMk/>
            <pc:sldMk cId="2513683708" sldId="260"/>
            <ac:spMk id="35" creationId="{AB66B019-86C9-4147-B07B-DAA70561F5E0}"/>
          </ac:spMkLst>
        </pc:spChg>
        <pc:cxnChg chg="del">
          <ac:chgData name="Emilio Herrera Trujillo" userId="968374b4-bfd7-409d-b4bc-f1e0894ffdf7" providerId="ADAL" clId="{4E781BA7-559B-434C-A55C-8954132D3589}" dt="2023-02-03T00:40:46.187" v="2790" actId="478"/>
          <ac:cxnSpMkLst>
            <pc:docMk/>
            <pc:sldMk cId="2513683708" sldId="260"/>
            <ac:cxnSpMk id="36" creationId="{C16E1A8E-42E9-4297-BAB7-206D06E3676B}"/>
          </ac:cxnSpMkLst>
        </pc:cxnChg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1792476320" sldId="261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1316330631" sldId="262"/>
        </pc:sldMkLst>
      </pc:sldChg>
      <pc:sldChg chg="modSp mod">
        <pc:chgData name="Emilio Herrera Trujillo" userId="968374b4-bfd7-409d-b4bc-f1e0894ffdf7" providerId="ADAL" clId="{4E781BA7-559B-434C-A55C-8954132D3589}" dt="2023-02-02T23:32:29.953" v="184" actId="20577"/>
        <pc:sldMkLst>
          <pc:docMk/>
          <pc:sldMk cId="1155280616" sldId="263"/>
        </pc:sldMkLst>
        <pc:spChg chg="mod">
          <ac:chgData name="Emilio Herrera Trujillo" userId="968374b4-bfd7-409d-b4bc-f1e0894ffdf7" providerId="ADAL" clId="{4E781BA7-559B-434C-A55C-8954132D3589}" dt="2023-02-02T23:29:29.795" v="20" actId="20577"/>
          <ac:spMkLst>
            <pc:docMk/>
            <pc:sldMk cId="1155280616" sldId="263"/>
            <ac:spMk id="4" creationId="{2588C7D1-F78D-4230-AAE0-F183065FA15F}"/>
          </ac:spMkLst>
        </pc:spChg>
        <pc:spChg chg="mod">
          <ac:chgData name="Emilio Herrera Trujillo" userId="968374b4-bfd7-409d-b4bc-f1e0894ffdf7" providerId="ADAL" clId="{4E781BA7-559B-434C-A55C-8954132D3589}" dt="2023-02-02T23:32:29.953" v="184" actId="20577"/>
          <ac:spMkLst>
            <pc:docMk/>
            <pc:sldMk cId="1155280616" sldId="263"/>
            <ac:spMk id="8" creationId="{4D2D4318-6BF9-4D3B-8A08-A82D65B8D0FD}"/>
          </ac:spMkLst>
        </pc:spChg>
      </pc:sldChg>
      <pc:sldChg chg="addSp delSp modSp mod">
        <pc:chgData name="Emilio Herrera Trujillo" userId="968374b4-bfd7-409d-b4bc-f1e0894ffdf7" providerId="ADAL" clId="{4E781BA7-559B-434C-A55C-8954132D3589}" dt="2023-02-02T23:51:51.660" v="631" actId="1035"/>
        <pc:sldMkLst>
          <pc:docMk/>
          <pc:sldMk cId="210311730" sldId="264"/>
        </pc:sldMkLst>
        <pc:spChg chg="add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2" creationId="{84453C5B-4143-68BD-666E-A933EBEBFE92}"/>
          </ac:spMkLst>
        </pc:spChg>
        <pc:spChg chg="add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3" creationId="{7DA52F0E-FC8E-BB5B-7C85-1A9CF5CF501D}"/>
          </ac:spMkLst>
        </pc:spChg>
        <pc:spChg chg="mod">
          <ac:chgData name="Emilio Herrera Trujillo" userId="968374b4-bfd7-409d-b4bc-f1e0894ffdf7" providerId="ADAL" clId="{4E781BA7-559B-434C-A55C-8954132D3589}" dt="2023-02-02T23:35:01.993" v="227" actId="20577"/>
          <ac:spMkLst>
            <pc:docMk/>
            <pc:sldMk cId="210311730" sldId="264"/>
            <ac:spMk id="4" creationId="{2D543DA6-E7B4-4713-A3DB-8F209F62A2E3}"/>
          </ac:spMkLst>
        </pc:spChg>
        <pc:spChg chg="mod">
          <ac:chgData name="Emilio Herrera Trujillo" userId="968374b4-bfd7-409d-b4bc-f1e0894ffdf7" providerId="ADAL" clId="{4E781BA7-559B-434C-A55C-8954132D3589}" dt="2023-02-02T23:51:51.660" v="631" actId="1035"/>
          <ac:spMkLst>
            <pc:docMk/>
            <pc:sldMk cId="210311730" sldId="264"/>
            <ac:spMk id="6" creationId="{ABDF5446-2936-4BD8-85F4-E4C4FD8115DD}"/>
          </ac:spMkLst>
        </pc:spChg>
        <pc:spChg chg="add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7" creationId="{5AB1B43C-E679-1B9A-A911-4E6A48EF04D9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8" creationId="{5C4B7CAC-D29D-4E6D-AF89-33797CF612F3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9" creationId="{8CCEFC40-B93D-4639-BB88-BA953E3282BB}"/>
          </ac:spMkLst>
        </pc:spChg>
        <pc:spChg chg="add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10" creationId="{DE678D05-3905-C8FD-0B31-3FDABE9E2E3E}"/>
          </ac:spMkLst>
        </pc:spChg>
        <pc:spChg chg="add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11" creationId="{59EBF410-4294-F6E1-8130-798E932B3674}"/>
          </ac:spMkLst>
        </pc:spChg>
        <pc:spChg chg="add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12" creationId="{107C4986-381C-EF05-0248-108BD9F3FB1C}"/>
          </ac:spMkLst>
        </pc:spChg>
        <pc:spChg chg="add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13" creationId="{7DBFC5FE-F4C3-303A-9B84-64E090187F5D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16" creationId="{58F79239-6B47-44B5-9781-022DE865503A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20" creationId="{576C3F3D-3022-4C78-BCB0-C554CB207173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25" creationId="{D508A9F2-C97A-4503-BC3C-2F016F585641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26" creationId="{372A8399-C44A-4244-9B4D-C61C9212F64E}"/>
          </ac:spMkLst>
        </pc:spChg>
        <pc:spChg chg="del">
          <ac:chgData name="Emilio Herrera Trujillo" userId="968374b4-bfd7-409d-b4bc-f1e0894ffdf7" providerId="ADAL" clId="{4E781BA7-559B-434C-A55C-8954132D3589}" dt="2023-02-02T23:36:06.047" v="247" actId="478"/>
          <ac:spMkLst>
            <pc:docMk/>
            <pc:sldMk cId="210311730" sldId="264"/>
            <ac:spMk id="27" creationId="{2A4EB014-A470-4E3E-9DAE-459DB3E886BD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28" creationId="{CEAC60C6-1846-43E2-9D2F-3B79D982F75E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29" creationId="{1C1FC9EA-5D94-4A72-8B95-F18414E9D0F4}"/>
          </ac:spMkLst>
        </pc:spChg>
        <pc:spChg chg="add del 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30" creationId="{83A1ED70-7E03-4ED7-B015-5AF8DBB65269}"/>
          </ac:spMkLst>
        </pc:spChg>
        <pc:spChg chg="del">
          <ac:chgData name="Emilio Herrera Trujillo" userId="968374b4-bfd7-409d-b4bc-f1e0894ffdf7" providerId="ADAL" clId="{4E781BA7-559B-434C-A55C-8954132D3589}" dt="2023-02-02T23:36:12.211" v="250" actId="478"/>
          <ac:spMkLst>
            <pc:docMk/>
            <pc:sldMk cId="210311730" sldId="264"/>
            <ac:spMk id="31" creationId="{EBC06FAA-F740-40FD-9CC6-FB2993565403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32" creationId="{6A8EFF5A-7EB2-4099-970B-A9587C3986E4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33" creationId="{FFF5C69D-1842-4847-89C6-7381B57A1770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34" creationId="{E0113C28-0512-4540-8723-4038015DA457}"/>
          </ac:spMkLst>
        </pc:spChg>
        <pc:spChg chg="del mod">
          <ac:chgData name="Emilio Herrera Trujillo" userId="968374b4-bfd7-409d-b4bc-f1e0894ffdf7" providerId="ADAL" clId="{4E781BA7-559B-434C-A55C-8954132D3589}" dt="2023-02-02T23:36:13.899" v="252" actId="478"/>
          <ac:spMkLst>
            <pc:docMk/>
            <pc:sldMk cId="210311730" sldId="264"/>
            <ac:spMk id="35" creationId="{5BA64A92-21D4-4C18-83DF-9E4E84A43A8B}"/>
          </ac:spMkLst>
        </pc:spChg>
        <pc:spChg chg="mod">
          <ac:chgData name="Emilio Herrera Trujillo" userId="968374b4-bfd7-409d-b4bc-f1e0894ffdf7" providerId="ADAL" clId="{4E781BA7-559B-434C-A55C-8954132D3589}" dt="2023-02-02T23:51:45.441" v="626" actId="1036"/>
          <ac:spMkLst>
            <pc:docMk/>
            <pc:sldMk cId="210311730" sldId="264"/>
            <ac:spMk id="36" creationId="{A4A66F2C-C119-431D-96E5-42C5ED3DBD50}"/>
          </ac:spMkLst>
        </pc:spChg>
      </pc:sldChg>
      <pc:sldChg chg="addSp delSp modSp mod">
        <pc:chgData name="Emilio Herrera Trujillo" userId="968374b4-bfd7-409d-b4bc-f1e0894ffdf7" providerId="ADAL" clId="{4E781BA7-559B-434C-A55C-8954132D3589}" dt="2023-02-02T23:54:48.672" v="671" actId="1076"/>
        <pc:sldMkLst>
          <pc:docMk/>
          <pc:sldMk cId="1738192409" sldId="265"/>
        </pc:sldMkLst>
        <pc:spChg chg="del">
          <ac:chgData name="Emilio Herrera Trujillo" userId="968374b4-bfd7-409d-b4bc-f1e0894ffdf7" providerId="ADAL" clId="{4E781BA7-559B-434C-A55C-8954132D3589}" dt="2023-02-02T23:53:54.161" v="661" actId="478"/>
          <ac:spMkLst>
            <pc:docMk/>
            <pc:sldMk cId="1738192409" sldId="265"/>
            <ac:spMk id="3" creationId="{4018197E-2467-4067-A6CB-E288C52F08FE}"/>
          </ac:spMkLst>
        </pc:spChg>
        <pc:spChg chg="mod">
          <ac:chgData name="Emilio Herrera Trujillo" userId="968374b4-bfd7-409d-b4bc-f1e0894ffdf7" providerId="ADAL" clId="{4E781BA7-559B-434C-A55C-8954132D3589}" dt="2023-02-02T23:53:40.457" v="660" actId="20577"/>
          <ac:spMkLst>
            <pc:docMk/>
            <pc:sldMk cId="1738192409" sldId="265"/>
            <ac:spMk id="4" creationId="{F54E26F0-304C-4B3A-8F5D-2F73F4B9B305}"/>
          </ac:spMkLst>
        </pc:spChg>
        <pc:spChg chg="add del mod">
          <ac:chgData name="Emilio Herrera Trujillo" userId="968374b4-bfd7-409d-b4bc-f1e0894ffdf7" providerId="ADAL" clId="{4E781BA7-559B-434C-A55C-8954132D3589}" dt="2023-02-02T23:53:56.999" v="663" actId="478"/>
          <ac:spMkLst>
            <pc:docMk/>
            <pc:sldMk cId="1738192409" sldId="265"/>
            <ac:spMk id="6" creationId="{5AC5F97F-4EB0-277D-756B-67561276342B}"/>
          </ac:spMkLst>
        </pc:spChg>
        <pc:spChg chg="mod">
          <ac:chgData name="Emilio Herrera Trujillo" userId="968374b4-bfd7-409d-b4bc-f1e0894ffdf7" providerId="ADAL" clId="{4E781BA7-559B-434C-A55C-8954132D3589}" dt="2023-02-02T23:54:33.351" v="667" actId="1035"/>
          <ac:spMkLst>
            <pc:docMk/>
            <pc:sldMk cId="1738192409" sldId="265"/>
            <ac:spMk id="8" creationId="{25EC1B6B-377D-4DD2-8A9A-D9214CF883DF}"/>
          </ac:spMkLst>
        </pc:spChg>
        <pc:spChg chg="mod">
          <ac:chgData name="Emilio Herrera Trujillo" userId="968374b4-bfd7-409d-b4bc-f1e0894ffdf7" providerId="ADAL" clId="{4E781BA7-559B-434C-A55C-8954132D3589}" dt="2023-02-02T23:54:22.140" v="665" actId="1076"/>
          <ac:spMkLst>
            <pc:docMk/>
            <pc:sldMk cId="1738192409" sldId="265"/>
            <ac:spMk id="12" creationId="{59146ECD-1F30-426A-8D14-B423F172388B}"/>
          </ac:spMkLst>
        </pc:spChg>
        <pc:picChg chg="mod">
          <ac:chgData name="Emilio Herrera Trujillo" userId="968374b4-bfd7-409d-b4bc-f1e0894ffdf7" providerId="ADAL" clId="{4E781BA7-559B-434C-A55C-8954132D3589}" dt="2023-02-02T23:54:22.140" v="665" actId="1076"/>
          <ac:picMkLst>
            <pc:docMk/>
            <pc:sldMk cId="1738192409" sldId="265"/>
            <ac:picMk id="7" creationId="{2B7A80EF-525D-4AD1-8C61-42477F178A6C}"/>
          </ac:picMkLst>
        </pc:picChg>
        <pc:picChg chg="add mod">
          <ac:chgData name="Emilio Herrera Trujillo" userId="968374b4-bfd7-409d-b4bc-f1e0894ffdf7" providerId="ADAL" clId="{4E781BA7-559B-434C-A55C-8954132D3589}" dt="2023-02-02T23:54:48.672" v="671" actId="1076"/>
          <ac:picMkLst>
            <pc:docMk/>
            <pc:sldMk cId="1738192409" sldId="265"/>
            <ac:picMk id="9" creationId="{6E5D4426-0488-6A5B-166E-1601A090D4BB}"/>
          </ac:picMkLst>
        </pc:picChg>
        <pc:cxnChg chg="mod">
          <ac:chgData name="Emilio Herrera Trujillo" userId="968374b4-bfd7-409d-b4bc-f1e0894ffdf7" providerId="ADAL" clId="{4E781BA7-559B-434C-A55C-8954132D3589}" dt="2023-02-02T23:54:22.140" v="665" actId="1076"/>
          <ac:cxnSpMkLst>
            <pc:docMk/>
            <pc:sldMk cId="1738192409" sldId="265"/>
            <ac:cxnSpMk id="10" creationId="{874F55E1-7B00-45AC-A098-9BAD1C905DDE}"/>
          </ac:cxnSpMkLst>
        </pc:cxnChg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1966444759" sldId="266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612201283" sldId="267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3410944906" sldId="268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554618019" sldId="269"/>
        </pc:sldMkLst>
      </pc:sldChg>
      <pc:sldChg chg="modSp mod">
        <pc:chgData name="Emilio Herrera Trujillo" userId="968374b4-bfd7-409d-b4bc-f1e0894ffdf7" providerId="ADAL" clId="{4E781BA7-559B-434C-A55C-8954132D3589}" dt="2023-02-21T23:43:55.569" v="6246" actId="20577"/>
        <pc:sldMkLst>
          <pc:docMk/>
          <pc:sldMk cId="230375258" sldId="270"/>
        </pc:sldMkLst>
        <pc:spChg chg="mod">
          <ac:chgData name="Emilio Herrera Trujillo" userId="968374b4-bfd7-409d-b4bc-f1e0894ffdf7" providerId="ADAL" clId="{4E781BA7-559B-434C-A55C-8954132D3589}" dt="2023-02-21T23:43:55.569" v="6246" actId="20577"/>
          <ac:spMkLst>
            <pc:docMk/>
            <pc:sldMk cId="230375258" sldId="270"/>
            <ac:spMk id="3" creationId="{CBD0E624-920B-4203-9E0E-EFB9DF5F770C}"/>
          </ac:spMkLst>
        </pc:spChg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317346644" sldId="271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4117266902" sldId="272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1599217531" sldId="273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740907285" sldId="274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3876870454" sldId="276"/>
        </pc:sldMkLst>
      </pc:sldChg>
      <pc:sldChg chg="addSp delSp modSp add mod">
        <pc:chgData name="Emilio Herrera Trujillo" userId="968374b4-bfd7-409d-b4bc-f1e0894ffdf7" providerId="ADAL" clId="{4E781BA7-559B-434C-A55C-8954132D3589}" dt="2023-02-03T00:39:49.929" v="2761" actId="14100"/>
        <pc:sldMkLst>
          <pc:docMk/>
          <pc:sldMk cId="885251455" sldId="277"/>
        </pc:sldMkLst>
        <pc:spChg chg="add del mod">
          <ac:chgData name="Emilio Herrera Trujillo" userId="968374b4-bfd7-409d-b4bc-f1e0894ffdf7" providerId="ADAL" clId="{4E781BA7-559B-434C-A55C-8954132D3589}" dt="2023-02-03T00:39:39.675" v="2756" actId="478"/>
          <ac:spMkLst>
            <pc:docMk/>
            <pc:sldMk cId="885251455" sldId="277"/>
            <ac:spMk id="3" creationId="{8B55C23C-5336-6F78-9EF7-69761E2F12D5}"/>
          </ac:spMkLst>
        </pc:spChg>
        <pc:spChg chg="mod">
          <ac:chgData name="Emilio Herrera Trujillo" userId="968374b4-bfd7-409d-b4bc-f1e0894ffdf7" providerId="ADAL" clId="{4E781BA7-559B-434C-A55C-8954132D3589}" dt="2023-02-03T00:34:35.623" v="2754" actId="20577"/>
          <ac:spMkLst>
            <pc:docMk/>
            <pc:sldMk cId="885251455" sldId="277"/>
            <ac:spMk id="4" creationId="{0B1DF2A3-A97D-4E42-ABAD-87946C25F9E9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6" creationId="{6F101628-3F81-4A98-B240-43D220E8E2D0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7" creationId="{1E6409AF-8F99-4198-8DB7-665E3629100B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9" creationId="{2395C98A-AF9B-4C4E-913E-F2EA05C9884F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19" creationId="{5D4F09C2-4D25-4069-99F0-8B460CE41959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20" creationId="{7ED8F491-DF6B-41E6-95A6-6D469D9969FD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21" creationId="{8F65352F-B25C-44B5-BD26-D3B63B1EA16E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22" creationId="{A1D78A4F-49A8-47F8-85F3-3789E703D8D5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23" creationId="{8D2DAAF8-9175-4E63-AEBF-FA9871DE9626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25" creationId="{48082B38-7314-4EB3-996A-15B468097769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57" creationId="{DBA1FBF3-BC26-4F71-AEEC-54120AFBB297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58" creationId="{ED66AB46-78EE-414F-B8BC-88920B7BC2F3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59" creationId="{46905A79-2B60-45D1-8B5C-C1AA6DD7CB94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60" creationId="{FE63F07E-6E04-4666-97B6-F27129BF6B31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61" creationId="{FEA548EB-1C88-49F0-98BF-80308046F713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62" creationId="{60E52F28-2742-44BC-8B2E-124E01652FFA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63" creationId="{E13FF4A5-F571-4C89-958B-6A0AD3E2DA05}"/>
          </ac:spMkLst>
        </pc:spChg>
        <pc:spChg chg="del">
          <ac:chgData name="Emilio Herrera Trujillo" userId="968374b4-bfd7-409d-b4bc-f1e0894ffdf7" providerId="ADAL" clId="{4E781BA7-559B-434C-A55C-8954132D3589}" dt="2023-02-03T00:39:35.030" v="2755" actId="478"/>
          <ac:spMkLst>
            <pc:docMk/>
            <pc:sldMk cId="885251455" sldId="277"/>
            <ac:spMk id="64" creationId="{E652F62B-3F85-482B-ADD3-84FD8A3F41C3}"/>
          </ac:spMkLst>
        </pc:spChg>
        <pc:picChg chg="add mod">
          <ac:chgData name="Emilio Herrera Trujillo" userId="968374b4-bfd7-409d-b4bc-f1e0894ffdf7" providerId="ADAL" clId="{4E781BA7-559B-434C-A55C-8954132D3589}" dt="2023-02-03T00:39:49.929" v="2761" actId="14100"/>
          <ac:picMkLst>
            <pc:docMk/>
            <pc:sldMk cId="885251455" sldId="277"/>
            <ac:picMk id="10" creationId="{7723256E-C09D-338A-EBBD-CDF4C237B739}"/>
          </ac:picMkLst>
        </pc:picChg>
      </pc:sldChg>
      <pc:sldChg chg="del">
        <pc:chgData name="Emilio Herrera Trujillo" userId="968374b4-bfd7-409d-b4bc-f1e0894ffdf7" providerId="ADAL" clId="{4E781BA7-559B-434C-A55C-8954132D3589}" dt="2023-02-03T00:34:18.873" v="2737" actId="2696"/>
        <pc:sldMkLst>
          <pc:docMk/>
          <pc:sldMk cId="1997639320" sldId="277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1860897671" sldId="278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174890627" sldId="279"/>
        </pc:sldMkLst>
      </pc:sldChg>
      <pc:sldChg chg="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011226115" sldId="280"/>
        </pc:sldMkLst>
      </pc:sldChg>
      <pc:sldChg chg="addSp delSp modSp add mod">
        <pc:chgData name="Emilio Herrera Trujillo" userId="968374b4-bfd7-409d-b4bc-f1e0894ffdf7" providerId="ADAL" clId="{4E781BA7-559B-434C-A55C-8954132D3589}" dt="2023-02-02T23:33:55.846" v="196" actId="5793"/>
        <pc:sldMkLst>
          <pc:docMk/>
          <pc:sldMk cId="146985867" sldId="283"/>
        </pc:sldMkLst>
        <pc:spChg chg="add del mod">
          <ac:chgData name="Emilio Herrera Trujillo" userId="968374b4-bfd7-409d-b4bc-f1e0894ffdf7" providerId="ADAL" clId="{4E781BA7-559B-434C-A55C-8954132D3589}" dt="2023-02-02T23:32:17.186" v="167" actId="478"/>
          <ac:spMkLst>
            <pc:docMk/>
            <pc:sldMk cId="146985867" sldId="283"/>
            <ac:spMk id="3" creationId="{6427F3BB-EB68-CE4E-BDE5-B4F8E080EEEF}"/>
          </ac:spMkLst>
        </pc:spChg>
        <pc:spChg chg="add mod">
          <ac:chgData name="Emilio Herrera Trujillo" userId="968374b4-bfd7-409d-b4bc-f1e0894ffdf7" providerId="ADAL" clId="{4E781BA7-559B-434C-A55C-8954132D3589}" dt="2023-02-02T23:33:55.846" v="196" actId="5793"/>
          <ac:spMkLst>
            <pc:docMk/>
            <pc:sldMk cId="146985867" sldId="283"/>
            <ac:spMk id="6" creationId="{06DE26CE-2F75-E3F7-26E6-2BBFD8FFCA09}"/>
          </ac:spMkLst>
        </pc:spChg>
        <pc:spChg chg="del">
          <ac:chgData name="Emilio Herrera Trujillo" userId="968374b4-bfd7-409d-b4bc-f1e0894ffdf7" providerId="ADAL" clId="{4E781BA7-559B-434C-A55C-8954132D3589}" dt="2023-02-02T23:32:15.068" v="166" actId="478"/>
          <ac:spMkLst>
            <pc:docMk/>
            <pc:sldMk cId="146985867" sldId="283"/>
            <ac:spMk id="8" creationId="{4D2D4318-6BF9-4D3B-8A08-A82D65B8D0FD}"/>
          </ac:spMkLst>
        </pc:spChg>
        <pc:picChg chg="del">
          <ac:chgData name="Emilio Herrera Trujillo" userId="968374b4-bfd7-409d-b4bc-f1e0894ffdf7" providerId="ADAL" clId="{4E781BA7-559B-434C-A55C-8954132D3589}" dt="2023-02-02T23:32:05.180" v="165" actId="478"/>
          <ac:picMkLst>
            <pc:docMk/>
            <pc:sldMk cId="146985867" sldId="283"/>
            <ac:picMk id="7" creationId="{E5CF7DA8-EBB5-4169-8BEA-4CDCD1120393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02T23:58:15.209" v="697" actId="1076"/>
        <pc:sldMkLst>
          <pc:docMk/>
          <pc:sldMk cId="334177060" sldId="284"/>
        </pc:sldMkLst>
        <pc:spChg chg="del">
          <ac:chgData name="Emilio Herrera Trujillo" userId="968374b4-bfd7-409d-b4bc-f1e0894ffdf7" providerId="ADAL" clId="{4E781BA7-559B-434C-A55C-8954132D3589}" dt="2023-02-02T23:55:11.613" v="673" actId="478"/>
          <ac:spMkLst>
            <pc:docMk/>
            <pc:sldMk cId="334177060" sldId="284"/>
            <ac:spMk id="8" creationId="{25EC1B6B-377D-4DD2-8A9A-D9214CF883DF}"/>
          </ac:spMkLst>
        </pc:spChg>
        <pc:spChg chg="del">
          <ac:chgData name="Emilio Herrera Trujillo" userId="968374b4-bfd7-409d-b4bc-f1e0894ffdf7" providerId="ADAL" clId="{4E781BA7-559B-434C-A55C-8954132D3589}" dt="2023-02-02T23:55:11.613" v="673" actId="478"/>
          <ac:spMkLst>
            <pc:docMk/>
            <pc:sldMk cId="334177060" sldId="284"/>
            <ac:spMk id="12" creationId="{59146ECD-1F30-426A-8D14-B423F172388B}"/>
          </ac:spMkLst>
        </pc:spChg>
        <pc:picChg chg="add mod">
          <ac:chgData name="Emilio Herrera Trujillo" userId="968374b4-bfd7-409d-b4bc-f1e0894ffdf7" providerId="ADAL" clId="{4E781BA7-559B-434C-A55C-8954132D3589}" dt="2023-02-02T23:57:44.207" v="691" actId="1035"/>
          <ac:picMkLst>
            <pc:docMk/>
            <pc:sldMk cId="334177060" sldId="284"/>
            <ac:picMk id="2" creationId="{1CAD10DC-1222-2431-5187-B2C10C6BBDA9}"/>
          </ac:picMkLst>
        </pc:picChg>
        <pc:picChg chg="add mod">
          <ac:chgData name="Emilio Herrera Trujillo" userId="968374b4-bfd7-409d-b4bc-f1e0894ffdf7" providerId="ADAL" clId="{4E781BA7-559B-434C-A55C-8954132D3589}" dt="2023-02-02T23:57:44.207" v="691" actId="1035"/>
          <ac:picMkLst>
            <pc:docMk/>
            <pc:sldMk cId="334177060" sldId="284"/>
            <ac:picMk id="3" creationId="{F97DB83B-AC16-AB57-3F60-9AD81FF72B56}"/>
          </ac:picMkLst>
        </pc:picChg>
        <pc:picChg chg="add mod">
          <ac:chgData name="Emilio Herrera Trujillo" userId="968374b4-bfd7-409d-b4bc-f1e0894ffdf7" providerId="ADAL" clId="{4E781BA7-559B-434C-A55C-8954132D3589}" dt="2023-02-02T23:57:44.207" v="691" actId="1035"/>
          <ac:picMkLst>
            <pc:docMk/>
            <pc:sldMk cId="334177060" sldId="284"/>
            <ac:picMk id="6" creationId="{F838B771-4A7D-DD9E-FF69-7C1FBD6BDDAA}"/>
          </ac:picMkLst>
        </pc:picChg>
        <pc:picChg chg="del">
          <ac:chgData name="Emilio Herrera Trujillo" userId="968374b4-bfd7-409d-b4bc-f1e0894ffdf7" providerId="ADAL" clId="{4E781BA7-559B-434C-A55C-8954132D3589}" dt="2023-02-02T23:55:11.613" v="673" actId="478"/>
          <ac:picMkLst>
            <pc:docMk/>
            <pc:sldMk cId="334177060" sldId="284"/>
            <ac:picMk id="7" creationId="{2B7A80EF-525D-4AD1-8C61-42477F178A6C}"/>
          </ac:picMkLst>
        </pc:picChg>
        <pc:picChg chg="del">
          <ac:chgData name="Emilio Herrera Trujillo" userId="968374b4-bfd7-409d-b4bc-f1e0894ffdf7" providerId="ADAL" clId="{4E781BA7-559B-434C-A55C-8954132D3589}" dt="2023-02-02T23:55:11.613" v="673" actId="478"/>
          <ac:picMkLst>
            <pc:docMk/>
            <pc:sldMk cId="334177060" sldId="284"/>
            <ac:picMk id="9" creationId="{6E5D4426-0488-6A5B-166E-1601A090D4BB}"/>
          </ac:picMkLst>
        </pc:picChg>
        <pc:picChg chg="add mod">
          <ac:chgData name="Emilio Herrera Trujillo" userId="968374b4-bfd7-409d-b4bc-f1e0894ffdf7" providerId="ADAL" clId="{4E781BA7-559B-434C-A55C-8954132D3589}" dt="2023-02-02T23:58:02.408" v="695" actId="14100"/>
          <ac:picMkLst>
            <pc:docMk/>
            <pc:sldMk cId="334177060" sldId="284"/>
            <ac:picMk id="11" creationId="{7391AC65-3E6B-D016-5629-486DDF939C3F}"/>
          </ac:picMkLst>
        </pc:picChg>
        <pc:picChg chg="add mod">
          <ac:chgData name="Emilio Herrera Trujillo" userId="968374b4-bfd7-409d-b4bc-f1e0894ffdf7" providerId="ADAL" clId="{4E781BA7-559B-434C-A55C-8954132D3589}" dt="2023-02-02T23:58:15.209" v="697" actId="1076"/>
          <ac:picMkLst>
            <pc:docMk/>
            <pc:sldMk cId="334177060" sldId="284"/>
            <ac:picMk id="13" creationId="{17BF4DC1-5F12-2826-17F8-2544E000B8F1}"/>
          </ac:picMkLst>
        </pc:picChg>
        <pc:cxnChg chg="del">
          <ac:chgData name="Emilio Herrera Trujillo" userId="968374b4-bfd7-409d-b4bc-f1e0894ffdf7" providerId="ADAL" clId="{4E781BA7-559B-434C-A55C-8954132D3589}" dt="2023-02-02T23:55:11.613" v="673" actId="478"/>
          <ac:cxnSpMkLst>
            <pc:docMk/>
            <pc:sldMk cId="334177060" sldId="284"/>
            <ac:cxnSpMk id="10" creationId="{874F55E1-7B00-45AC-A098-9BAD1C905DDE}"/>
          </ac:cxnSpMkLst>
        </pc:cxnChg>
      </pc:sldChg>
      <pc:sldChg chg="addSp delSp modSp add mod">
        <pc:chgData name="Emilio Herrera Trujillo" userId="968374b4-bfd7-409d-b4bc-f1e0894ffdf7" providerId="ADAL" clId="{4E781BA7-559B-434C-A55C-8954132D3589}" dt="2023-02-03T00:04:58.600" v="1028" actId="20577"/>
        <pc:sldMkLst>
          <pc:docMk/>
          <pc:sldMk cId="2402702646" sldId="285"/>
        </pc:sldMkLst>
        <pc:spChg chg="mod">
          <ac:chgData name="Emilio Herrera Trujillo" userId="968374b4-bfd7-409d-b4bc-f1e0894ffdf7" providerId="ADAL" clId="{4E781BA7-559B-434C-A55C-8954132D3589}" dt="2023-02-02T23:59:32.584" v="706" actId="20577"/>
          <ac:spMkLst>
            <pc:docMk/>
            <pc:sldMk cId="2402702646" sldId="285"/>
            <ac:spMk id="2" creationId="{75E56D65-FCEB-4104-BBD7-C9C59DB0AA6C}"/>
          </ac:spMkLst>
        </pc:spChg>
        <pc:spChg chg="add mod">
          <ac:chgData name="Emilio Herrera Trujillo" userId="968374b4-bfd7-409d-b4bc-f1e0894ffdf7" providerId="ADAL" clId="{4E781BA7-559B-434C-A55C-8954132D3589}" dt="2023-02-03T00:04:25.707" v="1002" actId="20577"/>
          <ac:spMkLst>
            <pc:docMk/>
            <pc:sldMk cId="2402702646" sldId="285"/>
            <ac:spMk id="3" creationId="{A6B23069-A6DB-2120-6F28-EADA9EF5EC03}"/>
          </ac:spMkLst>
        </pc:spChg>
        <pc:spChg chg="add mod">
          <ac:chgData name="Emilio Herrera Trujillo" userId="968374b4-bfd7-409d-b4bc-f1e0894ffdf7" providerId="ADAL" clId="{4E781BA7-559B-434C-A55C-8954132D3589}" dt="2023-02-03T00:04:58.600" v="1028" actId="20577"/>
          <ac:spMkLst>
            <pc:docMk/>
            <pc:sldMk cId="2402702646" sldId="285"/>
            <ac:spMk id="6" creationId="{2030456E-5040-7BAC-B0CA-3B193CEE3F9B}"/>
          </ac:spMkLst>
        </pc:spChg>
        <pc:spChg chg="mod">
          <ac:chgData name="Emilio Herrera Trujillo" userId="968374b4-bfd7-409d-b4bc-f1e0894ffdf7" providerId="ADAL" clId="{4E781BA7-559B-434C-A55C-8954132D3589}" dt="2023-02-03T00:01:37.855" v="765" actId="113"/>
          <ac:spMkLst>
            <pc:docMk/>
            <pc:sldMk cId="2402702646" sldId="285"/>
            <ac:spMk id="13" creationId="{BF11BC5E-E378-4BC9-881A-19596A1FBE75}"/>
          </ac:spMkLst>
        </pc:spChg>
        <pc:spChg chg="mod">
          <ac:chgData name="Emilio Herrera Trujillo" userId="968374b4-bfd7-409d-b4bc-f1e0894ffdf7" providerId="ADAL" clId="{4E781BA7-559B-434C-A55C-8954132D3589}" dt="2023-02-03T00:03:49.066" v="891" actId="14100"/>
          <ac:spMkLst>
            <pc:docMk/>
            <pc:sldMk cId="2402702646" sldId="285"/>
            <ac:spMk id="14" creationId="{93261DF5-771C-4D7C-A06F-A4F021F7AD93}"/>
          </ac:spMkLst>
        </pc:spChg>
        <pc:spChg chg="mod">
          <ac:chgData name="Emilio Herrera Trujillo" userId="968374b4-bfd7-409d-b4bc-f1e0894ffdf7" providerId="ADAL" clId="{4E781BA7-559B-434C-A55C-8954132D3589}" dt="2023-02-03T00:02:07.381" v="792" actId="113"/>
          <ac:spMkLst>
            <pc:docMk/>
            <pc:sldMk cId="2402702646" sldId="285"/>
            <ac:spMk id="17" creationId="{3654E6AB-D75F-4F7E-92EE-92490D25C784}"/>
          </ac:spMkLst>
        </pc:spChg>
        <pc:spChg chg="del">
          <ac:chgData name="Emilio Herrera Trujillo" userId="968374b4-bfd7-409d-b4bc-f1e0894ffdf7" providerId="ADAL" clId="{4E781BA7-559B-434C-A55C-8954132D3589}" dt="2023-02-03T00:03:52.286" v="892" actId="478"/>
          <ac:spMkLst>
            <pc:docMk/>
            <pc:sldMk cId="2402702646" sldId="285"/>
            <ac:spMk id="18" creationId="{9CCA29D1-CD5E-400B-B70D-64111F65543F}"/>
          </ac:spMkLst>
        </pc:spChg>
        <pc:spChg chg="mod">
          <ac:chgData name="Emilio Herrera Trujillo" userId="968374b4-bfd7-409d-b4bc-f1e0894ffdf7" providerId="ADAL" clId="{4E781BA7-559B-434C-A55C-8954132D3589}" dt="2023-02-03T00:02:18.687" v="804" actId="113"/>
          <ac:spMkLst>
            <pc:docMk/>
            <pc:sldMk cId="2402702646" sldId="285"/>
            <ac:spMk id="19" creationId="{69BF9830-1254-40D7-8DED-5B3316774B28}"/>
          </ac:spMkLst>
        </pc:spChg>
        <pc:spChg chg="del">
          <ac:chgData name="Emilio Herrera Trujillo" userId="968374b4-bfd7-409d-b4bc-f1e0894ffdf7" providerId="ADAL" clId="{4E781BA7-559B-434C-A55C-8954132D3589}" dt="2023-02-03T00:03:53.952" v="893" actId="478"/>
          <ac:spMkLst>
            <pc:docMk/>
            <pc:sldMk cId="2402702646" sldId="285"/>
            <ac:spMk id="20" creationId="{39F3414F-0F28-4BB0-93A5-852CC478D725}"/>
          </ac:spMkLst>
        </pc:spChg>
        <pc:spChg chg="del">
          <ac:chgData name="Emilio Herrera Trujillo" userId="968374b4-bfd7-409d-b4bc-f1e0894ffdf7" providerId="ADAL" clId="{4E781BA7-559B-434C-A55C-8954132D3589}" dt="2023-02-03T00:03:19.236" v="808" actId="478"/>
          <ac:spMkLst>
            <pc:docMk/>
            <pc:sldMk cId="2402702646" sldId="285"/>
            <ac:spMk id="21" creationId="{7AB5B3EF-865E-49E8-8E74-BBF33661DC8E}"/>
          </ac:spMkLst>
        </pc:spChg>
        <pc:spChg chg="del mod">
          <ac:chgData name="Emilio Herrera Trujillo" userId="968374b4-bfd7-409d-b4bc-f1e0894ffdf7" providerId="ADAL" clId="{4E781BA7-559B-434C-A55C-8954132D3589}" dt="2023-02-03T00:03:17.648" v="807" actId="478"/>
          <ac:spMkLst>
            <pc:docMk/>
            <pc:sldMk cId="2402702646" sldId="285"/>
            <ac:spMk id="22" creationId="{9170EB89-395B-437D-992D-094622C6ECFD}"/>
          </ac:spMkLst>
        </pc:spChg>
        <pc:cxnChg chg="del">
          <ac:chgData name="Emilio Herrera Trujillo" userId="968374b4-bfd7-409d-b4bc-f1e0894ffdf7" providerId="ADAL" clId="{4E781BA7-559B-434C-A55C-8954132D3589}" dt="2023-02-03T00:03:01.215" v="805" actId="478"/>
          <ac:cxnSpMkLst>
            <pc:docMk/>
            <pc:sldMk cId="2402702646" sldId="285"/>
            <ac:cxnSpMk id="10" creationId="{5F6D1397-41F3-4ACC-8FBB-ECF46B0F6060}"/>
          </ac:cxnSpMkLst>
        </pc:cxnChg>
      </pc:sldChg>
      <pc:sldChg chg="addSp modSp add mod">
        <pc:chgData name="Emilio Herrera Trujillo" userId="968374b4-bfd7-409d-b4bc-f1e0894ffdf7" providerId="ADAL" clId="{4E781BA7-559B-434C-A55C-8954132D3589}" dt="2023-02-14T14:17:45.551" v="3622" actId="14100"/>
        <pc:sldMkLst>
          <pc:docMk/>
          <pc:sldMk cId="595340009" sldId="286"/>
        </pc:sldMkLst>
        <pc:spChg chg="add mod ord">
          <ac:chgData name="Emilio Herrera Trujillo" userId="968374b4-bfd7-409d-b4bc-f1e0894ffdf7" providerId="ADAL" clId="{4E781BA7-559B-434C-A55C-8954132D3589}" dt="2023-02-14T14:17:45.551" v="3622" actId="14100"/>
          <ac:spMkLst>
            <pc:docMk/>
            <pc:sldMk cId="595340009" sldId="286"/>
            <ac:spMk id="10" creationId="{36D4DA89-B0CE-DAAA-1403-24EC06750B06}"/>
          </ac:spMkLst>
        </pc:spChg>
      </pc:sldChg>
      <pc:sldChg chg="addSp delSp modSp add mod">
        <pc:chgData name="Emilio Herrera Trujillo" userId="968374b4-bfd7-409d-b4bc-f1e0894ffdf7" providerId="ADAL" clId="{4E781BA7-559B-434C-A55C-8954132D3589}" dt="2023-02-14T14:20:05.343" v="3647" actId="207"/>
        <pc:sldMkLst>
          <pc:docMk/>
          <pc:sldMk cId="259331753" sldId="287"/>
        </pc:sldMkLst>
        <pc:spChg chg="mod">
          <ac:chgData name="Emilio Herrera Trujillo" userId="968374b4-bfd7-409d-b4bc-f1e0894ffdf7" providerId="ADAL" clId="{4E781BA7-559B-434C-A55C-8954132D3589}" dt="2023-02-03T00:46:24.022" v="3111" actId="20577"/>
          <ac:spMkLst>
            <pc:docMk/>
            <pc:sldMk cId="259331753" sldId="287"/>
            <ac:spMk id="4" creationId="{5A141032-64E6-4BAC-9E9B-3B4E351A1CCA}"/>
          </ac:spMkLst>
        </pc:spChg>
        <pc:spChg chg="add mod">
          <ac:chgData name="Emilio Herrera Trujillo" userId="968374b4-bfd7-409d-b4bc-f1e0894ffdf7" providerId="ADAL" clId="{4E781BA7-559B-434C-A55C-8954132D3589}" dt="2023-02-14T14:20:05.343" v="3647" actId="207"/>
          <ac:spMkLst>
            <pc:docMk/>
            <pc:sldMk cId="259331753" sldId="287"/>
            <ac:spMk id="7" creationId="{1D6E4AC2-4192-BEDA-F12D-3A187FB790FC}"/>
          </ac:spMkLst>
        </pc:spChg>
        <pc:spChg chg="add mod">
          <ac:chgData name="Emilio Herrera Trujillo" userId="968374b4-bfd7-409d-b4bc-f1e0894ffdf7" providerId="ADAL" clId="{4E781BA7-559B-434C-A55C-8954132D3589}" dt="2023-02-14T14:20:00.935" v="3646" actId="207"/>
          <ac:spMkLst>
            <pc:docMk/>
            <pc:sldMk cId="259331753" sldId="287"/>
            <ac:spMk id="8" creationId="{8AE8F586-CE37-5827-CDC5-83AB1EC6AD9C}"/>
          </ac:spMkLst>
        </pc:spChg>
        <pc:graphicFrameChg chg="add del mod">
          <ac:chgData name="Emilio Herrera Trujillo" userId="968374b4-bfd7-409d-b4bc-f1e0894ffdf7" providerId="ADAL" clId="{4E781BA7-559B-434C-A55C-8954132D3589}" dt="2023-02-03T00:53:07.267" v="3317"/>
          <ac:graphicFrameMkLst>
            <pc:docMk/>
            <pc:sldMk cId="259331753" sldId="287"/>
            <ac:graphicFrameMk id="2" creationId="{8C760CF8-6D0A-8945-7E84-A5EE06F51FD9}"/>
          </ac:graphicFrameMkLst>
        </pc:graphicFrameChg>
        <pc:graphicFrameChg chg="add mod modGraphic">
          <ac:chgData name="Emilio Herrera Trujillo" userId="968374b4-bfd7-409d-b4bc-f1e0894ffdf7" providerId="ADAL" clId="{4E781BA7-559B-434C-A55C-8954132D3589}" dt="2023-02-14T14:19:44.291" v="3629" actId="20577"/>
          <ac:graphicFrameMkLst>
            <pc:docMk/>
            <pc:sldMk cId="259331753" sldId="287"/>
            <ac:graphicFrameMk id="3" creationId="{97EB6ABA-DD91-DB28-F98D-29917F1C65B0}"/>
          </ac:graphicFrameMkLst>
        </pc:graphicFrameChg>
        <pc:graphicFrameChg chg="mod modGraphic">
          <ac:chgData name="Emilio Herrera Trujillo" userId="968374b4-bfd7-409d-b4bc-f1e0894ffdf7" providerId="ADAL" clId="{4E781BA7-559B-434C-A55C-8954132D3589}" dt="2023-02-03T00:59:00.759" v="3563" actId="14734"/>
          <ac:graphicFrameMkLst>
            <pc:docMk/>
            <pc:sldMk cId="259331753" sldId="287"/>
            <ac:graphicFrameMk id="6" creationId="{2CA0A6D4-3250-4355-AE9C-5ED431B9AE13}"/>
          </ac:graphicFrameMkLst>
        </pc:graphicFrameChg>
      </pc:sldChg>
      <pc:sldChg chg="delSp add del mod">
        <pc:chgData name="Emilio Herrera Trujillo" userId="968374b4-bfd7-409d-b4bc-f1e0894ffdf7" providerId="ADAL" clId="{4E781BA7-559B-434C-A55C-8954132D3589}" dt="2023-02-03T01:00:30.924" v="3600" actId="47"/>
        <pc:sldMkLst>
          <pc:docMk/>
          <pc:sldMk cId="1223455273" sldId="288"/>
        </pc:sldMkLst>
        <pc:picChg chg="del">
          <ac:chgData name="Emilio Herrera Trujillo" userId="968374b4-bfd7-409d-b4bc-f1e0894ffdf7" providerId="ADAL" clId="{4E781BA7-559B-434C-A55C-8954132D3589}" dt="2023-02-03T01:00:28.354" v="3599" actId="478"/>
          <ac:picMkLst>
            <pc:docMk/>
            <pc:sldMk cId="1223455273" sldId="288"/>
            <ac:picMk id="17" creationId="{9700C41F-7A30-4CD5-A6A9-9D602D755C81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03T01:01:22.658" v="3619" actId="207"/>
        <pc:sldMkLst>
          <pc:docMk/>
          <pc:sldMk cId="1254557975" sldId="288"/>
        </pc:sldMkLst>
        <pc:spChg chg="mod">
          <ac:chgData name="Emilio Herrera Trujillo" userId="968374b4-bfd7-409d-b4bc-f1e0894ffdf7" providerId="ADAL" clId="{4E781BA7-559B-434C-A55C-8954132D3589}" dt="2023-02-03T01:01:22.658" v="3619" actId="207"/>
          <ac:spMkLst>
            <pc:docMk/>
            <pc:sldMk cId="1254557975" sldId="288"/>
            <ac:spMk id="4" creationId="{5A141032-64E6-4BAC-9E9B-3B4E351A1CCA}"/>
          </ac:spMkLst>
        </pc:spChg>
        <pc:spChg chg="del">
          <ac:chgData name="Emilio Herrera Trujillo" userId="968374b4-bfd7-409d-b4bc-f1e0894ffdf7" providerId="ADAL" clId="{4E781BA7-559B-434C-A55C-8954132D3589}" dt="2023-02-03T01:00:48.865" v="3605" actId="478"/>
          <ac:spMkLst>
            <pc:docMk/>
            <pc:sldMk cId="1254557975" sldId="288"/>
            <ac:spMk id="5" creationId="{9E2466E7-50BB-4198-9D11-FDA385E3298D}"/>
          </ac:spMkLst>
        </pc:spChg>
        <pc:spChg chg="del">
          <ac:chgData name="Emilio Herrera Trujillo" userId="968374b4-bfd7-409d-b4bc-f1e0894ffdf7" providerId="ADAL" clId="{4E781BA7-559B-434C-A55C-8954132D3589}" dt="2023-02-03T01:00:45.088" v="3603" actId="478"/>
          <ac:spMkLst>
            <pc:docMk/>
            <pc:sldMk cId="1254557975" sldId="288"/>
            <ac:spMk id="7" creationId="{1D6E4AC2-4192-BEDA-F12D-3A187FB790FC}"/>
          </ac:spMkLst>
        </pc:spChg>
        <pc:spChg chg="del">
          <ac:chgData name="Emilio Herrera Trujillo" userId="968374b4-bfd7-409d-b4bc-f1e0894ffdf7" providerId="ADAL" clId="{4E781BA7-559B-434C-A55C-8954132D3589}" dt="2023-02-03T01:00:40.517" v="3602" actId="478"/>
          <ac:spMkLst>
            <pc:docMk/>
            <pc:sldMk cId="1254557975" sldId="288"/>
            <ac:spMk id="8" creationId="{8AE8F586-CE37-5827-CDC5-83AB1EC6AD9C}"/>
          </ac:spMkLst>
        </pc:spChg>
        <pc:spChg chg="add del mod">
          <ac:chgData name="Emilio Herrera Trujillo" userId="968374b4-bfd7-409d-b4bc-f1e0894ffdf7" providerId="ADAL" clId="{4E781BA7-559B-434C-A55C-8954132D3589}" dt="2023-02-03T01:00:45.959" v="3604" actId="478"/>
          <ac:spMkLst>
            <pc:docMk/>
            <pc:sldMk cId="1254557975" sldId="288"/>
            <ac:spMk id="9" creationId="{7BB61C9B-BF9B-1574-E5BF-ABA699A7F50E}"/>
          </ac:spMkLst>
        </pc:spChg>
        <pc:graphicFrameChg chg="del">
          <ac:chgData name="Emilio Herrera Trujillo" userId="968374b4-bfd7-409d-b4bc-f1e0894ffdf7" providerId="ADAL" clId="{4E781BA7-559B-434C-A55C-8954132D3589}" dt="2023-02-03T01:00:40.517" v="3602" actId="478"/>
          <ac:graphicFrameMkLst>
            <pc:docMk/>
            <pc:sldMk cId="1254557975" sldId="288"/>
            <ac:graphicFrameMk id="3" creationId="{97EB6ABA-DD91-DB28-F98D-29917F1C65B0}"/>
          </ac:graphicFrameMkLst>
        </pc:graphicFrameChg>
        <pc:graphicFrameChg chg="del">
          <ac:chgData name="Emilio Herrera Trujillo" userId="968374b4-bfd7-409d-b4bc-f1e0894ffdf7" providerId="ADAL" clId="{4E781BA7-559B-434C-A55C-8954132D3589}" dt="2023-02-03T01:00:40.517" v="3602" actId="478"/>
          <ac:graphicFrameMkLst>
            <pc:docMk/>
            <pc:sldMk cId="1254557975" sldId="288"/>
            <ac:graphicFrameMk id="6" creationId="{2CA0A6D4-3250-4355-AE9C-5ED431B9AE13}"/>
          </ac:graphicFrameMkLst>
        </pc:graphicFrameChg>
      </pc:sldChg>
      <pc:sldChg chg="add 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458225095" sldId="289"/>
        </pc:sldMkLst>
      </pc:sldChg>
      <pc:sldChg chg="delSp modSp add del mod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206289466" sldId="290"/>
        </pc:sldMkLst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2" creationId="{84453C5B-4143-68BD-666E-A933EBEBFE92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3" creationId="{7DA52F0E-FC8E-BB5B-7C85-1A9CF5CF501D}"/>
          </ac:spMkLst>
        </pc:spChg>
        <pc:spChg chg="mod">
          <ac:chgData name="Emilio Herrera Trujillo" userId="968374b4-bfd7-409d-b4bc-f1e0894ffdf7" providerId="ADAL" clId="{4E781BA7-559B-434C-A55C-8954132D3589}" dt="2023-02-14T14:28:45.872" v="3656" actId="20577"/>
          <ac:spMkLst>
            <pc:docMk/>
            <pc:sldMk cId="2206289466" sldId="290"/>
            <ac:spMk id="4" creationId="{2D543DA6-E7B4-4713-A3DB-8F209F62A2E3}"/>
          </ac:spMkLst>
        </pc:spChg>
        <pc:spChg chg="mod">
          <ac:chgData name="Emilio Herrera Trujillo" userId="968374b4-bfd7-409d-b4bc-f1e0894ffdf7" providerId="ADAL" clId="{4E781BA7-559B-434C-A55C-8954132D3589}" dt="2023-02-14T14:28:59.061" v="3668" actId="20577"/>
          <ac:spMkLst>
            <pc:docMk/>
            <pc:sldMk cId="2206289466" sldId="290"/>
            <ac:spMk id="6" creationId="{ABDF5446-2936-4BD8-85F4-E4C4FD8115DD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7" creationId="{5AB1B43C-E679-1B9A-A911-4E6A48EF04D9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8" creationId="{5C4B7CAC-D29D-4E6D-AF89-33797CF612F3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9" creationId="{8CCEFC40-B93D-4639-BB88-BA953E3282BB}"/>
          </ac:spMkLst>
        </pc:spChg>
        <pc:spChg chg="del">
          <ac:chgData name="Emilio Herrera Trujillo" userId="968374b4-bfd7-409d-b4bc-f1e0894ffdf7" providerId="ADAL" clId="{4E781BA7-559B-434C-A55C-8954132D3589}" dt="2023-02-14T14:29:08.469" v="3670" actId="478"/>
          <ac:spMkLst>
            <pc:docMk/>
            <pc:sldMk cId="2206289466" sldId="290"/>
            <ac:spMk id="10" creationId="{DE678D05-3905-C8FD-0B31-3FDABE9E2E3E}"/>
          </ac:spMkLst>
        </pc:spChg>
        <pc:spChg chg="del">
          <ac:chgData name="Emilio Herrera Trujillo" userId="968374b4-bfd7-409d-b4bc-f1e0894ffdf7" providerId="ADAL" clId="{4E781BA7-559B-434C-A55C-8954132D3589}" dt="2023-02-14T14:29:08.469" v="3670" actId="478"/>
          <ac:spMkLst>
            <pc:docMk/>
            <pc:sldMk cId="2206289466" sldId="290"/>
            <ac:spMk id="11" creationId="{59EBF410-4294-F6E1-8130-798E932B3674}"/>
          </ac:spMkLst>
        </pc:spChg>
        <pc:spChg chg="del">
          <ac:chgData name="Emilio Herrera Trujillo" userId="968374b4-bfd7-409d-b4bc-f1e0894ffdf7" providerId="ADAL" clId="{4E781BA7-559B-434C-A55C-8954132D3589}" dt="2023-02-14T14:29:08.469" v="3670" actId="478"/>
          <ac:spMkLst>
            <pc:docMk/>
            <pc:sldMk cId="2206289466" sldId="290"/>
            <ac:spMk id="12" creationId="{107C4986-381C-EF05-0248-108BD9F3FB1C}"/>
          </ac:spMkLst>
        </pc:spChg>
        <pc:spChg chg="del">
          <ac:chgData name="Emilio Herrera Trujillo" userId="968374b4-bfd7-409d-b4bc-f1e0894ffdf7" providerId="ADAL" clId="{4E781BA7-559B-434C-A55C-8954132D3589}" dt="2023-02-14T14:29:08.469" v="3670" actId="478"/>
          <ac:spMkLst>
            <pc:docMk/>
            <pc:sldMk cId="2206289466" sldId="290"/>
            <ac:spMk id="13" creationId="{7DBFC5FE-F4C3-303A-9B84-64E090187F5D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16" creationId="{58F79239-6B47-44B5-9781-022DE865503A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20" creationId="{576C3F3D-3022-4C78-BCB0-C554CB207173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25" creationId="{D508A9F2-C97A-4503-BC3C-2F016F585641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26" creationId="{372A8399-C44A-4244-9B4D-C61C9212F64E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28" creationId="{CEAC60C6-1846-43E2-9D2F-3B79D982F75E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29" creationId="{1C1FC9EA-5D94-4A72-8B95-F18414E9D0F4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30" creationId="{83A1ED70-7E03-4ED7-B015-5AF8DBB65269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32" creationId="{6A8EFF5A-7EB2-4099-970B-A9587C3986E4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33" creationId="{FFF5C69D-1842-4847-89C6-7381B57A1770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34" creationId="{E0113C28-0512-4540-8723-4038015DA457}"/>
          </ac:spMkLst>
        </pc:spChg>
        <pc:spChg chg="del">
          <ac:chgData name="Emilio Herrera Trujillo" userId="968374b4-bfd7-409d-b4bc-f1e0894ffdf7" providerId="ADAL" clId="{4E781BA7-559B-434C-A55C-8954132D3589}" dt="2023-02-14T14:29:04.602" v="3669" actId="478"/>
          <ac:spMkLst>
            <pc:docMk/>
            <pc:sldMk cId="2206289466" sldId="290"/>
            <ac:spMk id="36" creationId="{A4A66F2C-C119-431D-96E5-42C5ED3DBD50}"/>
          </ac:spMkLst>
        </pc:spChg>
      </pc:sldChg>
      <pc:sldChg chg="addSp delSp modSp add mod">
        <pc:chgData name="Emilio Herrera Trujillo" userId="968374b4-bfd7-409d-b4bc-f1e0894ffdf7" providerId="ADAL" clId="{4E781BA7-559B-434C-A55C-8954132D3589}" dt="2023-02-14T15:53:23.105" v="4098" actId="14100"/>
        <pc:sldMkLst>
          <pc:docMk/>
          <pc:sldMk cId="1170486662" sldId="291"/>
        </pc:sldMkLst>
        <pc:spChg chg="add del mod">
          <ac:chgData name="Emilio Herrera Trujillo" userId="968374b4-bfd7-409d-b4bc-f1e0894ffdf7" providerId="ADAL" clId="{4E781BA7-559B-434C-A55C-8954132D3589}" dt="2023-02-14T15:14:22.625" v="3790" actId="21"/>
          <ac:spMkLst>
            <pc:docMk/>
            <pc:sldMk cId="1170486662" sldId="291"/>
            <ac:spMk id="3" creationId="{2EB69DE3-F1F3-8AF1-31D1-9515180BA278}"/>
          </ac:spMkLst>
        </pc:spChg>
        <pc:spChg chg="mod">
          <ac:chgData name="Emilio Herrera Trujillo" userId="968374b4-bfd7-409d-b4bc-f1e0894ffdf7" providerId="ADAL" clId="{4E781BA7-559B-434C-A55C-8954132D3589}" dt="2023-02-14T15:27:27.387" v="3973" actId="1076"/>
          <ac:spMkLst>
            <pc:docMk/>
            <pc:sldMk cId="1170486662" sldId="291"/>
            <ac:spMk id="4" creationId="{2D543DA6-E7B4-4713-A3DB-8F209F62A2E3}"/>
          </ac:spMkLst>
        </pc:spChg>
        <pc:spChg chg="mod">
          <ac:chgData name="Emilio Herrera Trujillo" userId="968374b4-bfd7-409d-b4bc-f1e0894ffdf7" providerId="ADAL" clId="{4E781BA7-559B-434C-A55C-8954132D3589}" dt="2023-02-14T15:27:35.397" v="3975" actId="1076"/>
          <ac:spMkLst>
            <pc:docMk/>
            <pc:sldMk cId="1170486662" sldId="291"/>
            <ac:spMk id="5" creationId="{5BC1DB86-FA67-4F99-B9A9-405BB30552AE}"/>
          </ac:spMkLst>
        </pc:spChg>
        <pc:spChg chg="del mod">
          <ac:chgData name="Emilio Herrera Trujillo" userId="968374b4-bfd7-409d-b4bc-f1e0894ffdf7" providerId="ADAL" clId="{4E781BA7-559B-434C-A55C-8954132D3589}" dt="2023-02-14T15:25:51.807" v="3908" actId="478"/>
          <ac:spMkLst>
            <pc:docMk/>
            <pc:sldMk cId="1170486662" sldId="291"/>
            <ac:spMk id="6" creationId="{ABDF5446-2936-4BD8-85F4-E4C4FD8115DD}"/>
          </ac:spMkLst>
        </pc:spChg>
        <pc:spChg chg="add mod">
          <ac:chgData name="Emilio Herrera Trujillo" userId="968374b4-bfd7-409d-b4bc-f1e0894ffdf7" providerId="ADAL" clId="{4E781BA7-559B-434C-A55C-8954132D3589}" dt="2023-02-14T15:17:03.650" v="3804" actId="164"/>
          <ac:spMkLst>
            <pc:docMk/>
            <pc:sldMk cId="1170486662" sldId="291"/>
            <ac:spMk id="7" creationId="{9658D9AC-4456-1081-07FE-31984BCCBAB9}"/>
          </ac:spMkLst>
        </pc:spChg>
        <pc:spChg chg="add mod">
          <ac:chgData name="Emilio Herrera Trujillo" userId="968374b4-bfd7-409d-b4bc-f1e0894ffdf7" providerId="ADAL" clId="{4E781BA7-559B-434C-A55C-8954132D3589}" dt="2023-02-14T15:15:49.695" v="3803" actId="404"/>
          <ac:spMkLst>
            <pc:docMk/>
            <pc:sldMk cId="1170486662" sldId="291"/>
            <ac:spMk id="10" creationId="{F8D9CD12-9A00-6CA0-63A3-F67B7089D467}"/>
          </ac:spMkLst>
        </pc:spChg>
        <pc:spChg chg="add mod">
          <ac:chgData name="Emilio Herrera Trujillo" userId="968374b4-bfd7-409d-b4bc-f1e0894ffdf7" providerId="ADAL" clId="{4E781BA7-559B-434C-A55C-8954132D3589}" dt="2023-02-14T15:45:44.387" v="4097" actId="114"/>
          <ac:spMkLst>
            <pc:docMk/>
            <pc:sldMk cId="1170486662" sldId="291"/>
            <ac:spMk id="12" creationId="{92C1275A-719E-E8EA-6A5A-55EE80CA8D25}"/>
          </ac:spMkLst>
        </pc:spChg>
        <pc:spChg chg="add del mod">
          <ac:chgData name="Emilio Herrera Trujillo" userId="968374b4-bfd7-409d-b4bc-f1e0894ffdf7" providerId="ADAL" clId="{4E781BA7-559B-434C-A55C-8954132D3589}" dt="2023-02-14T15:25:54.362" v="3909" actId="478"/>
          <ac:spMkLst>
            <pc:docMk/>
            <pc:sldMk cId="1170486662" sldId="291"/>
            <ac:spMk id="14" creationId="{41BEB036-23D2-02A4-2BD0-109669234CB1}"/>
          </ac:spMkLst>
        </pc:spChg>
        <pc:grpChg chg="add mod">
          <ac:chgData name="Emilio Herrera Trujillo" userId="968374b4-bfd7-409d-b4bc-f1e0894ffdf7" providerId="ADAL" clId="{4E781BA7-559B-434C-A55C-8954132D3589}" dt="2023-02-14T15:53:23.105" v="4098" actId="14100"/>
          <ac:grpSpMkLst>
            <pc:docMk/>
            <pc:sldMk cId="1170486662" sldId="291"/>
            <ac:grpSpMk id="11" creationId="{28D69143-7364-8D25-0185-75E4B2218AAF}"/>
          </ac:grpSpMkLst>
        </pc:grpChg>
        <pc:picChg chg="add mod">
          <ac:chgData name="Emilio Herrera Trujillo" userId="968374b4-bfd7-409d-b4bc-f1e0894ffdf7" providerId="ADAL" clId="{4E781BA7-559B-434C-A55C-8954132D3589}" dt="2023-02-14T15:17:03.650" v="3804" actId="164"/>
          <ac:picMkLst>
            <pc:docMk/>
            <pc:sldMk cId="1170486662" sldId="291"/>
            <ac:picMk id="9" creationId="{F9D0DE74-79C2-13B8-70A9-EA97A4088BCC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21T23:44:04.821" v="6248" actId="404"/>
        <pc:sldMkLst>
          <pc:docMk/>
          <pc:sldMk cId="2028409257" sldId="292"/>
        </pc:sldMkLst>
        <pc:spChg chg="add del mod">
          <ac:chgData name="Emilio Herrera Trujillo" userId="968374b4-bfd7-409d-b4bc-f1e0894ffdf7" providerId="ADAL" clId="{4E781BA7-559B-434C-A55C-8954132D3589}" dt="2023-02-14T18:39:17.805" v="4581" actId="478"/>
          <ac:spMkLst>
            <pc:docMk/>
            <pc:sldMk cId="2028409257" sldId="292"/>
            <ac:spMk id="2" creationId="{E5F01428-48A6-7DE5-B764-AE49441E95EF}"/>
          </ac:spMkLst>
        </pc:spChg>
        <pc:spChg chg="add mod">
          <ac:chgData name="Emilio Herrera Trujillo" userId="968374b4-bfd7-409d-b4bc-f1e0894ffdf7" providerId="ADAL" clId="{4E781BA7-559B-434C-A55C-8954132D3589}" dt="2023-02-21T23:44:04.821" v="6248" actId="404"/>
          <ac:spMkLst>
            <pc:docMk/>
            <pc:sldMk cId="2028409257" sldId="292"/>
            <ac:spMk id="3" creationId="{34641D4C-D0B1-6928-29F1-CAC65C4A93B7}"/>
          </ac:spMkLst>
        </pc:spChg>
        <pc:spChg chg="mod">
          <ac:chgData name="Emilio Herrera Trujillo" userId="968374b4-bfd7-409d-b4bc-f1e0894ffdf7" providerId="ADAL" clId="{4E781BA7-559B-434C-A55C-8954132D3589}" dt="2023-02-14T18:39:11.927" v="4580" actId="20577"/>
          <ac:spMkLst>
            <pc:docMk/>
            <pc:sldMk cId="2028409257" sldId="292"/>
            <ac:spMk id="4" creationId="{2D543DA6-E7B4-4713-A3DB-8F209F62A2E3}"/>
          </ac:spMkLst>
        </pc:spChg>
        <pc:spChg chg="mod">
          <ac:chgData name="Emilio Herrera Trujillo" userId="968374b4-bfd7-409d-b4bc-f1e0894ffdf7" providerId="ADAL" clId="{4E781BA7-559B-434C-A55C-8954132D3589}" dt="2023-02-14T15:27:47.445" v="3977" actId="1076"/>
          <ac:spMkLst>
            <pc:docMk/>
            <pc:sldMk cId="2028409257" sldId="292"/>
            <ac:spMk id="5" creationId="{5BC1DB86-FA67-4F99-B9A9-405BB30552AE}"/>
          </ac:spMkLst>
        </pc:spChg>
        <pc:spChg chg="del">
          <ac:chgData name="Emilio Herrera Trujillo" userId="968374b4-bfd7-409d-b4bc-f1e0894ffdf7" providerId="ADAL" clId="{4E781BA7-559B-434C-A55C-8954132D3589}" dt="2023-02-14T18:39:53.965" v="4585" actId="478"/>
          <ac:spMkLst>
            <pc:docMk/>
            <pc:sldMk cId="2028409257" sldId="292"/>
            <ac:spMk id="6" creationId="{ABDF5446-2936-4BD8-85F4-E4C4FD8115DD}"/>
          </ac:spMkLst>
        </pc:spChg>
        <pc:spChg chg="add del mod">
          <ac:chgData name="Emilio Herrera Trujillo" userId="968374b4-bfd7-409d-b4bc-f1e0894ffdf7" providerId="ADAL" clId="{4E781BA7-559B-434C-A55C-8954132D3589}" dt="2023-02-21T23:16:44.659" v="5713" actId="478"/>
          <ac:spMkLst>
            <pc:docMk/>
            <pc:sldMk cId="2028409257" sldId="292"/>
            <ac:spMk id="7" creationId="{51E4C7BB-7E7F-6805-CAFE-2ACBBEB8A736}"/>
          </ac:spMkLst>
        </pc:spChg>
        <pc:spChg chg="add mod">
          <ac:chgData name="Emilio Herrera Trujillo" userId="968374b4-bfd7-409d-b4bc-f1e0894ffdf7" providerId="ADAL" clId="{4E781BA7-559B-434C-A55C-8954132D3589}" dt="2023-02-21T23:31:31.223" v="5881" actId="313"/>
          <ac:spMkLst>
            <pc:docMk/>
            <pc:sldMk cId="2028409257" sldId="292"/>
            <ac:spMk id="8" creationId="{D251FAAD-8852-B09D-72C9-4AAE28730C70}"/>
          </ac:spMkLst>
        </pc:spChg>
      </pc:sldChg>
      <pc:sldChg chg="add del">
        <pc:chgData name="Emilio Herrera Trujillo" userId="968374b4-bfd7-409d-b4bc-f1e0894ffdf7" providerId="ADAL" clId="{4E781BA7-559B-434C-A55C-8954132D3589}" dt="2023-02-14T15:10:44.752" v="3745" actId="47"/>
        <pc:sldMkLst>
          <pc:docMk/>
          <pc:sldMk cId="598214393" sldId="293"/>
        </pc:sldMkLst>
      </pc:sldChg>
      <pc:sldChg chg="add del">
        <pc:chgData name="Emilio Herrera Trujillo" userId="968374b4-bfd7-409d-b4bc-f1e0894ffdf7" providerId="ADAL" clId="{4E781BA7-559B-434C-A55C-8954132D3589}" dt="2023-02-14T15:10:44.752" v="3745" actId="47"/>
        <pc:sldMkLst>
          <pc:docMk/>
          <pc:sldMk cId="3470039511" sldId="294"/>
        </pc:sldMkLst>
      </pc:sldChg>
      <pc:sldChg chg="modSp add del mod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3220754225" sldId="295"/>
        </pc:sldMkLst>
        <pc:spChg chg="mod">
          <ac:chgData name="Emilio Herrera Trujillo" userId="968374b4-bfd7-409d-b4bc-f1e0894ffdf7" providerId="ADAL" clId="{4E781BA7-559B-434C-A55C-8954132D3589}" dt="2023-02-14T14:53:59.941" v="3681" actId="20577"/>
          <ac:spMkLst>
            <pc:docMk/>
            <pc:sldMk cId="3220754225" sldId="295"/>
            <ac:spMk id="4" creationId="{2D543DA6-E7B4-4713-A3DB-8F209F62A2E3}"/>
          </ac:spMkLst>
        </pc:spChg>
      </pc:sldChg>
      <pc:sldChg chg="add 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53919825" sldId="296"/>
        </pc:sldMkLst>
      </pc:sldChg>
      <pc:sldChg chg="add del">
        <pc:chgData name="Emilio Herrera Trujillo" userId="968374b4-bfd7-409d-b4bc-f1e0894ffdf7" providerId="ADAL" clId="{4E781BA7-559B-434C-A55C-8954132D3589}" dt="2023-02-14T15:27:50.475" v="3978" actId="47"/>
        <pc:sldMkLst>
          <pc:docMk/>
          <pc:sldMk cId="3733115874" sldId="296"/>
        </pc:sldMkLst>
      </pc:sldChg>
      <pc:sldChg chg="add 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1071337293" sldId="297"/>
        </pc:sldMkLst>
      </pc:sldChg>
      <pc:sldChg chg="add del">
        <pc:chgData name="Emilio Herrera Trujillo" userId="968374b4-bfd7-409d-b4bc-f1e0894ffdf7" providerId="ADAL" clId="{4E781BA7-559B-434C-A55C-8954132D3589}" dt="2023-02-14T15:27:50.475" v="3978" actId="47"/>
        <pc:sldMkLst>
          <pc:docMk/>
          <pc:sldMk cId="3068146634" sldId="297"/>
        </pc:sldMkLst>
      </pc:sldChg>
      <pc:sldChg chg="add 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404514261" sldId="298"/>
        </pc:sldMkLst>
      </pc:sldChg>
      <pc:sldChg chg="addSp delSp modSp add mod">
        <pc:chgData name="Emilio Herrera Trujillo" userId="968374b4-bfd7-409d-b4bc-f1e0894ffdf7" providerId="ADAL" clId="{4E781BA7-559B-434C-A55C-8954132D3589}" dt="2023-02-14T16:05:15.014" v="4238" actId="1076"/>
        <pc:sldMkLst>
          <pc:docMk/>
          <pc:sldMk cId="1876624923" sldId="299"/>
        </pc:sldMkLst>
        <pc:spChg chg="mod">
          <ac:chgData name="Emilio Herrera Trujillo" userId="968374b4-bfd7-409d-b4bc-f1e0894ffdf7" providerId="ADAL" clId="{4E781BA7-559B-434C-A55C-8954132D3589}" dt="2023-02-14T15:54:40.997" v="4100" actId="20577"/>
          <ac:spMkLst>
            <pc:docMk/>
            <pc:sldMk cId="1876624923" sldId="299"/>
            <ac:spMk id="7" creationId="{9658D9AC-4456-1081-07FE-31984BCCBAB9}"/>
          </ac:spMkLst>
        </pc:spChg>
        <pc:spChg chg="mod">
          <ac:chgData name="Emilio Herrera Trujillo" userId="968374b4-bfd7-409d-b4bc-f1e0894ffdf7" providerId="ADAL" clId="{4E781BA7-559B-434C-A55C-8954132D3589}" dt="2023-02-14T16:01:30.425" v="4237"/>
          <ac:spMkLst>
            <pc:docMk/>
            <pc:sldMk cId="1876624923" sldId="299"/>
            <ac:spMk id="12" creationId="{92C1275A-719E-E8EA-6A5A-55EE80CA8D25}"/>
          </ac:spMkLst>
        </pc:spChg>
        <pc:grpChg chg="del">
          <ac:chgData name="Emilio Herrera Trujillo" userId="968374b4-bfd7-409d-b4bc-f1e0894ffdf7" providerId="ADAL" clId="{4E781BA7-559B-434C-A55C-8954132D3589}" dt="2023-02-14T15:54:44.723" v="4101" actId="478"/>
          <ac:grpSpMkLst>
            <pc:docMk/>
            <pc:sldMk cId="1876624923" sldId="299"/>
            <ac:grpSpMk id="11" creationId="{28D69143-7364-8D25-0185-75E4B2218AAF}"/>
          </ac:grpSpMkLst>
        </pc:grpChg>
        <pc:grpChg chg="add mod">
          <ac:chgData name="Emilio Herrera Trujillo" userId="968374b4-bfd7-409d-b4bc-f1e0894ffdf7" providerId="ADAL" clId="{4E781BA7-559B-434C-A55C-8954132D3589}" dt="2023-02-14T16:05:15.014" v="4238" actId="1076"/>
          <ac:grpSpMkLst>
            <pc:docMk/>
            <pc:sldMk cId="1876624923" sldId="299"/>
            <ac:grpSpMk id="13" creationId="{FFB231B9-EC18-34FE-B0E2-9ADBAF295B78}"/>
          </ac:grpSpMkLst>
        </pc:grpChg>
        <pc:picChg chg="add mod">
          <ac:chgData name="Emilio Herrera Trujillo" userId="968374b4-bfd7-409d-b4bc-f1e0894ffdf7" providerId="ADAL" clId="{4E781BA7-559B-434C-A55C-8954132D3589}" dt="2023-02-14T16:00:11.623" v="4232" actId="164"/>
          <ac:picMkLst>
            <pc:docMk/>
            <pc:sldMk cId="1876624923" sldId="299"/>
            <ac:picMk id="3" creationId="{D0C25436-A66E-FDD2-AF00-3C24BA60C720}"/>
          </ac:picMkLst>
        </pc:picChg>
        <pc:picChg chg="add mod">
          <ac:chgData name="Emilio Herrera Trujillo" userId="968374b4-bfd7-409d-b4bc-f1e0894ffdf7" providerId="ADAL" clId="{4E781BA7-559B-434C-A55C-8954132D3589}" dt="2023-02-14T16:00:11.623" v="4232" actId="164"/>
          <ac:picMkLst>
            <pc:docMk/>
            <pc:sldMk cId="1876624923" sldId="299"/>
            <ac:picMk id="8" creationId="{E74E48ED-B187-9FED-84E3-86EBAE00125A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14T16:06:52.611" v="4246" actId="1076"/>
        <pc:sldMkLst>
          <pc:docMk/>
          <pc:sldMk cId="679808317" sldId="300"/>
        </pc:sldMkLst>
        <pc:spChg chg="del">
          <ac:chgData name="Emilio Herrera Trujillo" userId="968374b4-bfd7-409d-b4bc-f1e0894ffdf7" providerId="ADAL" clId="{4E781BA7-559B-434C-A55C-8954132D3589}" dt="2023-02-14T16:06:46.767" v="4243" actId="478"/>
          <ac:spMkLst>
            <pc:docMk/>
            <pc:sldMk cId="679808317" sldId="300"/>
            <ac:spMk id="12" creationId="{92C1275A-719E-E8EA-6A5A-55EE80CA8D25}"/>
          </ac:spMkLst>
        </pc:spChg>
        <pc:grpChg chg="del">
          <ac:chgData name="Emilio Herrera Trujillo" userId="968374b4-bfd7-409d-b4bc-f1e0894ffdf7" providerId="ADAL" clId="{4E781BA7-559B-434C-A55C-8954132D3589}" dt="2023-02-14T16:06:29.183" v="4240" actId="478"/>
          <ac:grpSpMkLst>
            <pc:docMk/>
            <pc:sldMk cId="679808317" sldId="300"/>
            <ac:grpSpMk id="13" creationId="{FFB231B9-EC18-34FE-B0E2-9ADBAF295B78}"/>
          </ac:grpSpMkLst>
        </pc:grpChg>
        <pc:picChg chg="add mod">
          <ac:chgData name="Emilio Herrera Trujillo" userId="968374b4-bfd7-409d-b4bc-f1e0894ffdf7" providerId="ADAL" clId="{4E781BA7-559B-434C-A55C-8954132D3589}" dt="2023-02-14T16:06:52.611" v="4246" actId="1076"/>
          <ac:picMkLst>
            <pc:docMk/>
            <pc:sldMk cId="679808317" sldId="300"/>
            <ac:picMk id="6" creationId="{CC9275E0-0FD9-5426-F30E-1ADD091D0092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22T00:34:07.965" v="6254" actId="478"/>
        <pc:sldMkLst>
          <pc:docMk/>
          <pc:sldMk cId="3198139280" sldId="301"/>
        </pc:sldMkLst>
        <pc:spChg chg="add del mod">
          <ac:chgData name="Emilio Herrera Trujillo" userId="968374b4-bfd7-409d-b4bc-f1e0894ffdf7" providerId="ADAL" clId="{4E781BA7-559B-434C-A55C-8954132D3589}" dt="2023-02-22T00:34:07.965" v="6254" actId="478"/>
          <ac:spMkLst>
            <pc:docMk/>
            <pc:sldMk cId="3198139280" sldId="301"/>
            <ac:spMk id="7" creationId="{4FF52C49-B82F-094E-1F20-AD86CAA917B4}"/>
          </ac:spMkLst>
        </pc:spChg>
        <pc:spChg chg="add mod">
          <ac:chgData name="Emilio Herrera Trujillo" userId="968374b4-bfd7-409d-b4bc-f1e0894ffdf7" providerId="ADAL" clId="{4E781BA7-559B-434C-A55C-8954132D3589}" dt="2023-02-22T00:34:07.564" v="6253" actId="1076"/>
          <ac:spMkLst>
            <pc:docMk/>
            <pc:sldMk cId="3198139280" sldId="301"/>
            <ac:spMk id="11" creationId="{6CCC52EE-5CDF-CB0C-D27E-2A34E89C883A}"/>
          </ac:spMkLst>
        </pc:spChg>
        <pc:picChg chg="add del mod">
          <ac:chgData name="Emilio Herrera Trujillo" userId="968374b4-bfd7-409d-b4bc-f1e0894ffdf7" providerId="ADAL" clId="{4E781BA7-559B-434C-A55C-8954132D3589}" dt="2023-02-14T16:09:46.755" v="4252" actId="478"/>
          <ac:picMkLst>
            <pc:docMk/>
            <pc:sldMk cId="3198139280" sldId="301"/>
            <ac:picMk id="3" creationId="{349F36F6-A272-FC32-F7CB-DD61DDF77840}"/>
          </ac:picMkLst>
        </pc:picChg>
        <pc:picChg chg="del">
          <ac:chgData name="Emilio Herrera Trujillo" userId="968374b4-bfd7-409d-b4bc-f1e0894ffdf7" providerId="ADAL" clId="{4E781BA7-559B-434C-A55C-8954132D3589}" dt="2023-02-14T16:07:15.831" v="4248" actId="478"/>
          <ac:picMkLst>
            <pc:docMk/>
            <pc:sldMk cId="3198139280" sldId="301"/>
            <ac:picMk id="6" creationId="{CC9275E0-0FD9-5426-F30E-1ADD091D0092}"/>
          </ac:picMkLst>
        </pc:picChg>
        <pc:picChg chg="add mod">
          <ac:chgData name="Emilio Herrera Trujillo" userId="968374b4-bfd7-409d-b4bc-f1e0894ffdf7" providerId="ADAL" clId="{4E781BA7-559B-434C-A55C-8954132D3589}" dt="2023-02-22T00:34:07.564" v="6253" actId="1076"/>
          <ac:picMkLst>
            <pc:docMk/>
            <pc:sldMk cId="3198139280" sldId="301"/>
            <ac:picMk id="9" creationId="{4E3C2D6F-421E-B470-2FE3-1700A7549907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14T17:18:35.287" v="4352" actId="478"/>
        <pc:sldMkLst>
          <pc:docMk/>
          <pc:sldMk cId="4260485448" sldId="302"/>
        </pc:sldMkLst>
        <pc:spChg chg="add del mod">
          <ac:chgData name="Emilio Herrera Trujillo" userId="968374b4-bfd7-409d-b4bc-f1e0894ffdf7" providerId="ADAL" clId="{4E781BA7-559B-434C-A55C-8954132D3589}" dt="2023-02-14T17:18:35.287" v="4352" actId="478"/>
          <ac:spMkLst>
            <pc:docMk/>
            <pc:sldMk cId="4260485448" sldId="302"/>
            <ac:spMk id="3" creationId="{E0FEC94F-63FD-1241-028B-5BD612679762}"/>
          </ac:spMkLst>
        </pc:spChg>
        <pc:spChg chg="del">
          <ac:chgData name="Emilio Herrera Trujillo" userId="968374b4-bfd7-409d-b4bc-f1e0894ffdf7" providerId="ADAL" clId="{4E781BA7-559B-434C-A55C-8954132D3589}" dt="2023-02-14T17:16:08.151" v="4306" actId="478"/>
          <ac:spMkLst>
            <pc:docMk/>
            <pc:sldMk cId="4260485448" sldId="302"/>
            <ac:spMk id="7" creationId="{4FF52C49-B82F-094E-1F20-AD86CAA917B4}"/>
          </ac:spMkLst>
        </pc:spChg>
        <pc:spChg chg="add mod">
          <ac:chgData name="Emilio Herrera Trujillo" userId="968374b4-bfd7-409d-b4bc-f1e0894ffdf7" providerId="ADAL" clId="{4E781BA7-559B-434C-A55C-8954132D3589}" dt="2023-02-14T17:17:07.937" v="4336" actId="404"/>
          <ac:spMkLst>
            <pc:docMk/>
            <pc:sldMk cId="4260485448" sldId="302"/>
            <ac:spMk id="8" creationId="{29E89CF6-DD5B-199A-B12C-FBCDFD7F1002}"/>
          </ac:spMkLst>
        </pc:spChg>
        <pc:spChg chg="del">
          <ac:chgData name="Emilio Herrera Trujillo" userId="968374b4-bfd7-409d-b4bc-f1e0894ffdf7" providerId="ADAL" clId="{4E781BA7-559B-434C-A55C-8954132D3589}" dt="2023-02-14T17:16:11.255" v="4307" actId="478"/>
          <ac:spMkLst>
            <pc:docMk/>
            <pc:sldMk cId="4260485448" sldId="302"/>
            <ac:spMk id="10" creationId="{F8D9CD12-9A00-6CA0-63A3-F67B7089D467}"/>
          </ac:spMkLst>
        </pc:spChg>
        <pc:spChg chg="del">
          <ac:chgData name="Emilio Herrera Trujillo" userId="968374b4-bfd7-409d-b4bc-f1e0894ffdf7" providerId="ADAL" clId="{4E781BA7-559B-434C-A55C-8954132D3589}" dt="2023-02-14T17:16:07.202" v="4305" actId="478"/>
          <ac:spMkLst>
            <pc:docMk/>
            <pc:sldMk cId="4260485448" sldId="302"/>
            <ac:spMk id="11" creationId="{6CCC52EE-5CDF-CB0C-D27E-2A34E89C883A}"/>
          </ac:spMkLst>
        </pc:spChg>
        <pc:spChg chg="add mod">
          <ac:chgData name="Emilio Herrera Trujillo" userId="968374b4-bfd7-409d-b4bc-f1e0894ffdf7" providerId="ADAL" clId="{4E781BA7-559B-434C-A55C-8954132D3589}" dt="2023-02-14T17:17:34.557" v="4344" actId="1076"/>
          <ac:spMkLst>
            <pc:docMk/>
            <pc:sldMk cId="4260485448" sldId="302"/>
            <ac:spMk id="12" creationId="{64F05311-A21C-028F-79C3-3C6676BA4304}"/>
          </ac:spMkLst>
        </pc:spChg>
        <pc:spChg chg="add mod">
          <ac:chgData name="Emilio Herrera Trujillo" userId="968374b4-bfd7-409d-b4bc-f1e0894ffdf7" providerId="ADAL" clId="{4E781BA7-559B-434C-A55C-8954132D3589}" dt="2023-02-14T17:17:18.665" v="4338" actId="404"/>
          <ac:spMkLst>
            <pc:docMk/>
            <pc:sldMk cId="4260485448" sldId="302"/>
            <ac:spMk id="13" creationId="{6B291282-40AF-4596-9191-2D9CAE0CE975}"/>
          </ac:spMkLst>
        </pc:spChg>
        <pc:spChg chg="add mod">
          <ac:chgData name="Emilio Herrera Trujillo" userId="968374b4-bfd7-409d-b4bc-f1e0894ffdf7" providerId="ADAL" clId="{4E781BA7-559B-434C-A55C-8954132D3589}" dt="2023-02-14T17:17:18.665" v="4338" actId="404"/>
          <ac:spMkLst>
            <pc:docMk/>
            <pc:sldMk cId="4260485448" sldId="302"/>
            <ac:spMk id="14" creationId="{1B432BE8-12E1-62B3-F262-FB91F8654F5E}"/>
          </ac:spMkLst>
        </pc:spChg>
        <pc:spChg chg="add mod">
          <ac:chgData name="Emilio Herrera Trujillo" userId="968374b4-bfd7-409d-b4bc-f1e0894ffdf7" providerId="ADAL" clId="{4E781BA7-559B-434C-A55C-8954132D3589}" dt="2023-02-14T17:17:23.631" v="4339" actId="1076"/>
          <ac:spMkLst>
            <pc:docMk/>
            <pc:sldMk cId="4260485448" sldId="302"/>
            <ac:spMk id="15" creationId="{A8E6F313-FF16-26BF-9C86-C1A1F7735F5C}"/>
          </ac:spMkLst>
        </pc:spChg>
        <pc:spChg chg="add mod">
          <ac:chgData name="Emilio Herrera Trujillo" userId="968374b4-bfd7-409d-b4bc-f1e0894ffdf7" providerId="ADAL" clId="{4E781BA7-559B-434C-A55C-8954132D3589}" dt="2023-02-14T17:17:39.650" v="4345" actId="1076"/>
          <ac:spMkLst>
            <pc:docMk/>
            <pc:sldMk cId="4260485448" sldId="302"/>
            <ac:spMk id="16" creationId="{7E4AA141-9772-4CA7-1B0B-156325459D4A}"/>
          </ac:spMkLst>
        </pc:spChg>
        <pc:spChg chg="add mod">
          <ac:chgData name="Emilio Herrera Trujillo" userId="968374b4-bfd7-409d-b4bc-f1e0894ffdf7" providerId="ADAL" clId="{4E781BA7-559B-434C-A55C-8954132D3589}" dt="2023-02-14T17:17:26.199" v="4340" actId="1076"/>
          <ac:spMkLst>
            <pc:docMk/>
            <pc:sldMk cId="4260485448" sldId="302"/>
            <ac:spMk id="17" creationId="{B58BFF4D-206B-EBBA-55BE-12CD34E21470}"/>
          </ac:spMkLst>
        </pc:spChg>
        <pc:spChg chg="add mod">
          <ac:chgData name="Emilio Herrera Trujillo" userId="968374b4-bfd7-409d-b4bc-f1e0894ffdf7" providerId="ADAL" clId="{4E781BA7-559B-434C-A55C-8954132D3589}" dt="2023-02-14T17:17:29.093" v="4341" actId="1076"/>
          <ac:spMkLst>
            <pc:docMk/>
            <pc:sldMk cId="4260485448" sldId="302"/>
            <ac:spMk id="18" creationId="{A9F916FA-AAF7-9E16-FD51-777A2979B48B}"/>
          </ac:spMkLst>
        </pc:spChg>
        <pc:picChg chg="add del mod">
          <ac:chgData name="Emilio Herrera Trujillo" userId="968374b4-bfd7-409d-b4bc-f1e0894ffdf7" providerId="ADAL" clId="{4E781BA7-559B-434C-A55C-8954132D3589}" dt="2023-02-14T17:16:37.084" v="4312" actId="478"/>
          <ac:picMkLst>
            <pc:docMk/>
            <pc:sldMk cId="4260485448" sldId="302"/>
            <ac:picMk id="2" creationId="{4E8881E9-508C-4C80-3406-5CA8C35494F9}"/>
          </ac:picMkLst>
        </pc:picChg>
        <pc:picChg chg="add mod">
          <ac:chgData name="Emilio Herrera Trujillo" userId="968374b4-bfd7-409d-b4bc-f1e0894ffdf7" providerId="ADAL" clId="{4E781BA7-559B-434C-A55C-8954132D3589}" dt="2023-02-14T17:17:31.324" v="4343" actId="1076"/>
          <ac:picMkLst>
            <pc:docMk/>
            <pc:sldMk cId="4260485448" sldId="302"/>
            <ac:picMk id="6" creationId="{90DA0D92-69C8-8CC4-E019-BB7E12B27DAD}"/>
          </ac:picMkLst>
        </pc:picChg>
        <pc:picChg chg="del">
          <ac:chgData name="Emilio Herrera Trujillo" userId="968374b4-bfd7-409d-b4bc-f1e0894ffdf7" providerId="ADAL" clId="{4E781BA7-559B-434C-A55C-8954132D3589}" dt="2023-02-14T17:16:05.383" v="4304" actId="478"/>
          <ac:picMkLst>
            <pc:docMk/>
            <pc:sldMk cId="4260485448" sldId="302"/>
            <ac:picMk id="9" creationId="{4E3C2D6F-421E-B470-2FE3-1700A7549907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14T17:20:18.998" v="4360" actId="113"/>
        <pc:sldMkLst>
          <pc:docMk/>
          <pc:sldMk cId="191891023" sldId="303"/>
        </pc:sldMkLst>
        <pc:spChg chg="add mod">
          <ac:chgData name="Emilio Herrera Trujillo" userId="968374b4-bfd7-409d-b4bc-f1e0894ffdf7" providerId="ADAL" clId="{4E781BA7-559B-434C-A55C-8954132D3589}" dt="2023-02-14T17:20:18.998" v="4360" actId="113"/>
          <ac:spMkLst>
            <pc:docMk/>
            <pc:sldMk cId="191891023" sldId="303"/>
            <ac:spMk id="2" creationId="{1193C49E-3F9A-6BC2-A2A3-AA90C2F640B3}"/>
          </ac:spMkLst>
        </pc:spChg>
        <pc:spChg chg="del">
          <ac:chgData name="Emilio Herrera Trujillo" userId="968374b4-bfd7-409d-b4bc-f1e0894ffdf7" providerId="ADAL" clId="{4E781BA7-559B-434C-A55C-8954132D3589}" dt="2023-02-14T17:18:37.709" v="4353" actId="478"/>
          <ac:spMkLst>
            <pc:docMk/>
            <pc:sldMk cId="191891023" sldId="303"/>
            <ac:spMk id="3" creationId="{E0FEC94F-63FD-1241-028B-5BD612679762}"/>
          </ac:spMkLst>
        </pc:spChg>
        <pc:spChg chg="mod">
          <ac:chgData name="Emilio Herrera Trujillo" userId="968374b4-bfd7-409d-b4bc-f1e0894ffdf7" providerId="ADAL" clId="{4E781BA7-559B-434C-A55C-8954132D3589}" dt="2023-02-14T17:18:57.428" v="4354" actId="1076"/>
          <ac:spMkLst>
            <pc:docMk/>
            <pc:sldMk cId="191891023" sldId="303"/>
            <ac:spMk id="5" creationId="{5BC1DB86-FA67-4F99-B9A9-405BB30552AE}"/>
          </ac:spMkLst>
        </pc:spChg>
        <pc:spChg chg="add mod">
          <ac:chgData name="Emilio Herrera Trujillo" userId="968374b4-bfd7-409d-b4bc-f1e0894ffdf7" providerId="ADAL" clId="{4E781BA7-559B-434C-A55C-8954132D3589}" dt="2023-02-14T17:19:04.041" v="4355" actId="1076"/>
          <ac:spMkLst>
            <pc:docMk/>
            <pc:sldMk cId="191891023" sldId="303"/>
            <ac:spMk id="7" creationId="{1666E6FD-C8D8-5232-15AE-FCF9A6C519A4}"/>
          </ac:spMkLst>
        </pc:spChg>
        <pc:spChg chg="del">
          <ac:chgData name="Emilio Herrera Trujillo" userId="968374b4-bfd7-409d-b4bc-f1e0894ffdf7" providerId="ADAL" clId="{4E781BA7-559B-434C-A55C-8954132D3589}" dt="2023-02-14T17:18:22.498" v="4349" actId="478"/>
          <ac:spMkLst>
            <pc:docMk/>
            <pc:sldMk cId="191891023" sldId="303"/>
            <ac:spMk id="8" creationId="{29E89CF6-DD5B-199A-B12C-FBCDFD7F1002}"/>
          </ac:spMkLst>
        </pc:spChg>
        <pc:spChg chg="del">
          <ac:chgData name="Emilio Herrera Trujillo" userId="968374b4-bfd7-409d-b4bc-f1e0894ffdf7" providerId="ADAL" clId="{4E781BA7-559B-434C-A55C-8954132D3589}" dt="2023-02-14T17:18:19.362" v="4347" actId="478"/>
          <ac:spMkLst>
            <pc:docMk/>
            <pc:sldMk cId="191891023" sldId="303"/>
            <ac:spMk id="12" creationId="{64F05311-A21C-028F-79C3-3C6676BA4304}"/>
          </ac:spMkLst>
        </pc:spChg>
        <pc:spChg chg="del">
          <ac:chgData name="Emilio Herrera Trujillo" userId="968374b4-bfd7-409d-b4bc-f1e0894ffdf7" providerId="ADAL" clId="{4E781BA7-559B-434C-A55C-8954132D3589}" dt="2023-02-14T17:18:19.362" v="4347" actId="478"/>
          <ac:spMkLst>
            <pc:docMk/>
            <pc:sldMk cId="191891023" sldId="303"/>
            <ac:spMk id="13" creationId="{6B291282-40AF-4596-9191-2D9CAE0CE975}"/>
          </ac:spMkLst>
        </pc:spChg>
        <pc:spChg chg="del">
          <ac:chgData name="Emilio Herrera Trujillo" userId="968374b4-bfd7-409d-b4bc-f1e0894ffdf7" providerId="ADAL" clId="{4E781BA7-559B-434C-A55C-8954132D3589}" dt="2023-02-14T17:18:19.362" v="4347" actId="478"/>
          <ac:spMkLst>
            <pc:docMk/>
            <pc:sldMk cId="191891023" sldId="303"/>
            <ac:spMk id="14" creationId="{1B432BE8-12E1-62B3-F262-FB91F8654F5E}"/>
          </ac:spMkLst>
        </pc:spChg>
        <pc:spChg chg="del">
          <ac:chgData name="Emilio Herrera Trujillo" userId="968374b4-bfd7-409d-b4bc-f1e0894ffdf7" providerId="ADAL" clId="{4E781BA7-559B-434C-A55C-8954132D3589}" dt="2023-02-14T17:18:19.362" v="4347" actId="478"/>
          <ac:spMkLst>
            <pc:docMk/>
            <pc:sldMk cId="191891023" sldId="303"/>
            <ac:spMk id="15" creationId="{A8E6F313-FF16-26BF-9C86-C1A1F7735F5C}"/>
          </ac:spMkLst>
        </pc:spChg>
        <pc:spChg chg="del">
          <ac:chgData name="Emilio Herrera Trujillo" userId="968374b4-bfd7-409d-b4bc-f1e0894ffdf7" providerId="ADAL" clId="{4E781BA7-559B-434C-A55C-8954132D3589}" dt="2023-02-14T17:18:19.362" v="4347" actId="478"/>
          <ac:spMkLst>
            <pc:docMk/>
            <pc:sldMk cId="191891023" sldId="303"/>
            <ac:spMk id="16" creationId="{7E4AA141-9772-4CA7-1B0B-156325459D4A}"/>
          </ac:spMkLst>
        </pc:spChg>
        <pc:spChg chg="del">
          <ac:chgData name="Emilio Herrera Trujillo" userId="968374b4-bfd7-409d-b4bc-f1e0894ffdf7" providerId="ADAL" clId="{4E781BA7-559B-434C-A55C-8954132D3589}" dt="2023-02-14T17:18:19.362" v="4347" actId="478"/>
          <ac:spMkLst>
            <pc:docMk/>
            <pc:sldMk cId="191891023" sldId="303"/>
            <ac:spMk id="17" creationId="{B58BFF4D-206B-EBBA-55BE-12CD34E21470}"/>
          </ac:spMkLst>
        </pc:spChg>
        <pc:spChg chg="del">
          <ac:chgData name="Emilio Herrera Trujillo" userId="968374b4-bfd7-409d-b4bc-f1e0894ffdf7" providerId="ADAL" clId="{4E781BA7-559B-434C-A55C-8954132D3589}" dt="2023-02-14T17:18:19.362" v="4347" actId="478"/>
          <ac:spMkLst>
            <pc:docMk/>
            <pc:sldMk cId="191891023" sldId="303"/>
            <ac:spMk id="18" creationId="{A9F916FA-AAF7-9E16-FD51-777A2979B48B}"/>
          </ac:spMkLst>
        </pc:spChg>
        <pc:picChg chg="del">
          <ac:chgData name="Emilio Herrera Trujillo" userId="968374b4-bfd7-409d-b4bc-f1e0894ffdf7" providerId="ADAL" clId="{4E781BA7-559B-434C-A55C-8954132D3589}" dt="2023-02-14T17:18:21.319" v="4348" actId="478"/>
          <ac:picMkLst>
            <pc:docMk/>
            <pc:sldMk cId="191891023" sldId="303"/>
            <ac:picMk id="6" creationId="{90DA0D92-69C8-8CC4-E019-BB7E12B27DAD}"/>
          </ac:picMkLst>
        </pc:picChg>
      </pc:sldChg>
      <pc:sldChg chg="addSp modSp add del mod">
        <pc:chgData name="Emilio Herrera Trujillo" userId="968374b4-bfd7-409d-b4bc-f1e0894ffdf7" providerId="ADAL" clId="{4E781BA7-559B-434C-A55C-8954132D3589}" dt="2023-02-22T00:35:14.660" v="6255" actId="47"/>
        <pc:sldMkLst>
          <pc:docMk/>
          <pc:sldMk cId="3396402495" sldId="304"/>
        </pc:sldMkLst>
        <pc:spChg chg="add mod">
          <ac:chgData name="Emilio Herrera Trujillo" userId="968374b4-bfd7-409d-b4bc-f1e0894ffdf7" providerId="ADAL" clId="{4E781BA7-559B-434C-A55C-8954132D3589}" dt="2023-02-14T17:25:26.253" v="4388" actId="693"/>
          <ac:spMkLst>
            <pc:docMk/>
            <pc:sldMk cId="3396402495" sldId="304"/>
            <ac:spMk id="3" creationId="{39E7B3D4-87E1-2974-2588-1098840277E1}"/>
          </ac:spMkLst>
        </pc:spChg>
        <pc:spChg chg="mod">
          <ac:chgData name="Emilio Herrera Trujillo" userId="968374b4-bfd7-409d-b4bc-f1e0894ffdf7" providerId="ADAL" clId="{4E781BA7-559B-434C-A55C-8954132D3589}" dt="2023-02-14T17:24:38.659" v="4383" actId="114"/>
          <ac:spMkLst>
            <pc:docMk/>
            <pc:sldMk cId="3396402495" sldId="304"/>
            <ac:spMk id="7" creationId="{4FF52C49-B82F-094E-1F20-AD86CAA917B4}"/>
          </ac:spMkLst>
        </pc:spChg>
        <pc:spChg chg="mod">
          <ac:chgData name="Emilio Herrera Trujillo" userId="968374b4-bfd7-409d-b4bc-f1e0894ffdf7" providerId="ADAL" clId="{4E781BA7-559B-434C-A55C-8954132D3589}" dt="2023-02-14T17:23:45.327" v="4367" actId="164"/>
          <ac:spMkLst>
            <pc:docMk/>
            <pc:sldMk cId="3396402495" sldId="304"/>
            <ac:spMk id="11" creationId="{6CCC52EE-5CDF-CB0C-D27E-2A34E89C883A}"/>
          </ac:spMkLst>
        </pc:spChg>
        <pc:grpChg chg="add mod">
          <ac:chgData name="Emilio Herrera Trujillo" userId="968374b4-bfd7-409d-b4bc-f1e0894ffdf7" providerId="ADAL" clId="{4E781BA7-559B-434C-A55C-8954132D3589}" dt="2023-02-14T17:23:45.327" v="4367" actId="164"/>
          <ac:grpSpMkLst>
            <pc:docMk/>
            <pc:sldMk cId="3396402495" sldId="304"/>
            <ac:grpSpMk id="2" creationId="{EA6B7539-A324-E73B-B6AD-4359C0238FB9}"/>
          </ac:grpSpMkLst>
        </pc:grpChg>
        <pc:picChg chg="mod">
          <ac:chgData name="Emilio Herrera Trujillo" userId="968374b4-bfd7-409d-b4bc-f1e0894ffdf7" providerId="ADAL" clId="{4E781BA7-559B-434C-A55C-8954132D3589}" dt="2023-02-14T17:23:45.327" v="4367" actId="164"/>
          <ac:picMkLst>
            <pc:docMk/>
            <pc:sldMk cId="3396402495" sldId="304"/>
            <ac:picMk id="9" creationId="{4E3C2D6F-421E-B470-2FE3-1700A7549907}"/>
          </ac:picMkLst>
        </pc:picChg>
      </pc:sldChg>
      <pc:sldChg chg="modSp add del mod">
        <pc:chgData name="Emilio Herrera Trujillo" userId="968374b4-bfd7-409d-b4bc-f1e0894ffdf7" providerId="ADAL" clId="{4E781BA7-559B-434C-A55C-8954132D3589}" dt="2023-02-22T00:35:14.660" v="6255" actId="47"/>
        <pc:sldMkLst>
          <pc:docMk/>
          <pc:sldMk cId="3606217996" sldId="305"/>
        </pc:sldMkLst>
        <pc:spChg chg="mod">
          <ac:chgData name="Emilio Herrera Trujillo" userId="968374b4-bfd7-409d-b4bc-f1e0894ffdf7" providerId="ADAL" clId="{4E781BA7-559B-434C-A55C-8954132D3589}" dt="2023-02-14T17:26:51.102" v="4390" actId="1076"/>
          <ac:spMkLst>
            <pc:docMk/>
            <pc:sldMk cId="3606217996" sldId="305"/>
            <ac:spMk id="3" creationId="{39E7B3D4-87E1-2974-2588-1098840277E1}"/>
          </ac:spMkLst>
        </pc:spChg>
        <pc:spChg chg="mod">
          <ac:chgData name="Emilio Herrera Trujillo" userId="968374b4-bfd7-409d-b4bc-f1e0894ffdf7" providerId="ADAL" clId="{4E781BA7-559B-434C-A55C-8954132D3589}" dt="2023-02-14T17:43:25.253" v="4454" actId="1076"/>
          <ac:spMkLst>
            <pc:docMk/>
            <pc:sldMk cId="3606217996" sldId="305"/>
            <ac:spMk id="7" creationId="{4FF52C49-B82F-094E-1F20-AD86CAA917B4}"/>
          </ac:spMkLst>
        </pc:spChg>
      </pc:sldChg>
      <pc:sldChg chg="modSp add del mod">
        <pc:chgData name="Emilio Herrera Trujillo" userId="968374b4-bfd7-409d-b4bc-f1e0894ffdf7" providerId="ADAL" clId="{4E781BA7-559B-434C-A55C-8954132D3589}" dt="2023-02-22T00:35:14.660" v="6255" actId="47"/>
        <pc:sldMkLst>
          <pc:docMk/>
          <pc:sldMk cId="1214809668" sldId="306"/>
        </pc:sldMkLst>
        <pc:spChg chg="mod">
          <ac:chgData name="Emilio Herrera Trujillo" userId="968374b4-bfd7-409d-b4bc-f1e0894ffdf7" providerId="ADAL" clId="{4E781BA7-559B-434C-A55C-8954132D3589}" dt="2023-02-14T17:43:43.842" v="4458" actId="1076"/>
          <ac:spMkLst>
            <pc:docMk/>
            <pc:sldMk cId="1214809668" sldId="306"/>
            <ac:spMk id="3" creationId="{39E7B3D4-87E1-2974-2588-1098840277E1}"/>
          </ac:spMkLst>
        </pc:spChg>
        <pc:spChg chg="mod">
          <ac:chgData name="Emilio Herrera Trujillo" userId="968374b4-bfd7-409d-b4bc-f1e0894ffdf7" providerId="ADAL" clId="{4E781BA7-559B-434C-A55C-8954132D3589}" dt="2023-02-14T18:29:32.631" v="4561" actId="6549"/>
          <ac:spMkLst>
            <pc:docMk/>
            <pc:sldMk cId="1214809668" sldId="306"/>
            <ac:spMk id="7" creationId="{4FF52C49-B82F-094E-1F20-AD86CAA917B4}"/>
          </ac:spMkLst>
        </pc:spChg>
        <pc:grpChg chg="mod">
          <ac:chgData name="Emilio Herrera Trujillo" userId="968374b4-bfd7-409d-b4bc-f1e0894ffdf7" providerId="ADAL" clId="{4E781BA7-559B-434C-A55C-8954132D3589}" dt="2023-02-14T17:43:33.703" v="4457" actId="1076"/>
          <ac:grpSpMkLst>
            <pc:docMk/>
            <pc:sldMk cId="1214809668" sldId="306"/>
            <ac:grpSpMk id="2" creationId="{EA6B7539-A324-E73B-B6AD-4359C0238FB9}"/>
          </ac:grpSpMkLst>
        </pc:grpChg>
      </pc:sldChg>
      <pc:sldChg chg="addSp delSp modSp add mod">
        <pc:chgData name="Emilio Herrera Trujillo" userId="968374b4-bfd7-409d-b4bc-f1e0894ffdf7" providerId="ADAL" clId="{4E781BA7-559B-434C-A55C-8954132D3589}" dt="2023-02-14T18:31:41.195" v="4570" actId="1076"/>
        <pc:sldMkLst>
          <pc:docMk/>
          <pc:sldMk cId="3623540294" sldId="307"/>
        </pc:sldMkLst>
        <pc:spChg chg="del">
          <ac:chgData name="Emilio Herrera Trujillo" userId="968374b4-bfd7-409d-b4bc-f1e0894ffdf7" providerId="ADAL" clId="{4E781BA7-559B-434C-A55C-8954132D3589}" dt="2023-02-14T18:31:14.935" v="4565" actId="478"/>
          <ac:spMkLst>
            <pc:docMk/>
            <pc:sldMk cId="3623540294" sldId="307"/>
            <ac:spMk id="8" creationId="{29E89CF6-DD5B-199A-B12C-FBCDFD7F1002}"/>
          </ac:spMkLst>
        </pc:spChg>
        <pc:spChg chg="del">
          <ac:chgData name="Emilio Herrera Trujillo" userId="968374b4-bfd7-409d-b4bc-f1e0894ffdf7" providerId="ADAL" clId="{4E781BA7-559B-434C-A55C-8954132D3589}" dt="2023-02-14T18:31:09.233" v="4563" actId="478"/>
          <ac:spMkLst>
            <pc:docMk/>
            <pc:sldMk cId="3623540294" sldId="307"/>
            <ac:spMk id="12" creationId="{64F05311-A21C-028F-79C3-3C6676BA4304}"/>
          </ac:spMkLst>
        </pc:spChg>
        <pc:spChg chg="del">
          <ac:chgData name="Emilio Herrera Trujillo" userId="968374b4-bfd7-409d-b4bc-f1e0894ffdf7" providerId="ADAL" clId="{4E781BA7-559B-434C-A55C-8954132D3589}" dt="2023-02-14T18:31:09.233" v="4563" actId="478"/>
          <ac:spMkLst>
            <pc:docMk/>
            <pc:sldMk cId="3623540294" sldId="307"/>
            <ac:spMk id="13" creationId="{6B291282-40AF-4596-9191-2D9CAE0CE975}"/>
          </ac:spMkLst>
        </pc:spChg>
        <pc:spChg chg="del">
          <ac:chgData name="Emilio Herrera Trujillo" userId="968374b4-bfd7-409d-b4bc-f1e0894ffdf7" providerId="ADAL" clId="{4E781BA7-559B-434C-A55C-8954132D3589}" dt="2023-02-14T18:31:09.233" v="4563" actId="478"/>
          <ac:spMkLst>
            <pc:docMk/>
            <pc:sldMk cId="3623540294" sldId="307"/>
            <ac:spMk id="14" creationId="{1B432BE8-12E1-62B3-F262-FB91F8654F5E}"/>
          </ac:spMkLst>
        </pc:spChg>
        <pc:spChg chg="del">
          <ac:chgData name="Emilio Herrera Trujillo" userId="968374b4-bfd7-409d-b4bc-f1e0894ffdf7" providerId="ADAL" clId="{4E781BA7-559B-434C-A55C-8954132D3589}" dt="2023-02-14T18:31:09.233" v="4563" actId="478"/>
          <ac:spMkLst>
            <pc:docMk/>
            <pc:sldMk cId="3623540294" sldId="307"/>
            <ac:spMk id="15" creationId="{A8E6F313-FF16-26BF-9C86-C1A1F7735F5C}"/>
          </ac:spMkLst>
        </pc:spChg>
        <pc:spChg chg="del">
          <ac:chgData name="Emilio Herrera Trujillo" userId="968374b4-bfd7-409d-b4bc-f1e0894ffdf7" providerId="ADAL" clId="{4E781BA7-559B-434C-A55C-8954132D3589}" dt="2023-02-14T18:31:09.233" v="4563" actId="478"/>
          <ac:spMkLst>
            <pc:docMk/>
            <pc:sldMk cId="3623540294" sldId="307"/>
            <ac:spMk id="16" creationId="{7E4AA141-9772-4CA7-1B0B-156325459D4A}"/>
          </ac:spMkLst>
        </pc:spChg>
        <pc:spChg chg="del">
          <ac:chgData name="Emilio Herrera Trujillo" userId="968374b4-bfd7-409d-b4bc-f1e0894ffdf7" providerId="ADAL" clId="{4E781BA7-559B-434C-A55C-8954132D3589}" dt="2023-02-14T18:31:09.233" v="4563" actId="478"/>
          <ac:spMkLst>
            <pc:docMk/>
            <pc:sldMk cId="3623540294" sldId="307"/>
            <ac:spMk id="17" creationId="{B58BFF4D-206B-EBBA-55BE-12CD34E21470}"/>
          </ac:spMkLst>
        </pc:spChg>
        <pc:spChg chg="del">
          <ac:chgData name="Emilio Herrera Trujillo" userId="968374b4-bfd7-409d-b4bc-f1e0894ffdf7" providerId="ADAL" clId="{4E781BA7-559B-434C-A55C-8954132D3589}" dt="2023-02-14T18:31:09.233" v="4563" actId="478"/>
          <ac:spMkLst>
            <pc:docMk/>
            <pc:sldMk cId="3623540294" sldId="307"/>
            <ac:spMk id="18" creationId="{A9F916FA-AAF7-9E16-FD51-777A2979B48B}"/>
          </ac:spMkLst>
        </pc:spChg>
        <pc:picChg chg="add mod">
          <ac:chgData name="Emilio Herrera Trujillo" userId="968374b4-bfd7-409d-b4bc-f1e0894ffdf7" providerId="ADAL" clId="{4E781BA7-559B-434C-A55C-8954132D3589}" dt="2023-02-14T18:31:25.489" v="4568" actId="1076"/>
          <ac:picMkLst>
            <pc:docMk/>
            <pc:sldMk cId="3623540294" sldId="307"/>
            <ac:picMk id="3" creationId="{6F2251AC-FC60-6FA9-854B-A9A56A0001E2}"/>
          </ac:picMkLst>
        </pc:picChg>
        <pc:picChg chg="del">
          <ac:chgData name="Emilio Herrera Trujillo" userId="968374b4-bfd7-409d-b4bc-f1e0894ffdf7" providerId="ADAL" clId="{4E781BA7-559B-434C-A55C-8954132D3589}" dt="2023-02-14T18:31:11.303" v="4564" actId="478"/>
          <ac:picMkLst>
            <pc:docMk/>
            <pc:sldMk cId="3623540294" sldId="307"/>
            <ac:picMk id="6" creationId="{90DA0D92-69C8-8CC4-E019-BB7E12B27DAD}"/>
          </ac:picMkLst>
        </pc:picChg>
        <pc:picChg chg="add mod">
          <ac:chgData name="Emilio Herrera Trujillo" userId="968374b4-bfd7-409d-b4bc-f1e0894ffdf7" providerId="ADAL" clId="{4E781BA7-559B-434C-A55C-8954132D3589}" dt="2023-02-14T18:31:41.195" v="4570" actId="1076"/>
          <ac:picMkLst>
            <pc:docMk/>
            <pc:sldMk cId="3623540294" sldId="307"/>
            <ac:picMk id="9" creationId="{94FDDF60-D67A-D07E-B8A9-4CE2E0404756}"/>
          </ac:picMkLst>
        </pc:picChg>
      </pc:sldChg>
      <pc:sldChg chg="add 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3187818657" sldId="308"/>
        </pc:sldMkLst>
      </pc:sldChg>
      <pc:sldChg chg="add 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2436524259" sldId="309"/>
        </pc:sldMkLst>
      </pc:sldChg>
      <pc:sldChg chg="add del">
        <pc:chgData name="Emilio Herrera Trujillo" userId="968374b4-bfd7-409d-b4bc-f1e0894ffdf7" providerId="ADAL" clId="{4E781BA7-559B-434C-A55C-8954132D3589}" dt="2023-02-21T23:36:13.017" v="6141" actId="47"/>
        <pc:sldMkLst>
          <pc:docMk/>
          <pc:sldMk cId="1641443452" sldId="310"/>
        </pc:sldMkLst>
      </pc:sldChg>
      <pc:sldChg chg="addSp delSp modSp add mod">
        <pc:chgData name="Emilio Herrera Trujillo" userId="968374b4-bfd7-409d-b4bc-f1e0894ffdf7" providerId="ADAL" clId="{4E781BA7-559B-434C-A55C-8954132D3589}" dt="2023-02-20T04:03:52.695" v="4693" actId="1076"/>
        <pc:sldMkLst>
          <pc:docMk/>
          <pc:sldMk cId="2121231776" sldId="311"/>
        </pc:sldMkLst>
        <pc:spChg chg="add mod">
          <ac:chgData name="Emilio Herrera Trujillo" userId="968374b4-bfd7-409d-b4bc-f1e0894ffdf7" providerId="ADAL" clId="{4E781BA7-559B-434C-A55C-8954132D3589}" dt="2023-02-20T04:03:52.695" v="4693" actId="1076"/>
          <ac:spMkLst>
            <pc:docMk/>
            <pc:sldMk cId="2121231776" sldId="311"/>
            <ac:spMk id="2" creationId="{1326A642-59E4-F9FD-DAE0-EE353B79D359}"/>
          </ac:spMkLst>
        </pc:spChg>
        <pc:spChg chg="mod">
          <ac:chgData name="Emilio Herrera Trujillo" userId="968374b4-bfd7-409d-b4bc-f1e0894ffdf7" providerId="ADAL" clId="{4E781BA7-559B-434C-A55C-8954132D3589}" dt="2023-02-20T03:56:08.811" v="4653" actId="1076"/>
          <ac:spMkLst>
            <pc:docMk/>
            <pc:sldMk cId="2121231776" sldId="311"/>
            <ac:spMk id="10" creationId="{F8D9CD12-9A00-6CA0-63A3-F67B7089D467}"/>
          </ac:spMkLst>
        </pc:spChg>
        <pc:picChg chg="del">
          <ac:chgData name="Emilio Herrera Trujillo" userId="968374b4-bfd7-409d-b4bc-f1e0894ffdf7" providerId="ADAL" clId="{4E781BA7-559B-434C-A55C-8954132D3589}" dt="2023-02-20T03:55:30.497" v="4646" actId="478"/>
          <ac:picMkLst>
            <pc:docMk/>
            <pc:sldMk cId="2121231776" sldId="311"/>
            <ac:picMk id="6" creationId="{CC9275E0-0FD9-5426-F30E-1ADD091D0092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20T05:39:47.343" v="5705" actId="478"/>
        <pc:sldMkLst>
          <pc:docMk/>
          <pc:sldMk cId="2541359004" sldId="312"/>
        </pc:sldMkLst>
        <pc:spChg chg="mod">
          <ac:chgData name="Emilio Herrera Trujillo" userId="968374b4-bfd7-409d-b4bc-f1e0894ffdf7" providerId="ADAL" clId="{4E781BA7-559B-434C-A55C-8954132D3589}" dt="2023-02-20T04:21:27.505" v="5411" actId="207"/>
          <ac:spMkLst>
            <pc:docMk/>
            <pc:sldMk cId="2541359004" sldId="312"/>
            <ac:spMk id="2" creationId="{1326A642-59E4-F9FD-DAE0-EE353B79D359}"/>
          </ac:spMkLst>
        </pc:spChg>
        <pc:spChg chg="add mod">
          <ac:chgData name="Emilio Herrera Trujillo" userId="968374b4-bfd7-409d-b4bc-f1e0894ffdf7" providerId="ADAL" clId="{4E781BA7-559B-434C-A55C-8954132D3589}" dt="2023-02-20T04:17:35.923" v="5273" actId="1076"/>
          <ac:spMkLst>
            <pc:docMk/>
            <pc:sldMk cId="2541359004" sldId="312"/>
            <ac:spMk id="3" creationId="{45BB48DF-518E-37B8-2124-26CCCAA341B4}"/>
          </ac:spMkLst>
        </pc:spChg>
        <pc:spChg chg="add mod">
          <ac:chgData name="Emilio Herrera Trujillo" userId="968374b4-bfd7-409d-b4bc-f1e0894ffdf7" providerId="ADAL" clId="{4E781BA7-559B-434C-A55C-8954132D3589}" dt="2023-02-20T04:24:19.769" v="5431" actId="208"/>
          <ac:spMkLst>
            <pc:docMk/>
            <pc:sldMk cId="2541359004" sldId="312"/>
            <ac:spMk id="6" creationId="{13BC4C0E-E7D2-EF11-C07A-C6D7085186D9}"/>
          </ac:spMkLst>
        </pc:spChg>
        <pc:spChg chg="add mod">
          <ac:chgData name="Emilio Herrera Trujillo" userId="968374b4-bfd7-409d-b4bc-f1e0894ffdf7" providerId="ADAL" clId="{4E781BA7-559B-434C-A55C-8954132D3589}" dt="2023-02-20T04:24:19.769" v="5431" actId="208"/>
          <ac:spMkLst>
            <pc:docMk/>
            <pc:sldMk cId="2541359004" sldId="312"/>
            <ac:spMk id="7" creationId="{2895E184-4967-B00A-C995-02B22D125C81}"/>
          </ac:spMkLst>
        </pc:spChg>
        <pc:spChg chg="add mod">
          <ac:chgData name="Emilio Herrera Trujillo" userId="968374b4-bfd7-409d-b4bc-f1e0894ffdf7" providerId="ADAL" clId="{4E781BA7-559B-434C-A55C-8954132D3589}" dt="2023-02-20T04:21:07.741" v="5409" actId="208"/>
          <ac:spMkLst>
            <pc:docMk/>
            <pc:sldMk cId="2541359004" sldId="312"/>
            <ac:spMk id="8" creationId="{91422A05-C8D8-1929-9B8E-9AA7F3A885EC}"/>
          </ac:spMkLst>
        </pc:spChg>
        <pc:spChg chg="add mod">
          <ac:chgData name="Emilio Herrera Trujillo" userId="968374b4-bfd7-409d-b4bc-f1e0894ffdf7" providerId="ADAL" clId="{4E781BA7-559B-434C-A55C-8954132D3589}" dt="2023-02-20T04:24:19.769" v="5431" actId="208"/>
          <ac:spMkLst>
            <pc:docMk/>
            <pc:sldMk cId="2541359004" sldId="312"/>
            <ac:spMk id="9" creationId="{D1EE2B23-D0DB-C2F5-1155-C4ED68EC04A3}"/>
          </ac:spMkLst>
        </pc:spChg>
        <pc:spChg chg="del">
          <ac:chgData name="Emilio Herrera Trujillo" userId="968374b4-bfd7-409d-b4bc-f1e0894ffdf7" providerId="ADAL" clId="{4E781BA7-559B-434C-A55C-8954132D3589}" dt="2023-02-20T05:39:47.343" v="5705" actId="478"/>
          <ac:spMkLst>
            <pc:docMk/>
            <pc:sldMk cId="2541359004" sldId="312"/>
            <ac:spMk id="10" creationId="{F8D9CD12-9A00-6CA0-63A3-F67B7089D467}"/>
          </ac:spMkLst>
        </pc:spChg>
        <pc:spChg chg="add mod">
          <ac:chgData name="Emilio Herrera Trujillo" userId="968374b4-bfd7-409d-b4bc-f1e0894ffdf7" providerId="ADAL" clId="{4E781BA7-559B-434C-A55C-8954132D3589}" dt="2023-02-20T04:17:35.923" v="5273" actId="1076"/>
          <ac:spMkLst>
            <pc:docMk/>
            <pc:sldMk cId="2541359004" sldId="312"/>
            <ac:spMk id="11" creationId="{01AB401B-B707-7F8E-2B7C-AFC508333638}"/>
          </ac:spMkLst>
        </pc:spChg>
        <pc:spChg chg="add mod">
          <ac:chgData name="Emilio Herrera Trujillo" userId="968374b4-bfd7-409d-b4bc-f1e0894ffdf7" providerId="ADAL" clId="{4E781BA7-559B-434C-A55C-8954132D3589}" dt="2023-02-20T04:19:39.181" v="5396" actId="5793"/>
          <ac:spMkLst>
            <pc:docMk/>
            <pc:sldMk cId="2541359004" sldId="312"/>
            <ac:spMk id="12" creationId="{4F1BC64B-000E-41C0-A16F-4D8C800CA3A9}"/>
          </ac:spMkLst>
        </pc:spChg>
        <pc:spChg chg="add">
          <ac:chgData name="Emilio Herrera Trujillo" userId="968374b4-bfd7-409d-b4bc-f1e0894ffdf7" providerId="ADAL" clId="{4E781BA7-559B-434C-A55C-8954132D3589}" dt="2023-02-20T04:18:05.091" v="5279" actId="11529"/>
          <ac:spMkLst>
            <pc:docMk/>
            <pc:sldMk cId="2541359004" sldId="312"/>
            <ac:spMk id="15" creationId="{32DFC4BD-DBB3-4EBF-3E5F-D6B1B39220DC}"/>
          </ac:spMkLst>
        </pc:spChg>
        <pc:spChg chg="add mod">
          <ac:chgData name="Emilio Herrera Trujillo" userId="968374b4-bfd7-409d-b4bc-f1e0894ffdf7" providerId="ADAL" clId="{4E781BA7-559B-434C-A55C-8954132D3589}" dt="2023-02-20T04:18:50.383" v="5359" actId="114"/>
          <ac:spMkLst>
            <pc:docMk/>
            <pc:sldMk cId="2541359004" sldId="312"/>
            <ac:spMk id="16" creationId="{61358E91-C338-FFA0-F41C-9266DF42F24F}"/>
          </ac:spMkLst>
        </pc:spChg>
        <pc:picChg chg="add mod">
          <ac:chgData name="Emilio Herrera Trujillo" userId="968374b4-bfd7-409d-b4bc-f1e0894ffdf7" providerId="ADAL" clId="{4E781BA7-559B-434C-A55C-8954132D3589}" dt="2023-02-20T04:17:52.860" v="5278" actId="1076"/>
          <ac:picMkLst>
            <pc:docMk/>
            <pc:sldMk cId="2541359004" sldId="312"/>
            <ac:picMk id="14" creationId="{35A1F09A-FA92-36BF-B53F-AC764BCA78EC}"/>
          </ac:picMkLst>
        </pc:picChg>
      </pc:sldChg>
      <pc:sldChg chg="delSp modSp add mod">
        <pc:chgData name="Emilio Herrera Trujillo" userId="968374b4-bfd7-409d-b4bc-f1e0894ffdf7" providerId="ADAL" clId="{4E781BA7-559B-434C-A55C-8954132D3589}" dt="2023-02-20T05:39:41.792" v="5704" actId="478"/>
        <pc:sldMkLst>
          <pc:docMk/>
          <pc:sldMk cId="1069728206" sldId="313"/>
        </pc:sldMkLst>
        <pc:spChg chg="del">
          <ac:chgData name="Emilio Herrera Trujillo" userId="968374b4-bfd7-409d-b4bc-f1e0894ffdf7" providerId="ADAL" clId="{4E781BA7-559B-434C-A55C-8954132D3589}" dt="2023-02-20T04:20:21.072" v="5398" actId="478"/>
          <ac:spMkLst>
            <pc:docMk/>
            <pc:sldMk cId="1069728206" sldId="313"/>
            <ac:spMk id="2" creationId="{1326A642-59E4-F9FD-DAE0-EE353B79D359}"/>
          </ac:spMkLst>
        </pc:spChg>
        <pc:spChg chg="mod">
          <ac:chgData name="Emilio Herrera Trujillo" userId="968374b4-bfd7-409d-b4bc-f1e0894ffdf7" providerId="ADAL" clId="{4E781BA7-559B-434C-A55C-8954132D3589}" dt="2023-02-20T04:20:28.891" v="5399" actId="1076"/>
          <ac:spMkLst>
            <pc:docMk/>
            <pc:sldMk cId="1069728206" sldId="313"/>
            <ac:spMk id="3" creationId="{45BB48DF-518E-37B8-2124-26CCCAA341B4}"/>
          </ac:spMkLst>
        </pc:spChg>
        <pc:spChg chg="mod">
          <ac:chgData name="Emilio Herrera Trujillo" userId="968374b4-bfd7-409d-b4bc-f1e0894ffdf7" providerId="ADAL" clId="{4E781BA7-559B-434C-A55C-8954132D3589}" dt="2023-02-20T04:24:12.479" v="5429" actId="208"/>
          <ac:spMkLst>
            <pc:docMk/>
            <pc:sldMk cId="1069728206" sldId="313"/>
            <ac:spMk id="6" creationId="{13BC4C0E-E7D2-EF11-C07A-C6D7085186D9}"/>
          </ac:spMkLst>
        </pc:spChg>
        <pc:spChg chg="mod">
          <ac:chgData name="Emilio Herrera Trujillo" userId="968374b4-bfd7-409d-b4bc-f1e0894ffdf7" providerId="ADAL" clId="{4E781BA7-559B-434C-A55C-8954132D3589}" dt="2023-02-20T04:24:12.479" v="5429" actId="208"/>
          <ac:spMkLst>
            <pc:docMk/>
            <pc:sldMk cId="1069728206" sldId="313"/>
            <ac:spMk id="7" creationId="{2895E184-4967-B00A-C995-02B22D125C81}"/>
          </ac:spMkLst>
        </pc:spChg>
        <pc:spChg chg="mod">
          <ac:chgData name="Emilio Herrera Trujillo" userId="968374b4-bfd7-409d-b4bc-f1e0894ffdf7" providerId="ADAL" clId="{4E781BA7-559B-434C-A55C-8954132D3589}" dt="2023-02-20T04:24:12.479" v="5429" actId="208"/>
          <ac:spMkLst>
            <pc:docMk/>
            <pc:sldMk cId="1069728206" sldId="313"/>
            <ac:spMk id="8" creationId="{91422A05-C8D8-1929-9B8E-9AA7F3A885EC}"/>
          </ac:spMkLst>
        </pc:spChg>
        <pc:spChg chg="mod">
          <ac:chgData name="Emilio Herrera Trujillo" userId="968374b4-bfd7-409d-b4bc-f1e0894ffdf7" providerId="ADAL" clId="{4E781BA7-559B-434C-A55C-8954132D3589}" dt="2023-02-20T04:24:12.479" v="5429" actId="208"/>
          <ac:spMkLst>
            <pc:docMk/>
            <pc:sldMk cId="1069728206" sldId="313"/>
            <ac:spMk id="9" creationId="{D1EE2B23-D0DB-C2F5-1155-C4ED68EC04A3}"/>
          </ac:spMkLst>
        </pc:spChg>
        <pc:spChg chg="del mod">
          <ac:chgData name="Emilio Herrera Trujillo" userId="968374b4-bfd7-409d-b4bc-f1e0894ffdf7" providerId="ADAL" clId="{4E781BA7-559B-434C-A55C-8954132D3589}" dt="2023-02-20T05:39:41.792" v="5704" actId="478"/>
          <ac:spMkLst>
            <pc:docMk/>
            <pc:sldMk cId="1069728206" sldId="313"/>
            <ac:spMk id="10" creationId="{F8D9CD12-9A00-6CA0-63A3-F67B7089D467}"/>
          </ac:spMkLst>
        </pc:spChg>
        <pc:spChg chg="mod">
          <ac:chgData name="Emilio Herrera Trujillo" userId="968374b4-bfd7-409d-b4bc-f1e0894ffdf7" providerId="ADAL" clId="{4E781BA7-559B-434C-A55C-8954132D3589}" dt="2023-02-20T04:20:28.891" v="5399" actId="1076"/>
          <ac:spMkLst>
            <pc:docMk/>
            <pc:sldMk cId="1069728206" sldId="313"/>
            <ac:spMk id="11" creationId="{01AB401B-B707-7F8E-2B7C-AFC508333638}"/>
          </ac:spMkLst>
        </pc:spChg>
        <pc:spChg chg="mod">
          <ac:chgData name="Emilio Herrera Trujillo" userId="968374b4-bfd7-409d-b4bc-f1e0894ffdf7" providerId="ADAL" clId="{4E781BA7-559B-434C-A55C-8954132D3589}" dt="2023-02-20T04:20:28.891" v="5399" actId="1076"/>
          <ac:spMkLst>
            <pc:docMk/>
            <pc:sldMk cId="1069728206" sldId="313"/>
            <ac:spMk id="12" creationId="{4F1BC64B-000E-41C0-A16F-4D8C800CA3A9}"/>
          </ac:spMkLst>
        </pc:spChg>
        <pc:spChg chg="mod">
          <ac:chgData name="Emilio Herrera Trujillo" userId="968374b4-bfd7-409d-b4bc-f1e0894ffdf7" providerId="ADAL" clId="{4E781BA7-559B-434C-A55C-8954132D3589}" dt="2023-02-20T04:20:28.891" v="5399" actId="1076"/>
          <ac:spMkLst>
            <pc:docMk/>
            <pc:sldMk cId="1069728206" sldId="313"/>
            <ac:spMk id="15" creationId="{32DFC4BD-DBB3-4EBF-3E5F-D6B1B39220DC}"/>
          </ac:spMkLst>
        </pc:spChg>
        <pc:spChg chg="mod">
          <ac:chgData name="Emilio Herrera Trujillo" userId="968374b4-bfd7-409d-b4bc-f1e0894ffdf7" providerId="ADAL" clId="{4E781BA7-559B-434C-A55C-8954132D3589}" dt="2023-02-20T04:20:28.891" v="5399" actId="1076"/>
          <ac:spMkLst>
            <pc:docMk/>
            <pc:sldMk cId="1069728206" sldId="313"/>
            <ac:spMk id="16" creationId="{61358E91-C338-FFA0-F41C-9266DF42F24F}"/>
          </ac:spMkLst>
        </pc:spChg>
        <pc:picChg chg="mod">
          <ac:chgData name="Emilio Herrera Trujillo" userId="968374b4-bfd7-409d-b4bc-f1e0894ffdf7" providerId="ADAL" clId="{4E781BA7-559B-434C-A55C-8954132D3589}" dt="2023-02-20T04:20:28.891" v="5399" actId="1076"/>
          <ac:picMkLst>
            <pc:docMk/>
            <pc:sldMk cId="1069728206" sldId="313"/>
            <ac:picMk id="14" creationId="{35A1F09A-FA92-36BF-B53F-AC764BCA78EC}"/>
          </ac:picMkLst>
        </pc:picChg>
      </pc:sldChg>
      <pc:sldChg chg="addSp delSp modSp add mod">
        <pc:chgData name="Emilio Herrera Trujillo" userId="968374b4-bfd7-409d-b4bc-f1e0894ffdf7" providerId="ADAL" clId="{4E781BA7-559B-434C-A55C-8954132D3589}" dt="2023-02-20T05:39:51.186" v="5706" actId="478"/>
        <pc:sldMkLst>
          <pc:docMk/>
          <pc:sldMk cId="1291356932" sldId="314"/>
        </pc:sldMkLst>
        <pc:spChg chg="mod">
          <ac:chgData name="Emilio Herrera Trujillo" userId="968374b4-bfd7-409d-b4bc-f1e0894ffdf7" providerId="ADAL" clId="{4E781BA7-559B-434C-A55C-8954132D3589}" dt="2023-02-20T04:24:33.779" v="5432" actId="207"/>
          <ac:spMkLst>
            <pc:docMk/>
            <pc:sldMk cId="1291356932" sldId="314"/>
            <ac:spMk id="6" creationId="{13BC4C0E-E7D2-EF11-C07A-C6D7085186D9}"/>
          </ac:spMkLst>
        </pc:spChg>
        <pc:spChg chg="mod">
          <ac:chgData name="Emilio Herrera Trujillo" userId="968374b4-bfd7-409d-b4bc-f1e0894ffdf7" providerId="ADAL" clId="{4E781BA7-559B-434C-A55C-8954132D3589}" dt="2023-02-20T04:24:33.779" v="5432" actId="207"/>
          <ac:spMkLst>
            <pc:docMk/>
            <pc:sldMk cId="1291356932" sldId="314"/>
            <ac:spMk id="7" creationId="{2895E184-4967-B00A-C995-02B22D125C81}"/>
          </ac:spMkLst>
        </pc:spChg>
        <pc:spChg chg="mod">
          <ac:chgData name="Emilio Herrera Trujillo" userId="968374b4-bfd7-409d-b4bc-f1e0894ffdf7" providerId="ADAL" clId="{4E781BA7-559B-434C-A55C-8954132D3589}" dt="2023-02-20T04:24:33.779" v="5432" actId="207"/>
          <ac:spMkLst>
            <pc:docMk/>
            <pc:sldMk cId="1291356932" sldId="314"/>
            <ac:spMk id="9" creationId="{D1EE2B23-D0DB-C2F5-1155-C4ED68EC04A3}"/>
          </ac:spMkLst>
        </pc:spChg>
        <pc:spChg chg="del">
          <ac:chgData name="Emilio Herrera Trujillo" userId="968374b4-bfd7-409d-b4bc-f1e0894ffdf7" providerId="ADAL" clId="{4E781BA7-559B-434C-A55C-8954132D3589}" dt="2023-02-20T05:39:51.186" v="5706" actId="478"/>
          <ac:spMkLst>
            <pc:docMk/>
            <pc:sldMk cId="1291356932" sldId="314"/>
            <ac:spMk id="10" creationId="{F8D9CD12-9A00-6CA0-63A3-F67B7089D467}"/>
          </ac:spMkLst>
        </pc:spChg>
        <pc:spChg chg="add mod">
          <ac:chgData name="Emilio Herrera Trujillo" userId="968374b4-bfd7-409d-b4bc-f1e0894ffdf7" providerId="ADAL" clId="{4E781BA7-559B-434C-A55C-8954132D3589}" dt="2023-02-20T04:25:54.216" v="5461" actId="1076"/>
          <ac:spMkLst>
            <pc:docMk/>
            <pc:sldMk cId="1291356932" sldId="314"/>
            <ac:spMk id="13" creationId="{D9BDE9E5-474E-D2C8-14D9-7D98C8967A4B}"/>
          </ac:spMkLst>
        </pc:spChg>
        <pc:spChg chg="add mod">
          <ac:chgData name="Emilio Herrera Trujillo" userId="968374b4-bfd7-409d-b4bc-f1e0894ffdf7" providerId="ADAL" clId="{4E781BA7-559B-434C-A55C-8954132D3589}" dt="2023-02-20T04:25:58.049" v="5467" actId="20577"/>
          <ac:spMkLst>
            <pc:docMk/>
            <pc:sldMk cId="1291356932" sldId="314"/>
            <ac:spMk id="17" creationId="{7A74DF20-5978-B6BC-79C7-0731BBA6053C}"/>
          </ac:spMkLst>
        </pc:spChg>
        <pc:spChg chg="add mod">
          <ac:chgData name="Emilio Herrera Trujillo" userId="968374b4-bfd7-409d-b4bc-f1e0894ffdf7" providerId="ADAL" clId="{4E781BA7-559B-434C-A55C-8954132D3589}" dt="2023-02-20T04:25:51.043" v="5460" actId="1076"/>
          <ac:spMkLst>
            <pc:docMk/>
            <pc:sldMk cId="1291356932" sldId="314"/>
            <ac:spMk id="18" creationId="{18DB876A-9B81-7CE5-CF7C-8A76B82BC26E}"/>
          </ac:spMkLst>
        </pc:spChg>
      </pc:sldChg>
      <pc:sldChg chg="addSp delSp modSp add del mod">
        <pc:chgData name="Emilio Herrera Trujillo" userId="968374b4-bfd7-409d-b4bc-f1e0894ffdf7" providerId="ADAL" clId="{4E781BA7-559B-434C-A55C-8954132D3589}" dt="2023-02-21T23:14:42.699" v="5712" actId="47"/>
        <pc:sldMkLst>
          <pc:docMk/>
          <pc:sldMk cId="1395603103" sldId="315"/>
        </pc:sldMkLst>
        <pc:spChg chg="mod">
          <ac:chgData name="Emilio Herrera Trujillo" userId="968374b4-bfd7-409d-b4bc-f1e0894ffdf7" providerId="ADAL" clId="{4E781BA7-559B-434C-A55C-8954132D3589}" dt="2023-02-20T04:24:51.923" v="5433" actId="207"/>
          <ac:spMkLst>
            <pc:docMk/>
            <pc:sldMk cId="1395603103" sldId="315"/>
            <ac:spMk id="6" creationId="{13BC4C0E-E7D2-EF11-C07A-C6D7085186D9}"/>
          </ac:spMkLst>
        </pc:spChg>
        <pc:spChg chg="mod">
          <ac:chgData name="Emilio Herrera Trujillo" userId="968374b4-bfd7-409d-b4bc-f1e0894ffdf7" providerId="ADAL" clId="{4E781BA7-559B-434C-A55C-8954132D3589}" dt="2023-02-20T04:24:51.923" v="5433" actId="207"/>
          <ac:spMkLst>
            <pc:docMk/>
            <pc:sldMk cId="1395603103" sldId="315"/>
            <ac:spMk id="7" creationId="{2895E184-4967-B00A-C995-02B22D125C81}"/>
          </ac:spMkLst>
        </pc:spChg>
        <pc:spChg chg="mod">
          <ac:chgData name="Emilio Herrera Trujillo" userId="968374b4-bfd7-409d-b4bc-f1e0894ffdf7" providerId="ADAL" clId="{4E781BA7-559B-434C-A55C-8954132D3589}" dt="2023-02-20T04:25:02.091" v="5435" actId="207"/>
          <ac:spMkLst>
            <pc:docMk/>
            <pc:sldMk cId="1395603103" sldId="315"/>
            <ac:spMk id="8" creationId="{91422A05-C8D8-1929-9B8E-9AA7F3A885EC}"/>
          </ac:spMkLst>
        </pc:spChg>
        <pc:spChg chg="mod">
          <ac:chgData name="Emilio Herrera Trujillo" userId="968374b4-bfd7-409d-b4bc-f1e0894ffdf7" providerId="ADAL" clId="{4E781BA7-559B-434C-A55C-8954132D3589}" dt="2023-02-20T04:24:51.923" v="5433" actId="207"/>
          <ac:spMkLst>
            <pc:docMk/>
            <pc:sldMk cId="1395603103" sldId="315"/>
            <ac:spMk id="9" creationId="{D1EE2B23-D0DB-C2F5-1155-C4ED68EC04A3}"/>
          </ac:spMkLst>
        </pc:spChg>
        <pc:spChg chg="del">
          <ac:chgData name="Emilio Herrera Trujillo" userId="968374b4-bfd7-409d-b4bc-f1e0894ffdf7" providerId="ADAL" clId="{4E781BA7-559B-434C-A55C-8954132D3589}" dt="2023-02-20T05:39:55.216" v="5707" actId="478"/>
          <ac:spMkLst>
            <pc:docMk/>
            <pc:sldMk cId="1395603103" sldId="315"/>
            <ac:spMk id="10" creationId="{F8D9CD12-9A00-6CA0-63A3-F67B7089D467}"/>
          </ac:spMkLst>
        </pc:spChg>
        <pc:spChg chg="del">
          <ac:chgData name="Emilio Herrera Trujillo" userId="968374b4-bfd7-409d-b4bc-f1e0894ffdf7" providerId="ADAL" clId="{4E781BA7-559B-434C-A55C-8954132D3589}" dt="2023-02-20T04:24:58.354" v="5434" actId="478"/>
          <ac:spMkLst>
            <pc:docMk/>
            <pc:sldMk cId="1395603103" sldId="315"/>
            <ac:spMk id="13" creationId="{D9BDE9E5-474E-D2C8-14D9-7D98C8967A4B}"/>
          </ac:spMkLst>
        </pc:spChg>
        <pc:spChg chg="add mod">
          <ac:chgData name="Emilio Herrera Trujillo" userId="968374b4-bfd7-409d-b4bc-f1e0894ffdf7" providerId="ADAL" clId="{4E781BA7-559B-434C-A55C-8954132D3589}" dt="2023-02-20T04:25:15.886" v="5454" actId="1076"/>
          <ac:spMkLst>
            <pc:docMk/>
            <pc:sldMk cId="1395603103" sldId="315"/>
            <ac:spMk id="17" creationId="{B2A9D38E-C3FE-E0E5-9593-607FAABDB9D6}"/>
          </ac:spMkLst>
        </pc:spChg>
        <pc:spChg chg="add mod">
          <ac:chgData name="Emilio Herrera Trujillo" userId="968374b4-bfd7-409d-b4bc-f1e0894ffdf7" providerId="ADAL" clId="{4E781BA7-559B-434C-A55C-8954132D3589}" dt="2023-02-20T04:25:35.464" v="5458" actId="1076"/>
          <ac:spMkLst>
            <pc:docMk/>
            <pc:sldMk cId="1395603103" sldId="315"/>
            <ac:spMk id="18" creationId="{EDED37D6-8F93-4F92-C0DB-D0EE6F1DAE03}"/>
          </ac:spMkLst>
        </pc:spChg>
      </pc:sldChg>
      <pc:sldChg chg="addSp delSp modSp add del mod">
        <pc:chgData name="Emilio Herrera Trujillo" userId="968374b4-bfd7-409d-b4bc-f1e0894ffdf7" providerId="ADAL" clId="{4E781BA7-559B-434C-A55C-8954132D3589}" dt="2023-02-21T23:14:42.699" v="5712" actId="47"/>
        <pc:sldMkLst>
          <pc:docMk/>
          <pc:sldMk cId="977837622" sldId="316"/>
        </pc:sldMkLst>
        <pc:spChg chg="del">
          <ac:chgData name="Emilio Herrera Trujillo" userId="968374b4-bfd7-409d-b4bc-f1e0894ffdf7" providerId="ADAL" clId="{4E781BA7-559B-434C-A55C-8954132D3589}" dt="2023-02-20T05:40:00.339" v="5708" actId="478"/>
          <ac:spMkLst>
            <pc:docMk/>
            <pc:sldMk cId="977837622" sldId="316"/>
            <ac:spMk id="10" creationId="{F8D9CD12-9A00-6CA0-63A3-F67B7089D467}"/>
          </ac:spMkLst>
        </pc:spChg>
        <pc:spChg chg="add mod">
          <ac:chgData name="Emilio Herrera Trujillo" userId="968374b4-bfd7-409d-b4bc-f1e0894ffdf7" providerId="ADAL" clId="{4E781BA7-559B-434C-A55C-8954132D3589}" dt="2023-02-20T04:26:32.356" v="5476" actId="1076"/>
          <ac:spMkLst>
            <pc:docMk/>
            <pc:sldMk cId="977837622" sldId="316"/>
            <ac:spMk id="19" creationId="{EC58E10A-709D-970C-B7A8-6C1513E472BE}"/>
          </ac:spMkLst>
        </pc:spChg>
        <pc:spChg chg="add mod">
          <ac:chgData name="Emilio Herrera Trujillo" userId="968374b4-bfd7-409d-b4bc-f1e0894ffdf7" providerId="ADAL" clId="{4E781BA7-559B-434C-A55C-8954132D3589}" dt="2023-02-20T04:27:20.166" v="5480" actId="208"/>
          <ac:spMkLst>
            <pc:docMk/>
            <pc:sldMk cId="977837622" sldId="316"/>
            <ac:spMk id="20" creationId="{1FF65491-3D81-BDA2-3B0E-EEE30D9DDC0A}"/>
          </ac:spMkLst>
        </pc:spChg>
      </pc:sldChg>
      <pc:sldChg chg="addSp delSp modSp add mod">
        <pc:chgData name="Emilio Herrera Trujillo" userId="968374b4-bfd7-409d-b4bc-f1e0894ffdf7" providerId="ADAL" clId="{4E781BA7-559B-434C-A55C-8954132D3589}" dt="2023-02-20T05:40:05.134" v="5709" actId="478"/>
        <pc:sldMkLst>
          <pc:docMk/>
          <pc:sldMk cId="3490737174" sldId="317"/>
        </pc:sldMkLst>
        <pc:spChg chg="del">
          <ac:chgData name="Emilio Herrera Trujillo" userId="968374b4-bfd7-409d-b4bc-f1e0894ffdf7" providerId="ADAL" clId="{4E781BA7-559B-434C-A55C-8954132D3589}" dt="2023-02-20T04:27:39.182" v="5482" actId="478"/>
          <ac:spMkLst>
            <pc:docMk/>
            <pc:sldMk cId="3490737174" sldId="317"/>
            <ac:spMk id="9" creationId="{D1EE2B23-D0DB-C2F5-1155-C4ED68EC04A3}"/>
          </ac:spMkLst>
        </pc:spChg>
        <pc:spChg chg="del">
          <ac:chgData name="Emilio Herrera Trujillo" userId="968374b4-bfd7-409d-b4bc-f1e0894ffdf7" providerId="ADAL" clId="{4E781BA7-559B-434C-A55C-8954132D3589}" dt="2023-02-20T05:40:05.134" v="5709" actId="478"/>
          <ac:spMkLst>
            <pc:docMk/>
            <pc:sldMk cId="3490737174" sldId="317"/>
            <ac:spMk id="10" creationId="{F8D9CD12-9A00-6CA0-63A3-F67B7089D467}"/>
          </ac:spMkLst>
        </pc:spChg>
        <pc:spChg chg="del">
          <ac:chgData name="Emilio Herrera Trujillo" userId="968374b4-bfd7-409d-b4bc-f1e0894ffdf7" providerId="ADAL" clId="{4E781BA7-559B-434C-A55C-8954132D3589}" dt="2023-02-20T04:27:39.998" v="5483" actId="478"/>
          <ac:spMkLst>
            <pc:docMk/>
            <pc:sldMk cId="3490737174" sldId="317"/>
            <ac:spMk id="11" creationId="{01AB401B-B707-7F8E-2B7C-AFC508333638}"/>
          </ac:spMkLst>
        </pc:spChg>
        <pc:spChg chg="del">
          <ac:chgData name="Emilio Herrera Trujillo" userId="968374b4-bfd7-409d-b4bc-f1e0894ffdf7" providerId="ADAL" clId="{4E781BA7-559B-434C-A55C-8954132D3589}" dt="2023-02-20T04:27:42.881" v="5484" actId="478"/>
          <ac:spMkLst>
            <pc:docMk/>
            <pc:sldMk cId="3490737174" sldId="317"/>
            <ac:spMk id="12" creationId="{4F1BC64B-000E-41C0-A16F-4D8C800CA3A9}"/>
          </ac:spMkLst>
        </pc:spChg>
        <pc:spChg chg="del">
          <ac:chgData name="Emilio Herrera Trujillo" userId="968374b4-bfd7-409d-b4bc-f1e0894ffdf7" providerId="ADAL" clId="{4E781BA7-559B-434C-A55C-8954132D3589}" dt="2023-02-20T04:27:42.881" v="5484" actId="478"/>
          <ac:spMkLst>
            <pc:docMk/>
            <pc:sldMk cId="3490737174" sldId="317"/>
            <ac:spMk id="15" creationId="{32DFC4BD-DBB3-4EBF-3E5F-D6B1B39220DC}"/>
          </ac:spMkLst>
        </pc:spChg>
        <pc:spChg chg="del">
          <ac:chgData name="Emilio Herrera Trujillo" userId="968374b4-bfd7-409d-b4bc-f1e0894ffdf7" providerId="ADAL" clId="{4E781BA7-559B-434C-A55C-8954132D3589}" dt="2023-02-20T04:27:42.881" v="5484" actId="478"/>
          <ac:spMkLst>
            <pc:docMk/>
            <pc:sldMk cId="3490737174" sldId="317"/>
            <ac:spMk id="16" creationId="{61358E91-C338-FFA0-F41C-9266DF42F24F}"/>
          </ac:spMkLst>
        </pc:spChg>
        <pc:spChg chg="add mod">
          <ac:chgData name="Emilio Herrera Trujillo" userId="968374b4-bfd7-409d-b4bc-f1e0894ffdf7" providerId="ADAL" clId="{4E781BA7-559B-434C-A55C-8954132D3589}" dt="2023-02-20T04:27:52.832" v="5486" actId="1076"/>
          <ac:spMkLst>
            <pc:docMk/>
            <pc:sldMk cId="3490737174" sldId="317"/>
            <ac:spMk id="21" creationId="{8E2793E7-E6D9-823E-8221-38520A5BCCCD}"/>
          </ac:spMkLst>
        </pc:spChg>
        <pc:spChg chg="add mod">
          <ac:chgData name="Emilio Herrera Trujillo" userId="968374b4-bfd7-409d-b4bc-f1e0894ffdf7" providerId="ADAL" clId="{4E781BA7-559B-434C-A55C-8954132D3589}" dt="2023-02-20T04:29:15.296" v="5550" actId="1076"/>
          <ac:spMkLst>
            <pc:docMk/>
            <pc:sldMk cId="3490737174" sldId="317"/>
            <ac:spMk id="22" creationId="{536CE472-B5E9-97F9-5FDB-AF05C7769632}"/>
          </ac:spMkLst>
        </pc:spChg>
        <pc:spChg chg="add mod">
          <ac:chgData name="Emilio Herrera Trujillo" userId="968374b4-bfd7-409d-b4bc-f1e0894ffdf7" providerId="ADAL" clId="{4E781BA7-559B-434C-A55C-8954132D3589}" dt="2023-02-20T04:29:21.061" v="5551" actId="1076"/>
          <ac:spMkLst>
            <pc:docMk/>
            <pc:sldMk cId="3490737174" sldId="317"/>
            <ac:spMk id="23" creationId="{475C7B03-6539-67F4-8201-D265D1F0F86F}"/>
          </ac:spMkLst>
        </pc:spChg>
        <pc:spChg chg="add mod">
          <ac:chgData name="Emilio Herrera Trujillo" userId="968374b4-bfd7-409d-b4bc-f1e0894ffdf7" providerId="ADAL" clId="{4E781BA7-559B-434C-A55C-8954132D3589}" dt="2023-02-20T04:29:15.296" v="5550" actId="1076"/>
          <ac:spMkLst>
            <pc:docMk/>
            <pc:sldMk cId="3490737174" sldId="317"/>
            <ac:spMk id="24" creationId="{DF98094D-EFD9-6480-384B-491EE1977DBB}"/>
          </ac:spMkLst>
        </pc:spChg>
        <pc:spChg chg="add mod">
          <ac:chgData name="Emilio Herrera Trujillo" userId="968374b4-bfd7-409d-b4bc-f1e0894ffdf7" providerId="ADAL" clId="{4E781BA7-559B-434C-A55C-8954132D3589}" dt="2023-02-20T04:29:35.053" v="5553" actId="1076"/>
          <ac:spMkLst>
            <pc:docMk/>
            <pc:sldMk cId="3490737174" sldId="317"/>
            <ac:spMk id="25" creationId="{B73BA674-C7FF-3CFA-E48C-78774A63D956}"/>
          </ac:spMkLst>
        </pc:spChg>
        <pc:spChg chg="add">
          <ac:chgData name="Emilio Herrera Trujillo" userId="968374b4-bfd7-409d-b4bc-f1e0894ffdf7" providerId="ADAL" clId="{4E781BA7-559B-434C-A55C-8954132D3589}" dt="2023-02-20T05:33:46.534" v="5556" actId="11529"/>
          <ac:spMkLst>
            <pc:docMk/>
            <pc:sldMk cId="3490737174" sldId="317"/>
            <ac:spMk id="30" creationId="{B4E4595F-AB24-E9F0-2C8E-3106420C99F7}"/>
          </ac:spMkLst>
        </pc:spChg>
        <pc:spChg chg="add mod">
          <ac:chgData name="Emilio Herrera Trujillo" userId="968374b4-bfd7-409d-b4bc-f1e0894ffdf7" providerId="ADAL" clId="{4E781BA7-559B-434C-A55C-8954132D3589}" dt="2023-02-20T05:33:56.953" v="5559" actId="14100"/>
          <ac:spMkLst>
            <pc:docMk/>
            <pc:sldMk cId="3490737174" sldId="317"/>
            <ac:spMk id="31" creationId="{87530764-0415-6572-9AF8-E6C1D1DD10CD}"/>
          </ac:spMkLst>
        </pc:spChg>
        <pc:spChg chg="add del mod">
          <ac:chgData name="Emilio Herrera Trujillo" userId="968374b4-bfd7-409d-b4bc-f1e0894ffdf7" providerId="ADAL" clId="{4E781BA7-559B-434C-A55C-8954132D3589}" dt="2023-02-20T05:34:07.625" v="5562"/>
          <ac:spMkLst>
            <pc:docMk/>
            <pc:sldMk cId="3490737174" sldId="317"/>
            <ac:spMk id="32" creationId="{FF9EA00F-3353-94B4-06AA-ACEEE454231B}"/>
          </ac:spMkLst>
        </pc:spChg>
        <pc:spChg chg="add mod">
          <ac:chgData name="Emilio Herrera Trujillo" userId="968374b4-bfd7-409d-b4bc-f1e0894ffdf7" providerId="ADAL" clId="{4E781BA7-559B-434C-A55C-8954132D3589}" dt="2023-02-20T05:34:27.671" v="5589" actId="404"/>
          <ac:spMkLst>
            <pc:docMk/>
            <pc:sldMk cId="3490737174" sldId="317"/>
            <ac:spMk id="33" creationId="{558A3886-3990-2C6D-8881-ECF5A6D9B3B2}"/>
          </ac:spMkLst>
        </pc:spChg>
        <pc:spChg chg="add mod">
          <ac:chgData name="Emilio Herrera Trujillo" userId="968374b4-bfd7-409d-b4bc-f1e0894ffdf7" providerId="ADAL" clId="{4E781BA7-559B-434C-A55C-8954132D3589}" dt="2023-02-20T05:34:42.965" v="5617" actId="20577"/>
          <ac:spMkLst>
            <pc:docMk/>
            <pc:sldMk cId="3490737174" sldId="317"/>
            <ac:spMk id="34" creationId="{D625631A-03B6-CD74-3B31-3B89EB75F79F}"/>
          </ac:spMkLst>
        </pc:spChg>
        <pc:picChg chg="del">
          <ac:chgData name="Emilio Herrera Trujillo" userId="968374b4-bfd7-409d-b4bc-f1e0894ffdf7" providerId="ADAL" clId="{4E781BA7-559B-434C-A55C-8954132D3589}" dt="2023-02-20T04:27:42.881" v="5484" actId="478"/>
          <ac:picMkLst>
            <pc:docMk/>
            <pc:sldMk cId="3490737174" sldId="317"/>
            <ac:picMk id="14" creationId="{35A1F09A-FA92-36BF-B53F-AC764BCA78EC}"/>
          </ac:picMkLst>
        </pc:picChg>
        <pc:cxnChg chg="add">
          <ac:chgData name="Emilio Herrera Trujillo" userId="968374b4-bfd7-409d-b4bc-f1e0894ffdf7" providerId="ADAL" clId="{4E781BA7-559B-434C-A55C-8954132D3589}" dt="2023-02-20T04:30:40.370" v="5554" actId="11529"/>
          <ac:cxnSpMkLst>
            <pc:docMk/>
            <pc:sldMk cId="3490737174" sldId="317"/>
            <ac:cxnSpMk id="27" creationId="{213A572E-A987-A523-BAB2-8C0776020F74}"/>
          </ac:cxnSpMkLst>
        </pc:cxnChg>
        <pc:cxnChg chg="add">
          <ac:chgData name="Emilio Herrera Trujillo" userId="968374b4-bfd7-409d-b4bc-f1e0894ffdf7" providerId="ADAL" clId="{4E781BA7-559B-434C-A55C-8954132D3589}" dt="2023-02-20T04:30:54.741" v="5555" actId="11529"/>
          <ac:cxnSpMkLst>
            <pc:docMk/>
            <pc:sldMk cId="3490737174" sldId="317"/>
            <ac:cxnSpMk id="29" creationId="{1A9E57C8-BAC2-6B90-4EFB-BFE24033689F}"/>
          </ac:cxnSpMkLst>
        </pc:cxnChg>
      </pc:sldChg>
      <pc:sldChg chg="addSp delSp modSp add mod">
        <pc:chgData name="Emilio Herrera Trujillo" userId="968374b4-bfd7-409d-b4bc-f1e0894ffdf7" providerId="ADAL" clId="{4E781BA7-559B-434C-A55C-8954132D3589}" dt="2023-02-20T05:40:07.755" v="5710" actId="478"/>
        <pc:sldMkLst>
          <pc:docMk/>
          <pc:sldMk cId="3011890511" sldId="318"/>
        </pc:sldMkLst>
        <pc:spChg chg="del">
          <ac:chgData name="Emilio Herrera Trujillo" userId="968374b4-bfd7-409d-b4bc-f1e0894ffdf7" providerId="ADAL" clId="{4E781BA7-559B-434C-A55C-8954132D3589}" dt="2023-02-20T05:40:07.755" v="5710" actId="478"/>
          <ac:spMkLst>
            <pc:docMk/>
            <pc:sldMk cId="3011890511" sldId="318"/>
            <ac:spMk id="10" creationId="{F8D9CD12-9A00-6CA0-63A3-F67B7089D467}"/>
          </ac:spMkLst>
        </pc:spChg>
        <pc:spChg chg="add mod">
          <ac:chgData name="Emilio Herrera Trujillo" userId="968374b4-bfd7-409d-b4bc-f1e0894ffdf7" providerId="ADAL" clId="{4E781BA7-559B-434C-A55C-8954132D3589}" dt="2023-02-20T05:37:12.941" v="5693" actId="14100"/>
          <ac:spMkLst>
            <pc:docMk/>
            <pc:sldMk cId="3011890511" sldId="318"/>
            <ac:spMk id="15" creationId="{0BB81792-9AC0-EFB7-C99E-14AA90B6EE42}"/>
          </ac:spMkLst>
        </pc:spChg>
        <pc:spChg chg="add mod">
          <ac:chgData name="Emilio Herrera Trujillo" userId="968374b4-bfd7-409d-b4bc-f1e0894ffdf7" providerId="ADAL" clId="{4E781BA7-559B-434C-A55C-8954132D3589}" dt="2023-02-20T05:37:32.304" v="5699" actId="113"/>
          <ac:spMkLst>
            <pc:docMk/>
            <pc:sldMk cId="3011890511" sldId="318"/>
            <ac:spMk id="16" creationId="{C4DCB53D-B384-70EC-BDEC-D9D99D091A1E}"/>
          </ac:spMkLst>
        </pc:spChg>
        <pc:spChg chg="mod">
          <ac:chgData name="Emilio Herrera Trujillo" userId="968374b4-bfd7-409d-b4bc-f1e0894ffdf7" providerId="ADAL" clId="{4E781BA7-559B-434C-A55C-8954132D3589}" dt="2023-02-20T05:36:12.188" v="5621" actId="1076"/>
          <ac:spMkLst>
            <pc:docMk/>
            <pc:sldMk cId="3011890511" sldId="318"/>
            <ac:spMk id="21" creationId="{8E2793E7-E6D9-823E-8221-38520A5BCCCD}"/>
          </ac:spMkLst>
        </pc:spChg>
        <pc:spChg chg="mod">
          <ac:chgData name="Emilio Herrera Trujillo" userId="968374b4-bfd7-409d-b4bc-f1e0894ffdf7" providerId="ADAL" clId="{4E781BA7-559B-434C-A55C-8954132D3589}" dt="2023-02-20T05:36:12.188" v="5621" actId="1076"/>
          <ac:spMkLst>
            <pc:docMk/>
            <pc:sldMk cId="3011890511" sldId="318"/>
            <ac:spMk id="22" creationId="{536CE472-B5E9-97F9-5FDB-AF05C7769632}"/>
          </ac:spMkLst>
        </pc:spChg>
        <pc:spChg chg="mod">
          <ac:chgData name="Emilio Herrera Trujillo" userId="968374b4-bfd7-409d-b4bc-f1e0894ffdf7" providerId="ADAL" clId="{4E781BA7-559B-434C-A55C-8954132D3589}" dt="2023-02-20T05:36:12.188" v="5621" actId="1076"/>
          <ac:spMkLst>
            <pc:docMk/>
            <pc:sldMk cId="3011890511" sldId="318"/>
            <ac:spMk id="23" creationId="{475C7B03-6539-67F4-8201-D265D1F0F86F}"/>
          </ac:spMkLst>
        </pc:spChg>
        <pc:spChg chg="mod">
          <ac:chgData name="Emilio Herrera Trujillo" userId="968374b4-bfd7-409d-b4bc-f1e0894ffdf7" providerId="ADAL" clId="{4E781BA7-559B-434C-A55C-8954132D3589}" dt="2023-02-20T05:36:12.188" v="5621" actId="1076"/>
          <ac:spMkLst>
            <pc:docMk/>
            <pc:sldMk cId="3011890511" sldId="318"/>
            <ac:spMk id="24" creationId="{DF98094D-EFD9-6480-384B-491EE1977DBB}"/>
          </ac:spMkLst>
        </pc:spChg>
        <pc:spChg chg="mod">
          <ac:chgData name="Emilio Herrera Trujillo" userId="968374b4-bfd7-409d-b4bc-f1e0894ffdf7" providerId="ADAL" clId="{4E781BA7-559B-434C-A55C-8954132D3589}" dt="2023-02-20T05:36:12.188" v="5621" actId="1076"/>
          <ac:spMkLst>
            <pc:docMk/>
            <pc:sldMk cId="3011890511" sldId="318"/>
            <ac:spMk id="25" creationId="{B73BA674-C7FF-3CFA-E48C-78774A63D956}"/>
          </ac:spMkLst>
        </pc:spChg>
        <pc:spChg chg="mod">
          <ac:chgData name="Emilio Herrera Trujillo" userId="968374b4-bfd7-409d-b4bc-f1e0894ffdf7" providerId="ADAL" clId="{4E781BA7-559B-434C-A55C-8954132D3589}" dt="2023-02-20T05:36:12.188" v="5621" actId="1076"/>
          <ac:spMkLst>
            <pc:docMk/>
            <pc:sldMk cId="3011890511" sldId="318"/>
            <ac:spMk id="30" creationId="{B4E4595F-AB24-E9F0-2C8E-3106420C99F7}"/>
          </ac:spMkLst>
        </pc:spChg>
        <pc:spChg chg="mod">
          <ac:chgData name="Emilio Herrera Trujillo" userId="968374b4-bfd7-409d-b4bc-f1e0894ffdf7" providerId="ADAL" clId="{4E781BA7-559B-434C-A55C-8954132D3589}" dt="2023-02-20T05:36:12.188" v="5621" actId="1076"/>
          <ac:spMkLst>
            <pc:docMk/>
            <pc:sldMk cId="3011890511" sldId="318"/>
            <ac:spMk id="31" creationId="{87530764-0415-6572-9AF8-E6C1D1DD10CD}"/>
          </ac:spMkLst>
        </pc:spChg>
        <pc:spChg chg="mod">
          <ac:chgData name="Emilio Herrera Trujillo" userId="968374b4-bfd7-409d-b4bc-f1e0894ffdf7" providerId="ADAL" clId="{4E781BA7-559B-434C-A55C-8954132D3589}" dt="2023-02-20T05:37:06.514" v="5691" actId="404"/>
          <ac:spMkLst>
            <pc:docMk/>
            <pc:sldMk cId="3011890511" sldId="318"/>
            <ac:spMk id="33" creationId="{558A3886-3990-2C6D-8881-ECF5A6D9B3B2}"/>
          </ac:spMkLst>
        </pc:spChg>
        <pc:spChg chg="mod">
          <ac:chgData name="Emilio Herrera Trujillo" userId="968374b4-bfd7-409d-b4bc-f1e0894ffdf7" providerId="ADAL" clId="{4E781BA7-559B-434C-A55C-8954132D3589}" dt="2023-02-20T05:37:06.514" v="5691" actId="404"/>
          <ac:spMkLst>
            <pc:docMk/>
            <pc:sldMk cId="3011890511" sldId="318"/>
            <ac:spMk id="34" creationId="{D625631A-03B6-CD74-3B31-3B89EB75F79F}"/>
          </ac:spMkLst>
        </pc:spChg>
        <pc:cxnChg chg="mod">
          <ac:chgData name="Emilio Herrera Trujillo" userId="968374b4-bfd7-409d-b4bc-f1e0894ffdf7" providerId="ADAL" clId="{4E781BA7-559B-434C-A55C-8954132D3589}" dt="2023-02-20T05:36:14.825" v="5622" actId="14100"/>
          <ac:cxnSpMkLst>
            <pc:docMk/>
            <pc:sldMk cId="3011890511" sldId="318"/>
            <ac:cxnSpMk id="27" creationId="{213A572E-A987-A523-BAB2-8C0776020F74}"/>
          </ac:cxnSpMkLst>
        </pc:cxnChg>
        <pc:cxnChg chg="mod">
          <ac:chgData name="Emilio Herrera Trujillo" userId="968374b4-bfd7-409d-b4bc-f1e0894ffdf7" providerId="ADAL" clId="{4E781BA7-559B-434C-A55C-8954132D3589}" dt="2023-02-20T05:36:20.620" v="5623" actId="14100"/>
          <ac:cxnSpMkLst>
            <pc:docMk/>
            <pc:sldMk cId="3011890511" sldId="318"/>
            <ac:cxnSpMk id="29" creationId="{1A9E57C8-BAC2-6B90-4EFB-BFE24033689F}"/>
          </ac:cxnSpMkLst>
        </pc:cxnChg>
      </pc:sldChg>
    </pc:docChg>
  </pc:docChgLst>
  <pc:docChgLst>
    <pc:chgData name="Emilio Herrera Trujillo" userId="968374b4-bfd7-409d-b4bc-f1e0894ffdf7" providerId="ADAL" clId="{F1744B2F-4423-4A95-AA8B-D7C9F7181629}"/>
    <pc:docChg chg="custSel modSld">
      <pc:chgData name="Emilio Herrera Trujillo" userId="968374b4-bfd7-409d-b4bc-f1e0894ffdf7" providerId="ADAL" clId="{F1744B2F-4423-4A95-AA8B-D7C9F7181629}" dt="2023-03-12T02:12:11.907" v="0" actId="478"/>
      <pc:docMkLst>
        <pc:docMk/>
      </pc:docMkLst>
      <pc:sldChg chg="delSp mod">
        <pc:chgData name="Emilio Herrera Trujillo" userId="968374b4-bfd7-409d-b4bc-f1e0894ffdf7" providerId="ADAL" clId="{F1744B2F-4423-4A95-AA8B-D7C9F7181629}" dt="2023-03-12T02:12:11.907" v="0" actId="478"/>
        <pc:sldMkLst>
          <pc:docMk/>
          <pc:sldMk cId="2288737760" sldId="256"/>
        </pc:sldMkLst>
        <pc:spChg chg="del">
          <ac:chgData name="Emilio Herrera Trujillo" userId="968374b4-bfd7-409d-b4bc-f1e0894ffdf7" providerId="ADAL" clId="{F1744B2F-4423-4A95-AA8B-D7C9F7181629}" dt="2023-03-12T02:12:11.907" v="0" actId="478"/>
          <ac:spMkLst>
            <pc:docMk/>
            <pc:sldMk cId="2288737760" sldId="256"/>
            <ac:spMk id="9" creationId="{FED19880-6C5F-1A52-A9BD-73E4E9A8DFB2}"/>
          </ac:spMkLst>
        </pc:spChg>
      </pc:sldChg>
    </pc:docChg>
  </pc:docChgLst>
  <pc:docChgLst>
    <pc:chgData name="Emilio Herrera Trujillo" userId="968374b4-bfd7-409d-b4bc-f1e0894ffdf7" providerId="ADAL" clId="{F9986450-B19F-4DE7-BD0F-EE4567DD3385}"/>
    <pc:docChg chg="undo custSel addSld modSld sldOrd">
      <pc:chgData name="Emilio Herrera Trujillo" userId="968374b4-bfd7-409d-b4bc-f1e0894ffdf7" providerId="ADAL" clId="{F9986450-B19F-4DE7-BD0F-EE4567DD3385}" dt="2023-02-02T22:55:03.155" v="704" actId="1076"/>
      <pc:docMkLst>
        <pc:docMk/>
      </pc:docMkLst>
      <pc:sldChg chg="addSp delSp modSp mod">
        <pc:chgData name="Emilio Herrera Trujillo" userId="968374b4-bfd7-409d-b4bc-f1e0894ffdf7" providerId="ADAL" clId="{F9986450-B19F-4DE7-BD0F-EE4567DD3385}" dt="2023-02-02T22:55:03.155" v="704" actId="1076"/>
        <pc:sldMkLst>
          <pc:docMk/>
          <pc:sldMk cId="2288737760" sldId="256"/>
        </pc:sldMkLst>
        <pc:spChg chg="mod">
          <ac:chgData name="Emilio Herrera Trujillo" userId="968374b4-bfd7-409d-b4bc-f1e0894ffdf7" providerId="ADAL" clId="{F9986450-B19F-4DE7-BD0F-EE4567DD3385}" dt="2023-02-02T22:42:29.558" v="81" actId="14100"/>
          <ac:spMkLst>
            <pc:docMk/>
            <pc:sldMk cId="2288737760" sldId="256"/>
            <ac:spMk id="2" creationId="{16044E04-63F5-4419-B737-917DE6A7BCB2}"/>
          </ac:spMkLst>
        </pc:spChg>
        <pc:spChg chg="mod">
          <ac:chgData name="Emilio Herrera Trujillo" userId="968374b4-bfd7-409d-b4bc-f1e0894ffdf7" providerId="ADAL" clId="{F9986450-B19F-4DE7-BD0F-EE4567DD3385}" dt="2023-02-02T22:54:55.844" v="703" actId="1076"/>
          <ac:spMkLst>
            <pc:docMk/>
            <pc:sldMk cId="2288737760" sldId="256"/>
            <ac:spMk id="3" creationId="{CF2085F7-CAA4-405B-97ED-17A87A66D67D}"/>
          </ac:spMkLst>
        </pc:spChg>
        <pc:spChg chg="mod">
          <ac:chgData name="Emilio Herrera Trujillo" userId="968374b4-bfd7-409d-b4bc-f1e0894ffdf7" providerId="ADAL" clId="{F9986450-B19F-4DE7-BD0F-EE4567DD3385}" dt="2023-02-02T22:45:02.919" v="152" actId="1076"/>
          <ac:spMkLst>
            <pc:docMk/>
            <pc:sldMk cId="2288737760" sldId="256"/>
            <ac:spMk id="4" creationId="{9CE198DE-125F-402F-B3CF-9A2665B60051}"/>
          </ac:spMkLst>
        </pc:spChg>
        <pc:spChg chg="add mod">
          <ac:chgData name="Emilio Herrera Trujillo" userId="968374b4-bfd7-409d-b4bc-f1e0894ffdf7" providerId="ADAL" clId="{F9986450-B19F-4DE7-BD0F-EE4567DD3385}" dt="2023-02-02T22:55:03.155" v="704" actId="1076"/>
          <ac:spMkLst>
            <pc:docMk/>
            <pc:sldMk cId="2288737760" sldId="256"/>
            <ac:spMk id="9" creationId="{FED19880-6C5F-1A52-A9BD-73E4E9A8DFB2}"/>
          </ac:spMkLst>
        </pc:spChg>
        <pc:picChg chg="add mod">
          <ac:chgData name="Emilio Herrera Trujillo" userId="968374b4-bfd7-409d-b4bc-f1e0894ffdf7" providerId="ADAL" clId="{F9986450-B19F-4DE7-BD0F-EE4567DD3385}" dt="2023-02-02T22:42:02.131" v="71" actId="14100"/>
          <ac:picMkLst>
            <pc:docMk/>
            <pc:sldMk cId="2288737760" sldId="256"/>
            <ac:picMk id="5" creationId="{5CCA9E83-D5A3-F9B5-1ECB-9BEFD3B460A7}"/>
          </ac:picMkLst>
        </pc:picChg>
        <pc:picChg chg="del">
          <ac:chgData name="Emilio Herrera Trujillo" userId="968374b4-bfd7-409d-b4bc-f1e0894ffdf7" providerId="ADAL" clId="{F9986450-B19F-4DE7-BD0F-EE4567DD3385}" dt="2023-02-02T22:38:26.621" v="0" actId="478"/>
          <ac:picMkLst>
            <pc:docMk/>
            <pc:sldMk cId="2288737760" sldId="256"/>
            <ac:picMk id="6" creationId="{5AB8CA2E-F474-4039-B57E-9C5FC8E47261}"/>
          </ac:picMkLst>
        </pc:picChg>
        <pc:picChg chg="add del mod">
          <ac:chgData name="Emilio Herrera Trujillo" userId="968374b4-bfd7-409d-b4bc-f1e0894ffdf7" providerId="ADAL" clId="{F9986450-B19F-4DE7-BD0F-EE4567DD3385}" dt="2023-02-02T22:44:43.404" v="149" actId="478"/>
          <ac:picMkLst>
            <pc:docMk/>
            <pc:sldMk cId="2288737760" sldId="256"/>
            <ac:picMk id="7" creationId="{D42063C9-52AC-7A7F-867A-732D6A6893C4}"/>
          </ac:picMkLst>
        </pc:picChg>
        <pc:picChg chg="del mod">
          <ac:chgData name="Emilio Herrera Trujillo" userId="968374b4-bfd7-409d-b4bc-f1e0894ffdf7" providerId="ADAL" clId="{F9986450-B19F-4DE7-BD0F-EE4567DD3385}" dt="2023-02-02T22:41:12.981" v="63" actId="478"/>
          <ac:picMkLst>
            <pc:docMk/>
            <pc:sldMk cId="2288737760" sldId="256"/>
            <ac:picMk id="8" creationId="{778C75AE-8ECE-4FD4-AFED-81096B6FE6FF}"/>
          </ac:picMkLst>
        </pc:picChg>
      </pc:sldChg>
      <pc:sldChg chg="addSp delSp modSp">
        <pc:chgData name="Emilio Herrera Trujillo" userId="968374b4-bfd7-409d-b4bc-f1e0894ffdf7" providerId="ADAL" clId="{F9986450-B19F-4DE7-BD0F-EE4567DD3385}" dt="2023-02-02T22:48:00.318" v="179"/>
        <pc:sldMkLst>
          <pc:docMk/>
          <pc:sldMk cId="1155280616" sldId="263"/>
        </pc:sldMkLst>
        <pc:picChg chg="add del mod">
          <ac:chgData name="Emilio Herrera Trujillo" userId="968374b4-bfd7-409d-b4bc-f1e0894ffdf7" providerId="ADAL" clId="{F9986450-B19F-4DE7-BD0F-EE4567DD3385}" dt="2023-02-02T22:48:00.318" v="179"/>
          <ac:picMkLst>
            <pc:docMk/>
            <pc:sldMk cId="1155280616" sldId="263"/>
            <ac:picMk id="2" creationId="{92C25FFB-7519-04A7-36BA-99E4A9C93952}"/>
          </ac:picMkLst>
        </pc:picChg>
      </pc:sldChg>
      <pc:sldChg chg="addSp delSp modSp">
        <pc:chgData name="Emilio Herrera Trujillo" userId="968374b4-bfd7-409d-b4bc-f1e0894ffdf7" providerId="ADAL" clId="{F9986450-B19F-4DE7-BD0F-EE4567DD3385}" dt="2023-02-02T22:47:58.562" v="178"/>
        <pc:sldMkLst>
          <pc:docMk/>
          <pc:sldMk cId="210311730" sldId="264"/>
        </pc:sldMkLst>
        <pc:picChg chg="add del mod">
          <ac:chgData name="Emilio Herrera Trujillo" userId="968374b4-bfd7-409d-b4bc-f1e0894ffdf7" providerId="ADAL" clId="{F9986450-B19F-4DE7-BD0F-EE4567DD3385}" dt="2023-02-02T22:47:58.562" v="178"/>
          <ac:picMkLst>
            <pc:docMk/>
            <pc:sldMk cId="210311730" sldId="264"/>
            <ac:picMk id="2" creationId="{C987A9A5-0A83-9C8A-A0EA-DA4C052B46A9}"/>
          </ac:picMkLst>
        </pc:picChg>
      </pc:sldChg>
      <pc:sldChg chg="addSp delSp modSp mod ord">
        <pc:chgData name="Emilio Herrera Trujillo" userId="968374b4-bfd7-409d-b4bc-f1e0894ffdf7" providerId="ADAL" clId="{F9986450-B19F-4DE7-BD0F-EE4567DD3385}" dt="2023-02-02T22:49:44.836" v="288" actId="5793"/>
        <pc:sldMkLst>
          <pc:docMk/>
          <pc:sldMk cId="1667273690" sldId="281"/>
        </pc:sldMkLst>
        <pc:spChg chg="mod">
          <ac:chgData name="Emilio Herrera Trujillo" userId="968374b4-bfd7-409d-b4bc-f1e0894ffdf7" providerId="ADAL" clId="{F9986450-B19F-4DE7-BD0F-EE4567DD3385}" dt="2023-02-02T22:49:44.836" v="288" actId="5793"/>
          <ac:spMkLst>
            <pc:docMk/>
            <pc:sldMk cId="1667273690" sldId="281"/>
            <ac:spMk id="6" creationId="{D1920445-2224-41CF-9436-C0A0A7CBF3A4}"/>
          </ac:spMkLst>
        </pc:spChg>
        <pc:picChg chg="add del mod">
          <ac:chgData name="Emilio Herrera Trujillo" userId="968374b4-bfd7-409d-b4bc-f1e0894ffdf7" providerId="ADAL" clId="{F9986450-B19F-4DE7-BD0F-EE4567DD3385}" dt="2023-02-02T22:48:08.416" v="181" actId="478"/>
          <ac:picMkLst>
            <pc:docMk/>
            <pc:sldMk cId="1667273690" sldId="281"/>
            <ac:picMk id="2" creationId="{892C3569-2A33-A13B-57B7-106CDC962E58}"/>
          </ac:picMkLst>
        </pc:picChg>
      </pc:sldChg>
      <pc:sldChg chg="addSp delSp modSp add mod">
        <pc:chgData name="Emilio Herrera Trujillo" userId="968374b4-bfd7-409d-b4bc-f1e0894ffdf7" providerId="ADAL" clId="{F9986450-B19F-4DE7-BD0F-EE4567DD3385}" dt="2023-02-02T22:53:10.695" v="661" actId="6549"/>
        <pc:sldMkLst>
          <pc:docMk/>
          <pc:sldMk cId="4112524396" sldId="282"/>
        </pc:sldMkLst>
        <pc:spChg chg="mod">
          <ac:chgData name="Emilio Herrera Trujillo" userId="968374b4-bfd7-409d-b4bc-f1e0894ffdf7" providerId="ADAL" clId="{F9986450-B19F-4DE7-BD0F-EE4567DD3385}" dt="2023-02-02T22:45:46.535" v="171" actId="20577"/>
          <ac:spMkLst>
            <pc:docMk/>
            <pc:sldMk cId="4112524396" sldId="282"/>
            <ac:spMk id="4" creationId="{08514C8A-1986-4342-988B-31CDE22F946B}"/>
          </ac:spMkLst>
        </pc:spChg>
        <pc:spChg chg="mod">
          <ac:chgData name="Emilio Herrera Trujillo" userId="968374b4-bfd7-409d-b4bc-f1e0894ffdf7" providerId="ADAL" clId="{F9986450-B19F-4DE7-BD0F-EE4567DD3385}" dt="2023-02-02T22:53:10.695" v="661" actId="6549"/>
          <ac:spMkLst>
            <pc:docMk/>
            <pc:sldMk cId="4112524396" sldId="282"/>
            <ac:spMk id="6" creationId="{D1920445-2224-41CF-9436-C0A0A7CBF3A4}"/>
          </ac:spMkLst>
        </pc:spChg>
        <pc:picChg chg="add del mod">
          <ac:chgData name="Emilio Herrera Trujillo" userId="968374b4-bfd7-409d-b4bc-f1e0894ffdf7" providerId="ADAL" clId="{F9986450-B19F-4DE7-BD0F-EE4567DD3385}" dt="2023-02-02T22:48:11.261" v="182" actId="478"/>
          <ac:picMkLst>
            <pc:docMk/>
            <pc:sldMk cId="4112524396" sldId="282"/>
            <ac:picMk id="2" creationId="{449F747E-2642-BED2-966F-B905CC1C3AEC}"/>
          </ac:picMkLst>
        </pc:picChg>
      </pc:sldChg>
    </pc:docChg>
  </pc:docChgLst>
  <pc:docChgLst>
    <pc:chgData name="PCSIEHER (HERRERA TRUJILLO, EMILIO ANTONIO)" userId="c2439461-86f4-408f-a81b-719e8ff0266f" providerId="ADAL" clId="{1E906DD7-E806-48D4-B709-56CFE12903EA}"/>
    <pc:docChg chg="undo custSel addSld delSld modSld">
      <pc:chgData name="PCSIEHER (HERRERA TRUJILLO, EMILIO ANTONIO)" userId="c2439461-86f4-408f-a81b-719e8ff0266f" providerId="ADAL" clId="{1E906DD7-E806-48D4-B709-56CFE12903EA}" dt="2023-08-11T16:11:41.155" v="759" actId="6549"/>
      <pc:docMkLst>
        <pc:docMk/>
      </pc:docMkLst>
      <pc:sldChg chg="modSp mod">
        <pc:chgData name="PCSIEHER (HERRERA TRUJILLO, EMILIO ANTONIO)" userId="c2439461-86f4-408f-a81b-719e8ff0266f" providerId="ADAL" clId="{1E906DD7-E806-48D4-B709-56CFE12903EA}" dt="2023-08-11T16:11:41.155" v="759" actId="6549"/>
        <pc:sldMkLst>
          <pc:docMk/>
          <pc:sldMk cId="2288737760" sldId="256"/>
        </pc:sldMkLst>
        <pc:spChg chg="mod">
          <ac:chgData name="PCSIEHER (HERRERA TRUJILLO, EMILIO ANTONIO)" userId="c2439461-86f4-408f-a81b-719e8ff0266f" providerId="ADAL" clId="{1E906DD7-E806-48D4-B709-56CFE12903EA}" dt="2023-08-11T15:31:05.834" v="37" actId="1076"/>
          <ac:spMkLst>
            <pc:docMk/>
            <pc:sldMk cId="2288737760" sldId="256"/>
            <ac:spMk id="3" creationId="{CF2085F7-CAA4-405B-97ED-17A87A66D67D}"/>
          </ac:spMkLst>
        </pc:spChg>
        <pc:spChg chg="mod">
          <ac:chgData name="PCSIEHER (HERRERA TRUJILLO, EMILIO ANTONIO)" userId="c2439461-86f4-408f-a81b-719e8ff0266f" providerId="ADAL" clId="{1E906DD7-E806-48D4-B709-56CFE12903EA}" dt="2023-08-11T16:11:41.155" v="759" actId="6549"/>
          <ac:spMkLst>
            <pc:docMk/>
            <pc:sldMk cId="2288737760" sldId="256"/>
            <ac:spMk id="4" creationId="{9CE198DE-125F-402F-B3CF-9A2665B60051}"/>
          </ac:spMkLst>
        </pc:spChg>
      </pc:sldChg>
      <pc:sldChg chg="addSp delSp modSp mod">
        <pc:chgData name="PCSIEHER (HERRERA TRUJILLO, EMILIO ANTONIO)" userId="c2439461-86f4-408f-a81b-719e8ff0266f" providerId="ADAL" clId="{1E906DD7-E806-48D4-B709-56CFE12903EA}" dt="2023-08-11T15:48:10.252" v="459" actId="20577"/>
        <pc:sldMkLst>
          <pc:docMk/>
          <pc:sldMk cId="3220905575" sldId="258"/>
        </pc:sldMkLst>
        <pc:spChg chg="mod">
          <ac:chgData name="PCSIEHER (HERRERA TRUJILLO, EMILIO ANTONIO)" userId="c2439461-86f4-408f-a81b-719e8ff0266f" providerId="ADAL" clId="{1E906DD7-E806-48D4-B709-56CFE12903EA}" dt="2023-08-11T15:46:57.740" v="371" actId="1076"/>
          <ac:spMkLst>
            <pc:docMk/>
            <pc:sldMk cId="3220905575" sldId="258"/>
            <ac:spMk id="3" creationId="{E36F0787-B3A7-4556-A13C-7BAECA82A554}"/>
          </ac:spMkLst>
        </pc:spChg>
        <pc:spChg chg="mod">
          <ac:chgData name="PCSIEHER (HERRERA TRUJILLO, EMILIO ANTONIO)" userId="c2439461-86f4-408f-a81b-719e8ff0266f" providerId="ADAL" clId="{1E906DD7-E806-48D4-B709-56CFE12903EA}" dt="2023-08-11T15:46:57.740" v="371" actId="1076"/>
          <ac:spMkLst>
            <pc:docMk/>
            <pc:sldMk cId="3220905575" sldId="258"/>
            <ac:spMk id="4" creationId="{640EF5BB-7392-4438-35BF-79D7F7ED673B}"/>
          </ac:spMkLst>
        </pc:spChg>
        <pc:spChg chg="mod">
          <ac:chgData name="PCSIEHER (HERRERA TRUJILLO, EMILIO ANTONIO)" userId="c2439461-86f4-408f-a81b-719e8ff0266f" providerId="ADAL" clId="{1E906DD7-E806-48D4-B709-56CFE12903EA}" dt="2023-08-11T15:47:24.503" v="385" actId="20577"/>
          <ac:spMkLst>
            <pc:docMk/>
            <pc:sldMk cId="3220905575" sldId="258"/>
            <ac:spMk id="5" creationId="{F467ED09-193D-6A3F-6D0D-C26E35D6BCB7}"/>
          </ac:spMkLst>
        </pc:spChg>
        <pc:spChg chg="mod">
          <ac:chgData name="PCSIEHER (HERRERA TRUJILLO, EMILIO ANTONIO)" userId="c2439461-86f4-408f-a81b-719e8ff0266f" providerId="ADAL" clId="{1E906DD7-E806-48D4-B709-56CFE12903EA}" dt="2023-08-11T15:47:34.374" v="398" actId="20577"/>
          <ac:spMkLst>
            <pc:docMk/>
            <pc:sldMk cId="3220905575" sldId="258"/>
            <ac:spMk id="9" creationId="{6581F880-02C5-ADAB-F97C-102B1A86BCF3}"/>
          </ac:spMkLst>
        </pc:spChg>
        <pc:spChg chg="mod">
          <ac:chgData name="PCSIEHER (HERRERA TRUJILLO, EMILIO ANTONIO)" userId="c2439461-86f4-408f-a81b-719e8ff0266f" providerId="ADAL" clId="{1E906DD7-E806-48D4-B709-56CFE12903EA}" dt="2023-08-11T15:46:57.740" v="371" actId="1076"/>
          <ac:spMkLst>
            <pc:docMk/>
            <pc:sldMk cId="3220905575" sldId="258"/>
            <ac:spMk id="14" creationId="{5199EF19-94C6-42CB-984F-7DC28EF353E1}"/>
          </ac:spMkLst>
        </pc:spChg>
        <pc:spChg chg="mod">
          <ac:chgData name="PCSIEHER (HERRERA TRUJILLO, EMILIO ANTONIO)" userId="c2439461-86f4-408f-a81b-719e8ff0266f" providerId="ADAL" clId="{1E906DD7-E806-48D4-B709-56CFE12903EA}" dt="2023-08-11T15:47:58.445" v="457" actId="20577"/>
          <ac:spMkLst>
            <pc:docMk/>
            <pc:sldMk cId="3220905575" sldId="258"/>
            <ac:spMk id="15" creationId="{B7C6A309-0807-4A72-8A33-7CC911F4061E}"/>
          </ac:spMkLst>
        </pc:spChg>
        <pc:spChg chg="mod">
          <ac:chgData name="PCSIEHER (HERRERA TRUJILLO, EMILIO ANTONIO)" userId="c2439461-86f4-408f-a81b-719e8ff0266f" providerId="ADAL" clId="{1E906DD7-E806-48D4-B709-56CFE12903EA}" dt="2023-08-11T15:48:10.252" v="459" actId="20577"/>
          <ac:spMkLst>
            <pc:docMk/>
            <pc:sldMk cId="3220905575" sldId="258"/>
            <ac:spMk id="30" creationId="{341E8F28-AB45-4F72-B2BA-6514EC7036BA}"/>
          </ac:spMkLst>
        </pc:spChg>
        <pc:cxnChg chg="mod">
          <ac:chgData name="PCSIEHER (HERRERA TRUJILLO, EMILIO ANTONIO)" userId="c2439461-86f4-408f-a81b-719e8ff0266f" providerId="ADAL" clId="{1E906DD7-E806-48D4-B709-56CFE12903EA}" dt="2023-08-11T15:47:08.151" v="374" actId="14100"/>
          <ac:cxnSpMkLst>
            <pc:docMk/>
            <pc:sldMk cId="3220905575" sldId="258"/>
            <ac:cxnSpMk id="7" creationId="{10BBF8B4-5158-44E9-8AB1-EC9A99FF40B0}"/>
          </ac:cxnSpMkLst>
        </pc:cxnChg>
        <pc:cxnChg chg="add del mod">
          <ac:chgData name="PCSIEHER (HERRERA TRUJILLO, EMILIO ANTONIO)" userId="c2439461-86f4-408f-a81b-719e8ff0266f" providerId="ADAL" clId="{1E906DD7-E806-48D4-B709-56CFE12903EA}" dt="2023-08-11T15:47:03.649" v="373" actId="478"/>
          <ac:cxnSpMkLst>
            <pc:docMk/>
            <pc:sldMk cId="3220905575" sldId="258"/>
            <ac:cxnSpMk id="8" creationId="{731327DA-0813-498B-8C00-3BE22C731C3D}"/>
          </ac:cxnSpMkLst>
        </pc:cxnChg>
      </pc:sldChg>
      <pc:sldChg chg="modSp mod">
        <pc:chgData name="PCSIEHER (HERRERA TRUJILLO, EMILIO ANTONIO)" userId="c2439461-86f4-408f-a81b-719e8ff0266f" providerId="ADAL" clId="{1E906DD7-E806-48D4-B709-56CFE12903EA}" dt="2023-08-11T15:57:41.793" v="486" actId="20577"/>
        <pc:sldMkLst>
          <pc:docMk/>
          <pc:sldMk cId="3920266470" sldId="259"/>
        </pc:sldMkLst>
        <pc:spChg chg="mod">
          <ac:chgData name="PCSIEHER (HERRERA TRUJILLO, EMILIO ANTONIO)" userId="c2439461-86f4-408f-a81b-719e8ff0266f" providerId="ADAL" clId="{1E906DD7-E806-48D4-B709-56CFE12903EA}" dt="2023-08-11T15:57:41.793" v="486" actId="20577"/>
          <ac:spMkLst>
            <pc:docMk/>
            <pc:sldMk cId="3920266470" sldId="259"/>
            <ac:spMk id="6" creationId="{50403D3C-E55D-CF70-F316-4C8E2C095B2E}"/>
          </ac:spMkLst>
        </pc:spChg>
      </pc:sldChg>
      <pc:sldChg chg="delSp mod">
        <pc:chgData name="PCSIEHER (HERRERA TRUJILLO, EMILIO ANTONIO)" userId="c2439461-86f4-408f-a81b-719e8ff0266f" providerId="ADAL" clId="{1E906DD7-E806-48D4-B709-56CFE12903EA}" dt="2023-08-11T16:01:10.645" v="495" actId="478"/>
        <pc:sldMkLst>
          <pc:docMk/>
          <pc:sldMk cId="2513683708" sldId="260"/>
        </pc:sldMkLst>
        <pc:spChg chg="del">
          <ac:chgData name="PCSIEHER (HERRERA TRUJILLO, EMILIO ANTONIO)" userId="c2439461-86f4-408f-a81b-719e8ff0266f" providerId="ADAL" clId="{1E906DD7-E806-48D4-B709-56CFE12903EA}" dt="2023-08-11T16:01:09.226" v="494" actId="478"/>
          <ac:spMkLst>
            <pc:docMk/>
            <pc:sldMk cId="2513683708" sldId="260"/>
            <ac:spMk id="7" creationId="{386538C5-9054-F0C9-7FF0-7B78551EE958}"/>
          </ac:spMkLst>
        </pc:spChg>
        <pc:spChg chg="del">
          <ac:chgData name="PCSIEHER (HERRERA TRUJILLO, EMILIO ANTONIO)" userId="c2439461-86f4-408f-a81b-719e8ff0266f" providerId="ADAL" clId="{1E906DD7-E806-48D4-B709-56CFE12903EA}" dt="2023-08-11T16:01:10.645" v="495" actId="478"/>
          <ac:spMkLst>
            <pc:docMk/>
            <pc:sldMk cId="2513683708" sldId="260"/>
            <ac:spMk id="35" creationId="{AB66B019-86C9-4147-B07B-DAA70561F5E0}"/>
          </ac:spMkLst>
        </pc:spChg>
      </pc:sldChg>
      <pc:sldChg chg="modSp mod">
        <pc:chgData name="PCSIEHER (HERRERA TRUJILLO, EMILIO ANTONIO)" userId="c2439461-86f4-408f-a81b-719e8ff0266f" providerId="ADAL" clId="{1E906DD7-E806-48D4-B709-56CFE12903EA}" dt="2023-08-11T15:39:27.172" v="269" actId="108"/>
        <pc:sldMkLst>
          <pc:docMk/>
          <pc:sldMk cId="210311730" sldId="264"/>
        </pc:sldMkLst>
        <pc:spChg chg="mod">
          <ac:chgData name="PCSIEHER (HERRERA TRUJILLO, EMILIO ANTONIO)" userId="c2439461-86f4-408f-a81b-719e8ff0266f" providerId="ADAL" clId="{1E906DD7-E806-48D4-B709-56CFE12903EA}" dt="2023-08-11T15:37:28.190" v="165" actId="6549"/>
          <ac:spMkLst>
            <pc:docMk/>
            <pc:sldMk cId="210311730" sldId="264"/>
            <ac:spMk id="2" creationId="{84453C5B-4143-68BD-666E-A933EBEBFE92}"/>
          </ac:spMkLst>
        </pc:spChg>
        <pc:spChg chg="mod">
          <ac:chgData name="PCSIEHER (HERRERA TRUJILLO, EMILIO ANTONIO)" userId="c2439461-86f4-408f-a81b-719e8ff0266f" providerId="ADAL" clId="{1E906DD7-E806-48D4-B709-56CFE12903EA}" dt="2023-08-11T15:38:19.305" v="209" actId="20577"/>
          <ac:spMkLst>
            <pc:docMk/>
            <pc:sldMk cId="210311730" sldId="264"/>
            <ac:spMk id="3" creationId="{7DA52F0E-FC8E-BB5B-7C85-1A9CF5CF501D}"/>
          </ac:spMkLst>
        </pc:spChg>
        <pc:spChg chg="mod">
          <ac:chgData name="PCSIEHER (HERRERA TRUJILLO, EMILIO ANTONIO)" userId="c2439461-86f4-408f-a81b-719e8ff0266f" providerId="ADAL" clId="{1E906DD7-E806-48D4-B709-56CFE12903EA}" dt="2023-08-11T15:39:09.353" v="267" actId="20577"/>
          <ac:spMkLst>
            <pc:docMk/>
            <pc:sldMk cId="210311730" sldId="264"/>
            <ac:spMk id="7" creationId="{5AB1B43C-E679-1B9A-A911-4E6A48EF04D9}"/>
          </ac:spMkLst>
        </pc:spChg>
        <pc:spChg chg="mod">
          <ac:chgData name="PCSIEHER (HERRERA TRUJILLO, EMILIO ANTONIO)" userId="c2439461-86f4-408f-a81b-719e8ff0266f" providerId="ADAL" clId="{1E906DD7-E806-48D4-B709-56CFE12903EA}" dt="2023-08-11T15:37:08.798" v="162" actId="108"/>
          <ac:spMkLst>
            <pc:docMk/>
            <pc:sldMk cId="210311730" sldId="264"/>
            <ac:spMk id="20" creationId="{576C3F3D-3022-4C78-BCB0-C554CB207173}"/>
          </ac:spMkLst>
        </pc:spChg>
        <pc:spChg chg="mod">
          <ac:chgData name="PCSIEHER (HERRERA TRUJILLO, EMILIO ANTONIO)" userId="c2439461-86f4-408f-a81b-719e8ff0266f" providerId="ADAL" clId="{1E906DD7-E806-48D4-B709-56CFE12903EA}" dt="2023-08-11T15:37:47.294" v="167" actId="108"/>
          <ac:spMkLst>
            <pc:docMk/>
            <pc:sldMk cId="210311730" sldId="264"/>
            <ac:spMk id="28" creationId="{CEAC60C6-1846-43E2-9D2F-3B79D982F75E}"/>
          </ac:spMkLst>
        </pc:spChg>
        <pc:spChg chg="mod">
          <ac:chgData name="PCSIEHER (HERRERA TRUJILLO, EMILIO ANTONIO)" userId="c2439461-86f4-408f-a81b-719e8ff0266f" providerId="ADAL" clId="{1E906DD7-E806-48D4-B709-56CFE12903EA}" dt="2023-08-11T15:38:37.512" v="211" actId="108"/>
          <ac:spMkLst>
            <pc:docMk/>
            <pc:sldMk cId="210311730" sldId="264"/>
            <ac:spMk id="32" creationId="{6A8EFF5A-7EB2-4099-970B-A9587C3986E4}"/>
          </ac:spMkLst>
        </pc:spChg>
        <pc:spChg chg="mod">
          <ac:chgData name="PCSIEHER (HERRERA TRUJILLO, EMILIO ANTONIO)" userId="c2439461-86f4-408f-a81b-719e8ff0266f" providerId="ADAL" clId="{1E906DD7-E806-48D4-B709-56CFE12903EA}" dt="2023-08-11T15:39:27.172" v="269" actId="108"/>
          <ac:spMkLst>
            <pc:docMk/>
            <pc:sldMk cId="210311730" sldId="264"/>
            <ac:spMk id="36" creationId="{A4A66F2C-C119-431D-96E5-42C5ED3DBD50}"/>
          </ac:spMkLst>
        </pc:spChg>
      </pc:sldChg>
      <pc:sldChg chg="addSp delSp modSp mod">
        <pc:chgData name="PCSIEHER (HERRERA TRUJILLO, EMILIO ANTONIO)" userId="c2439461-86f4-408f-a81b-719e8ff0266f" providerId="ADAL" clId="{1E906DD7-E806-48D4-B709-56CFE12903EA}" dt="2023-08-11T15:46:02.951" v="347" actId="20577"/>
        <pc:sldMkLst>
          <pc:docMk/>
          <pc:sldMk cId="1738192409" sldId="265"/>
        </pc:sldMkLst>
        <pc:spChg chg="mod">
          <ac:chgData name="PCSIEHER (HERRERA TRUJILLO, EMILIO ANTONIO)" userId="c2439461-86f4-408f-a81b-719e8ff0266f" providerId="ADAL" clId="{1E906DD7-E806-48D4-B709-56CFE12903EA}" dt="2023-08-11T15:40:37.021" v="279" actId="1076"/>
          <ac:spMkLst>
            <pc:docMk/>
            <pc:sldMk cId="1738192409" sldId="265"/>
            <ac:spMk id="12" creationId="{59146ECD-1F30-426A-8D14-B423F172388B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3:24.375" v="306" actId="113"/>
          <ac:spMkLst>
            <pc:docMk/>
            <pc:sldMk cId="1738192409" sldId="265"/>
            <ac:spMk id="15" creationId="{9ADC7D8C-EA6D-AD02-6761-F8A09215B5F5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3:24.375" v="306" actId="113"/>
          <ac:spMkLst>
            <pc:docMk/>
            <pc:sldMk cId="1738192409" sldId="265"/>
            <ac:spMk id="16" creationId="{6C759CD8-B332-CD18-640D-08066BC6CCC8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4:57.335" v="320" actId="207"/>
          <ac:spMkLst>
            <pc:docMk/>
            <pc:sldMk cId="1738192409" sldId="265"/>
            <ac:spMk id="20" creationId="{92096A0B-D411-E96A-3151-C6EAACC119DE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5:12.418" v="328" actId="20577"/>
          <ac:spMkLst>
            <pc:docMk/>
            <pc:sldMk cId="1738192409" sldId="265"/>
            <ac:spMk id="21" creationId="{1435F3A9-1E1B-D517-0B18-E01DA0A8FBFF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5:23.308" v="332" actId="20577"/>
          <ac:spMkLst>
            <pc:docMk/>
            <pc:sldMk cId="1738192409" sldId="265"/>
            <ac:spMk id="22" creationId="{ABAE8886-F60E-D098-1785-8AFB4D3F2FCD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5:32.369" v="337" actId="20577"/>
          <ac:spMkLst>
            <pc:docMk/>
            <pc:sldMk cId="1738192409" sldId="265"/>
            <ac:spMk id="23" creationId="{D8636A5B-171C-3A7A-097A-CB0C94A7ACAF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5:46.562" v="341" actId="20577"/>
          <ac:spMkLst>
            <pc:docMk/>
            <pc:sldMk cId="1738192409" sldId="265"/>
            <ac:spMk id="24" creationId="{B0055AEF-6851-B8A7-9F9F-B7A633393A52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5:52.940" v="343" actId="1076"/>
          <ac:spMkLst>
            <pc:docMk/>
            <pc:sldMk cId="1738192409" sldId="265"/>
            <ac:spMk id="25" creationId="{5799C791-B507-7DDF-E348-80DB70CC3ACA}"/>
          </ac:spMkLst>
        </pc:spChg>
        <pc:spChg chg="add mod">
          <ac:chgData name="PCSIEHER (HERRERA TRUJILLO, EMILIO ANTONIO)" userId="c2439461-86f4-408f-a81b-719e8ff0266f" providerId="ADAL" clId="{1E906DD7-E806-48D4-B709-56CFE12903EA}" dt="2023-08-11T15:46:02.951" v="347" actId="20577"/>
          <ac:spMkLst>
            <pc:docMk/>
            <pc:sldMk cId="1738192409" sldId="265"/>
            <ac:spMk id="26" creationId="{3389B858-5975-078A-5D77-A0A5F3870454}"/>
          </ac:spMkLst>
        </pc:spChg>
        <pc:picChg chg="add del">
          <ac:chgData name="PCSIEHER (HERRERA TRUJILLO, EMILIO ANTONIO)" userId="c2439461-86f4-408f-a81b-719e8ff0266f" providerId="ADAL" clId="{1E906DD7-E806-48D4-B709-56CFE12903EA}" dt="2023-08-11T15:40:02.646" v="272" actId="478"/>
          <ac:picMkLst>
            <pc:docMk/>
            <pc:sldMk cId="1738192409" sldId="265"/>
            <ac:picMk id="3" creationId="{A489AAA8-529E-EE7F-D96C-7CE94BA99054}"/>
          </ac:picMkLst>
        </pc:picChg>
        <pc:picChg chg="del">
          <ac:chgData name="PCSIEHER (HERRERA TRUJILLO, EMILIO ANTONIO)" userId="c2439461-86f4-408f-a81b-719e8ff0266f" providerId="ADAL" clId="{1E906DD7-E806-48D4-B709-56CFE12903EA}" dt="2023-08-11T15:39:48.883" v="270" actId="478"/>
          <ac:picMkLst>
            <pc:docMk/>
            <pc:sldMk cId="1738192409" sldId="265"/>
            <ac:picMk id="9" creationId="{6E5D4426-0488-6A5B-166E-1601A090D4BB}"/>
          </ac:picMkLst>
        </pc:picChg>
        <pc:picChg chg="add mod">
          <ac:chgData name="PCSIEHER (HERRERA TRUJILLO, EMILIO ANTONIO)" userId="c2439461-86f4-408f-a81b-719e8ff0266f" providerId="ADAL" clId="{1E906DD7-E806-48D4-B709-56CFE12903EA}" dt="2023-08-11T15:40:30.451" v="278" actId="1076"/>
          <ac:picMkLst>
            <pc:docMk/>
            <pc:sldMk cId="1738192409" sldId="265"/>
            <ac:picMk id="11" creationId="{320BE231-B89A-DE20-85C8-CDC1AFE3A437}"/>
          </ac:picMkLst>
        </pc:picChg>
        <pc:picChg chg="add mod">
          <ac:chgData name="PCSIEHER (HERRERA TRUJILLO, EMILIO ANTONIO)" userId="c2439461-86f4-408f-a81b-719e8ff0266f" providerId="ADAL" clId="{1E906DD7-E806-48D4-B709-56CFE12903EA}" dt="2023-08-11T15:42:24.903" v="283" actId="1076"/>
          <ac:picMkLst>
            <pc:docMk/>
            <pc:sldMk cId="1738192409" sldId="265"/>
            <ac:picMk id="14" creationId="{50096B62-1A44-F41D-8FE9-1E6669AEC878}"/>
          </ac:picMkLst>
        </pc:picChg>
        <pc:cxnChg chg="add mod">
          <ac:chgData name="PCSIEHER (HERRERA TRUJILLO, EMILIO ANTONIO)" userId="c2439461-86f4-408f-a81b-719e8ff0266f" providerId="ADAL" clId="{1E906DD7-E806-48D4-B709-56CFE12903EA}" dt="2023-08-11T15:43:24.375" v="306" actId="113"/>
          <ac:cxnSpMkLst>
            <pc:docMk/>
            <pc:sldMk cId="1738192409" sldId="265"/>
            <ac:cxnSpMk id="18" creationId="{E9402514-34B4-B485-C976-F68E8D0B7A80}"/>
          </ac:cxnSpMkLst>
        </pc:cxnChg>
        <pc:cxnChg chg="add mod">
          <ac:chgData name="PCSIEHER (HERRERA TRUJILLO, EMILIO ANTONIO)" userId="c2439461-86f4-408f-a81b-719e8ff0266f" providerId="ADAL" clId="{1E906DD7-E806-48D4-B709-56CFE12903EA}" dt="2023-08-11T15:43:12.696" v="304" actId="1076"/>
          <ac:cxnSpMkLst>
            <pc:docMk/>
            <pc:sldMk cId="1738192409" sldId="265"/>
            <ac:cxnSpMk id="19" creationId="{21EDD7F4-01B8-CBB8-3D45-D89BA5172A48}"/>
          </ac:cxnSpMkLst>
        </pc:cxnChg>
      </pc:sldChg>
      <pc:sldChg chg="modSp mod">
        <pc:chgData name="PCSIEHER (HERRERA TRUJILLO, EMILIO ANTONIO)" userId="c2439461-86f4-408f-a81b-719e8ff0266f" providerId="ADAL" clId="{1E906DD7-E806-48D4-B709-56CFE12903EA}" dt="2023-08-11T15:31:35.926" v="61" actId="20577"/>
        <pc:sldMkLst>
          <pc:docMk/>
          <pc:sldMk cId="1667273690" sldId="281"/>
        </pc:sldMkLst>
        <pc:spChg chg="mod">
          <ac:chgData name="PCSIEHER (HERRERA TRUJILLO, EMILIO ANTONIO)" userId="c2439461-86f4-408f-a81b-719e8ff0266f" providerId="ADAL" clId="{1E906DD7-E806-48D4-B709-56CFE12903EA}" dt="2023-08-11T15:31:35.926" v="61" actId="20577"/>
          <ac:spMkLst>
            <pc:docMk/>
            <pc:sldMk cId="1667273690" sldId="281"/>
            <ac:spMk id="6" creationId="{D1920445-2224-41CF-9436-C0A0A7CBF3A4}"/>
          </ac:spMkLst>
        </pc:spChg>
      </pc:sldChg>
      <pc:sldChg chg="modSp mod">
        <pc:chgData name="PCSIEHER (HERRERA TRUJILLO, EMILIO ANTONIO)" userId="c2439461-86f4-408f-a81b-719e8ff0266f" providerId="ADAL" clId="{1E906DD7-E806-48D4-B709-56CFE12903EA}" dt="2023-08-11T15:35:32.120" v="160" actId="14100"/>
        <pc:sldMkLst>
          <pc:docMk/>
          <pc:sldMk cId="4112524396" sldId="282"/>
        </pc:sldMkLst>
        <pc:spChg chg="mod">
          <ac:chgData name="PCSIEHER (HERRERA TRUJILLO, EMILIO ANTONIO)" userId="c2439461-86f4-408f-a81b-719e8ff0266f" providerId="ADAL" clId="{1E906DD7-E806-48D4-B709-56CFE12903EA}" dt="2023-08-11T15:35:32.120" v="160" actId="14100"/>
          <ac:spMkLst>
            <pc:docMk/>
            <pc:sldMk cId="4112524396" sldId="282"/>
            <ac:spMk id="6" creationId="{D1920445-2224-41CF-9436-C0A0A7CBF3A4}"/>
          </ac:spMkLst>
        </pc:spChg>
      </pc:sldChg>
      <pc:sldChg chg="delSp del mod">
        <pc:chgData name="PCSIEHER (HERRERA TRUJILLO, EMILIO ANTONIO)" userId="c2439461-86f4-408f-a81b-719e8ff0266f" providerId="ADAL" clId="{1E906DD7-E806-48D4-B709-56CFE12903EA}" dt="2023-08-11T15:44:26.455" v="308" actId="47"/>
        <pc:sldMkLst>
          <pc:docMk/>
          <pc:sldMk cId="334177060" sldId="284"/>
        </pc:sldMkLst>
        <pc:picChg chg="del">
          <ac:chgData name="PCSIEHER (HERRERA TRUJILLO, EMILIO ANTONIO)" userId="c2439461-86f4-408f-a81b-719e8ff0266f" providerId="ADAL" clId="{1E906DD7-E806-48D4-B709-56CFE12903EA}" dt="2023-08-11T15:44:23.569" v="307" actId="478"/>
          <ac:picMkLst>
            <pc:docMk/>
            <pc:sldMk cId="334177060" sldId="284"/>
            <ac:picMk id="3" creationId="{F97DB83B-AC16-AB57-3F60-9AD81FF72B56}"/>
          </ac:picMkLst>
        </pc:picChg>
      </pc:sldChg>
      <pc:sldChg chg="delSp del mod">
        <pc:chgData name="PCSIEHER (HERRERA TRUJILLO, EMILIO ANTONIO)" userId="c2439461-86f4-408f-a81b-719e8ff0266f" providerId="ADAL" clId="{1E906DD7-E806-48D4-B709-56CFE12903EA}" dt="2023-08-11T15:58:50.081" v="493" actId="47"/>
        <pc:sldMkLst>
          <pc:docMk/>
          <pc:sldMk cId="595340009" sldId="286"/>
        </pc:sldMkLst>
        <pc:spChg chg="del">
          <ac:chgData name="PCSIEHER (HERRERA TRUJILLO, EMILIO ANTONIO)" userId="c2439461-86f4-408f-a81b-719e8ff0266f" providerId="ADAL" clId="{1E906DD7-E806-48D4-B709-56CFE12903EA}" dt="2023-08-11T15:58:36.885" v="488" actId="21"/>
          <ac:spMkLst>
            <pc:docMk/>
            <pc:sldMk cId="595340009" sldId="286"/>
            <ac:spMk id="10" creationId="{36D4DA89-B0CE-DAAA-1403-24EC06750B06}"/>
          </ac:spMkLst>
        </pc:spChg>
      </pc:sldChg>
      <pc:sldChg chg="del">
        <pc:chgData name="PCSIEHER (HERRERA TRUJILLO, EMILIO ANTONIO)" userId="c2439461-86f4-408f-a81b-719e8ff0266f" providerId="ADAL" clId="{1E906DD7-E806-48D4-B709-56CFE12903EA}" dt="2023-08-11T16:01:31.553" v="496" actId="47"/>
        <pc:sldMkLst>
          <pc:docMk/>
          <pc:sldMk cId="259331753" sldId="287"/>
        </pc:sldMkLst>
      </pc:sldChg>
      <pc:sldChg chg="modSp mod">
        <pc:chgData name="PCSIEHER (HERRERA TRUJILLO, EMILIO ANTONIO)" userId="c2439461-86f4-408f-a81b-719e8ff0266f" providerId="ADAL" clId="{1E906DD7-E806-48D4-B709-56CFE12903EA}" dt="2023-08-11T16:11:16.179" v="757" actId="20577"/>
        <pc:sldMkLst>
          <pc:docMk/>
          <pc:sldMk cId="2028409257" sldId="292"/>
        </pc:sldMkLst>
        <pc:spChg chg="mod">
          <ac:chgData name="PCSIEHER (HERRERA TRUJILLO, EMILIO ANTONIO)" userId="c2439461-86f4-408f-a81b-719e8ff0266f" providerId="ADAL" clId="{1E906DD7-E806-48D4-B709-56CFE12903EA}" dt="2023-08-11T16:11:16.179" v="757" actId="20577"/>
          <ac:spMkLst>
            <pc:docMk/>
            <pc:sldMk cId="2028409257" sldId="292"/>
            <ac:spMk id="3" creationId="{34641D4C-D0B1-6928-29F1-CAC65C4A93B7}"/>
          </ac:spMkLst>
        </pc:spChg>
        <pc:spChg chg="mod">
          <ac:chgData name="PCSIEHER (HERRERA TRUJILLO, EMILIO ANTONIO)" userId="c2439461-86f4-408f-a81b-719e8ff0266f" providerId="ADAL" clId="{1E906DD7-E806-48D4-B709-56CFE12903EA}" dt="2023-08-11T16:10:15.326" v="711" actId="14100"/>
          <ac:spMkLst>
            <pc:docMk/>
            <pc:sldMk cId="2028409257" sldId="292"/>
            <ac:spMk id="8" creationId="{D251FAAD-8852-B09D-72C9-4AAE28730C70}"/>
          </ac:spMkLst>
        </pc:spChg>
      </pc:sldChg>
      <pc:sldChg chg="addSp modSp add mod">
        <pc:chgData name="PCSIEHER (HERRERA TRUJILLO, EMILIO ANTONIO)" userId="c2439461-86f4-408f-a81b-719e8ff0266f" providerId="ADAL" clId="{1E906DD7-E806-48D4-B709-56CFE12903EA}" dt="2023-08-11T15:58:47.650" v="492" actId="14100"/>
        <pc:sldMkLst>
          <pc:docMk/>
          <pc:sldMk cId="715456865" sldId="319"/>
        </pc:sldMkLst>
        <pc:spChg chg="add mod ord">
          <ac:chgData name="PCSIEHER (HERRERA TRUJILLO, EMILIO ANTONIO)" userId="c2439461-86f4-408f-a81b-719e8ff0266f" providerId="ADAL" clId="{1E906DD7-E806-48D4-B709-56CFE12903EA}" dt="2023-08-11T15:58:47.650" v="492" actId="14100"/>
          <ac:spMkLst>
            <pc:docMk/>
            <pc:sldMk cId="715456865" sldId="319"/>
            <ac:spMk id="10" creationId="{C85F9BA3-CD38-9E55-333A-7590EF61961A}"/>
          </ac:spMkLst>
        </pc:spChg>
      </pc:sldChg>
      <pc:sldChg chg="add del">
        <pc:chgData name="PCSIEHER (HERRERA TRUJILLO, EMILIO ANTONIO)" userId="c2439461-86f4-408f-a81b-719e8ff0266f" providerId="ADAL" clId="{1E906DD7-E806-48D4-B709-56CFE12903EA}" dt="2023-08-11T16:03:04.111" v="499" actId="47"/>
        <pc:sldMkLst>
          <pc:docMk/>
          <pc:sldMk cId="1295258650" sldId="412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821844399" sldId="424"/>
        </pc:sldMkLst>
      </pc:sldChg>
      <pc:sldChg chg="delSp add mod">
        <pc:chgData name="PCSIEHER (HERRERA TRUJILLO, EMILIO ANTONIO)" userId="c2439461-86f4-408f-a81b-719e8ff0266f" providerId="ADAL" clId="{1E906DD7-E806-48D4-B709-56CFE12903EA}" dt="2023-08-11T16:03:24.927" v="500" actId="478"/>
        <pc:sldMkLst>
          <pc:docMk/>
          <pc:sldMk cId="1391665653" sldId="425"/>
        </pc:sldMkLst>
        <pc:spChg chg="del">
          <ac:chgData name="PCSIEHER (HERRERA TRUJILLO, EMILIO ANTONIO)" userId="c2439461-86f4-408f-a81b-719e8ff0266f" providerId="ADAL" clId="{1E906DD7-E806-48D4-B709-56CFE12903EA}" dt="2023-08-11T16:03:24.927" v="500" actId="478"/>
          <ac:spMkLst>
            <pc:docMk/>
            <pc:sldMk cId="1391665653" sldId="425"/>
            <ac:spMk id="7" creationId="{7855D4E3-E34D-4C41-B1D4-B1CD64AB6B0B}"/>
          </ac:spMkLst>
        </pc:spChg>
      </pc:sldChg>
      <pc:sldChg chg="delSp add mod">
        <pc:chgData name="PCSIEHER (HERRERA TRUJILLO, EMILIO ANTONIO)" userId="c2439461-86f4-408f-a81b-719e8ff0266f" providerId="ADAL" clId="{1E906DD7-E806-48D4-B709-56CFE12903EA}" dt="2023-08-11T16:03:29.151" v="501" actId="478"/>
        <pc:sldMkLst>
          <pc:docMk/>
          <pc:sldMk cId="3328641586" sldId="426"/>
        </pc:sldMkLst>
        <pc:spChg chg="del">
          <ac:chgData name="PCSIEHER (HERRERA TRUJILLO, EMILIO ANTONIO)" userId="c2439461-86f4-408f-a81b-719e8ff0266f" providerId="ADAL" clId="{1E906DD7-E806-48D4-B709-56CFE12903EA}" dt="2023-08-11T16:03:29.151" v="501" actId="478"/>
          <ac:spMkLst>
            <pc:docMk/>
            <pc:sldMk cId="3328641586" sldId="426"/>
            <ac:spMk id="7" creationId="{B27010AE-8699-48F2-9B18-D339CD34C297}"/>
          </ac:spMkLst>
        </pc:spChg>
      </pc:sldChg>
      <pc:sldChg chg="delSp add mod">
        <pc:chgData name="PCSIEHER (HERRERA TRUJILLO, EMILIO ANTONIO)" userId="c2439461-86f4-408f-a81b-719e8ff0266f" providerId="ADAL" clId="{1E906DD7-E806-48D4-B709-56CFE12903EA}" dt="2023-08-11T16:03:40.873" v="502" actId="478"/>
        <pc:sldMkLst>
          <pc:docMk/>
          <pc:sldMk cId="1325950711" sldId="427"/>
        </pc:sldMkLst>
        <pc:spChg chg="del">
          <ac:chgData name="PCSIEHER (HERRERA TRUJILLO, EMILIO ANTONIO)" userId="c2439461-86f4-408f-a81b-719e8ff0266f" providerId="ADAL" clId="{1E906DD7-E806-48D4-B709-56CFE12903EA}" dt="2023-08-11T16:03:40.873" v="502" actId="478"/>
          <ac:spMkLst>
            <pc:docMk/>
            <pc:sldMk cId="1325950711" sldId="427"/>
            <ac:spMk id="7" creationId="{F69CE27B-6064-4343-9BD8-9F8F5286F8E2}"/>
          </ac:spMkLst>
        </pc:spChg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65073163" sldId="428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914848887" sldId="429"/>
        </pc:sldMkLst>
      </pc:sldChg>
      <pc:sldChg chg="delSp add mod">
        <pc:chgData name="PCSIEHER (HERRERA TRUJILLO, EMILIO ANTONIO)" userId="c2439461-86f4-408f-a81b-719e8ff0266f" providerId="ADAL" clId="{1E906DD7-E806-48D4-B709-56CFE12903EA}" dt="2023-08-11T16:04:25.012" v="505" actId="478"/>
        <pc:sldMkLst>
          <pc:docMk/>
          <pc:sldMk cId="2643674702" sldId="430"/>
        </pc:sldMkLst>
        <pc:spChg chg="del">
          <ac:chgData name="PCSIEHER (HERRERA TRUJILLO, EMILIO ANTONIO)" userId="c2439461-86f4-408f-a81b-719e8ff0266f" providerId="ADAL" clId="{1E906DD7-E806-48D4-B709-56CFE12903EA}" dt="2023-08-11T16:04:25.012" v="505" actId="478"/>
          <ac:spMkLst>
            <pc:docMk/>
            <pc:sldMk cId="2643674702" sldId="430"/>
            <ac:spMk id="8" creationId="{B9F57A92-44A4-4DA1-BDC6-E683D9E6BBBA}"/>
          </ac:spMkLst>
        </pc:spChg>
      </pc:sldChg>
      <pc:sldChg chg="add del">
        <pc:chgData name="PCSIEHER (HERRERA TRUJILLO, EMILIO ANTONIO)" userId="c2439461-86f4-408f-a81b-719e8ff0266f" providerId="ADAL" clId="{1E906DD7-E806-48D4-B709-56CFE12903EA}" dt="2023-08-11T16:04:53.013" v="509" actId="47"/>
        <pc:sldMkLst>
          <pc:docMk/>
          <pc:sldMk cId="187751504" sldId="431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48634844" sldId="432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385828062" sldId="433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236855548" sldId="434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40470525" sldId="435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138237349" sldId="436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892102338" sldId="437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379878990" sldId="438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844924484" sldId="439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507012588" sldId="440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790728869" sldId="441"/>
        </pc:sldMkLst>
      </pc:sldChg>
      <pc:sldChg chg="delSp add mod">
        <pc:chgData name="PCSIEHER (HERRERA TRUJILLO, EMILIO ANTONIO)" userId="c2439461-86f4-408f-a81b-719e8ff0266f" providerId="ADAL" clId="{1E906DD7-E806-48D4-B709-56CFE12903EA}" dt="2023-08-11T16:04:17.385" v="503" actId="478"/>
        <pc:sldMkLst>
          <pc:docMk/>
          <pc:sldMk cId="1073519422" sldId="442"/>
        </pc:sldMkLst>
        <pc:spChg chg="del">
          <ac:chgData name="PCSIEHER (HERRERA TRUJILLO, EMILIO ANTONIO)" userId="c2439461-86f4-408f-a81b-719e8ff0266f" providerId="ADAL" clId="{1E906DD7-E806-48D4-B709-56CFE12903EA}" dt="2023-08-11T16:04:17.385" v="503" actId="478"/>
          <ac:spMkLst>
            <pc:docMk/>
            <pc:sldMk cId="1073519422" sldId="442"/>
            <ac:spMk id="7" creationId="{BD7FA059-2E6D-498E-A312-FF8933C3E2C2}"/>
          </ac:spMkLst>
        </pc:spChg>
      </pc:sldChg>
      <pc:sldChg chg="delSp add mod">
        <pc:chgData name="PCSIEHER (HERRERA TRUJILLO, EMILIO ANTONIO)" userId="c2439461-86f4-408f-a81b-719e8ff0266f" providerId="ADAL" clId="{1E906DD7-E806-48D4-B709-56CFE12903EA}" dt="2023-08-11T16:04:20.436" v="504" actId="478"/>
        <pc:sldMkLst>
          <pc:docMk/>
          <pc:sldMk cId="29944110" sldId="443"/>
        </pc:sldMkLst>
        <pc:spChg chg="del">
          <ac:chgData name="PCSIEHER (HERRERA TRUJILLO, EMILIO ANTONIO)" userId="c2439461-86f4-408f-a81b-719e8ff0266f" providerId="ADAL" clId="{1E906DD7-E806-48D4-B709-56CFE12903EA}" dt="2023-08-11T16:04:20.436" v="504" actId="478"/>
          <ac:spMkLst>
            <pc:docMk/>
            <pc:sldMk cId="29944110" sldId="443"/>
            <ac:spMk id="8" creationId="{5E6F3255-8AF7-43ED-8DF7-54D8961CAFF9}"/>
          </ac:spMkLst>
        </pc:spChg>
      </pc:sldChg>
      <pc:sldChg chg="delSp add mod">
        <pc:chgData name="PCSIEHER (HERRERA TRUJILLO, EMILIO ANTONIO)" userId="c2439461-86f4-408f-a81b-719e8ff0266f" providerId="ADAL" clId="{1E906DD7-E806-48D4-B709-56CFE12903EA}" dt="2023-08-11T16:04:28.395" v="506" actId="478"/>
        <pc:sldMkLst>
          <pc:docMk/>
          <pc:sldMk cId="594321014" sldId="444"/>
        </pc:sldMkLst>
        <pc:spChg chg="del">
          <ac:chgData name="PCSIEHER (HERRERA TRUJILLO, EMILIO ANTONIO)" userId="c2439461-86f4-408f-a81b-719e8ff0266f" providerId="ADAL" clId="{1E906DD7-E806-48D4-B709-56CFE12903EA}" dt="2023-08-11T16:04:28.395" v="506" actId="478"/>
          <ac:spMkLst>
            <pc:docMk/>
            <pc:sldMk cId="594321014" sldId="444"/>
            <ac:spMk id="8" creationId="{FF30829A-F1B9-4CBD-855B-F40CF5168B44}"/>
          </ac:spMkLst>
        </pc:spChg>
      </pc:sldChg>
      <pc:sldChg chg="delSp add mod">
        <pc:chgData name="PCSIEHER (HERRERA TRUJILLO, EMILIO ANTONIO)" userId="c2439461-86f4-408f-a81b-719e8ff0266f" providerId="ADAL" clId="{1E906DD7-E806-48D4-B709-56CFE12903EA}" dt="2023-08-11T16:04:30.953" v="507" actId="478"/>
        <pc:sldMkLst>
          <pc:docMk/>
          <pc:sldMk cId="4231849649" sldId="445"/>
        </pc:sldMkLst>
        <pc:spChg chg="del">
          <ac:chgData name="PCSIEHER (HERRERA TRUJILLO, EMILIO ANTONIO)" userId="c2439461-86f4-408f-a81b-719e8ff0266f" providerId="ADAL" clId="{1E906DD7-E806-48D4-B709-56CFE12903EA}" dt="2023-08-11T16:04:30.953" v="507" actId="478"/>
          <ac:spMkLst>
            <pc:docMk/>
            <pc:sldMk cId="4231849649" sldId="445"/>
            <ac:spMk id="8" creationId="{2A60AB1A-61F6-4C35-BF20-11E344F513DB}"/>
          </ac:spMkLst>
        </pc:spChg>
      </pc:sldChg>
      <pc:sldChg chg="delSp add mod">
        <pc:chgData name="PCSIEHER (HERRERA TRUJILLO, EMILIO ANTONIO)" userId="c2439461-86f4-408f-a81b-719e8ff0266f" providerId="ADAL" clId="{1E906DD7-E806-48D4-B709-56CFE12903EA}" dt="2023-08-11T16:04:33.284" v="508" actId="478"/>
        <pc:sldMkLst>
          <pc:docMk/>
          <pc:sldMk cId="1637283949" sldId="446"/>
        </pc:sldMkLst>
        <pc:spChg chg="del">
          <ac:chgData name="PCSIEHER (HERRERA TRUJILLO, EMILIO ANTONIO)" userId="c2439461-86f4-408f-a81b-719e8ff0266f" providerId="ADAL" clId="{1E906DD7-E806-48D4-B709-56CFE12903EA}" dt="2023-08-11T16:04:33.284" v="508" actId="478"/>
          <ac:spMkLst>
            <pc:docMk/>
            <pc:sldMk cId="1637283949" sldId="446"/>
            <ac:spMk id="8" creationId="{28893ECF-5DE8-4CAC-A5E2-297504484273}"/>
          </ac:spMkLst>
        </pc:spChg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327397740" sldId="447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598136866" sldId="448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221056502" sldId="449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31320244" sldId="450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597744503" sldId="451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765972600" sldId="452"/>
        </pc:sldMkLst>
      </pc:sldChg>
      <pc:sldChg chg="add del">
        <pc:chgData name="PCSIEHER (HERRERA TRUJILLO, EMILIO ANTONIO)" userId="c2439461-86f4-408f-a81b-719e8ff0266f" providerId="ADAL" clId="{1E906DD7-E806-48D4-B709-56CFE12903EA}" dt="2023-08-11T16:05:40.190" v="510" actId="47"/>
        <pc:sldMkLst>
          <pc:docMk/>
          <pc:sldMk cId="1056285765" sldId="453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4066866052" sldId="520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571023482" sldId="521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495611822" sldId="522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064163591" sldId="523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738079235" sldId="524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089462040" sldId="525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962411203" sldId="526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885995011" sldId="527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75212872" sldId="528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4141151038" sldId="529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405689361" sldId="530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036879173" sldId="531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727024989" sldId="532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520569777" sldId="533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613843984" sldId="534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899663195" sldId="535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1724458767" sldId="536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788338958" sldId="537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134375870" sldId="538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549912513" sldId="539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625355570" sldId="540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515541562" sldId="541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799462478" sldId="542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925618950" sldId="543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640439940" sldId="544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2948882291" sldId="545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005730717" sldId="546"/>
        </pc:sldMkLst>
      </pc:sldChg>
      <pc:sldChg chg="add">
        <pc:chgData name="PCSIEHER (HERRERA TRUJILLO, EMILIO ANTONIO)" userId="c2439461-86f4-408f-a81b-719e8ff0266f" providerId="ADAL" clId="{1E906DD7-E806-48D4-B709-56CFE12903EA}" dt="2023-08-11T16:02:33.930" v="498"/>
        <pc:sldMkLst>
          <pc:docMk/>
          <pc:sldMk cId="3864405843" sldId="547"/>
        </pc:sldMkLst>
      </pc:sldChg>
      <pc:sldChg chg="add">
        <pc:chgData name="PCSIEHER (HERRERA TRUJILLO, EMILIO ANTONIO)" userId="c2439461-86f4-408f-a81b-719e8ff0266f" providerId="ADAL" clId="{1E906DD7-E806-48D4-B709-56CFE12903EA}" dt="2023-08-11T16:01:59.239" v="497"/>
        <pc:sldMkLst>
          <pc:docMk/>
          <pc:sldMk cId="1354544000" sldId="548"/>
        </pc:sldMkLst>
      </pc:sldChg>
      <pc:sldChg chg="modSp add mod">
        <pc:chgData name="PCSIEHER (HERRERA TRUJILLO, EMILIO ANTONIO)" userId="c2439461-86f4-408f-a81b-719e8ff0266f" providerId="ADAL" clId="{1E906DD7-E806-48D4-B709-56CFE12903EA}" dt="2023-08-11T16:06:25.481" v="560" actId="20577"/>
        <pc:sldMkLst>
          <pc:docMk/>
          <pc:sldMk cId="2504572914" sldId="549"/>
        </pc:sldMkLst>
        <pc:spChg chg="mod">
          <ac:chgData name="PCSIEHER (HERRERA TRUJILLO, EMILIO ANTONIO)" userId="c2439461-86f4-408f-a81b-719e8ff0266f" providerId="ADAL" clId="{1E906DD7-E806-48D4-B709-56CFE12903EA}" dt="2023-08-11T16:06:25.481" v="560" actId="20577"/>
          <ac:spMkLst>
            <pc:docMk/>
            <pc:sldMk cId="2504572914" sldId="549"/>
            <ac:spMk id="4" creationId="{3CC6DC44-AAC0-38C0-52C9-CD84FFD2DE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2C9F6-3108-4422-B358-AEE821738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63EF3-FB4D-460B-93CF-A54FEA08F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80C80C-8E4C-4D31-997A-0E675AD99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8FBF12-ACBB-4A5D-9132-4F51A413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387FB9-8F97-49F9-94BE-41B1064B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00794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9B841-94B6-43B1-B10B-6B4F3562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A09F5-4764-480A-AC18-2F8C36E4C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D9D184-7C83-41AC-A10D-90895C12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9E338C-4617-4F88-828C-F0C51D68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7E61C-D33C-4FAE-969C-22872F09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7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D2DF4-1783-4803-BD86-3332D462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165861-CFB3-4706-80D6-8B4E91952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79654-6916-4E5E-9E83-047D37C1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6CBB51-CECC-400B-A06B-1A0FED05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96AC94-A712-4DE7-9916-947607F2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414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03565-3CEC-454D-B0E4-1F3A4B2A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77CAB0-02C9-444A-B433-42A9B39FC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9E70EF-2AB7-4AF8-B421-B33346A28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F7071-1882-48B8-97E7-6C62AC40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6E1D6-C23B-4AE3-9445-E296D3C5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98AB4C-E4AB-4276-90B6-6787B43D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74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C0AD6-2804-458C-A94E-A54C1F89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D99509-7517-4944-A0C3-B6A633DF1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CC561F-AEBD-48B1-A327-27209D0C6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94DDD8-B641-45E8-B06C-61B41A275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0BFB76-EDEE-4F58-A240-7BC4D6563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32B0C75-63F6-4579-8C2D-708FD4186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A679A2-2601-4213-B31B-7E22D1CD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34B6A2-18A5-4B43-B61C-F85CB446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909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85923-36AB-479B-AA32-3CE09110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7E991E-E8B3-4861-8079-B49015AF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C7CD5D-01C1-468A-A64D-BD59676A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DF724D-C8C8-46C0-A165-6C4BF5EC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068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D5ACD7-AFC6-47E9-B374-A70DD0CC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024F4E-416A-4ACD-95A2-DFEEA651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3B3057-B79D-4650-A58B-14EFB9D3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995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87FA2-1495-44AB-A7CF-D876A2AC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C63BB-6365-4D3F-8EB8-FBEF90994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DF8BE6-9C03-43D1-96ED-FBD9784D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86DAE8-55BA-43A9-AA26-B8C02B39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75D4F8-5B99-4533-A32D-7CC4B056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61E3D5-6FB5-404F-991F-8430FDEA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37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3646D-6BCB-4916-B697-4A20D56BD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20245A-E071-46B0-9C0A-0B618D7ED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7623D9-937C-45AA-9AC4-F4B9407DB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2BC2BF-3214-4E97-AACC-2D120072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3308F0-205D-4930-8608-B86E75B2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27BF15-0885-4B7D-9188-A80DFA00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109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504E7-9621-4102-B2AF-E0B0F5AD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BEB7FF-3D05-449D-B843-C1E8FD9DE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394DCE-A73F-4DA2-9D01-BE75BF7D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5641F3-3520-4C32-862F-2CF786B2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ECD71C-46E7-4B9C-B0AA-8C8E8517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428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4B7C6E-48D6-4E1B-9637-BE57FE257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ADEC21-DBD5-4818-B347-448649C57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425DC6-5B64-48A0-ADFD-3450D0A7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9E2622-7023-4D2C-A9C7-FA015F3E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83B04B-CF91-4DF3-920D-66084038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971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267104-36B6-4212-AA39-92FC5649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F6CFBF-9C53-43AF-A6D0-3F2DAC823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BE99D2-511E-4C6D-B01E-0EE49A030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A1A91-A6BC-451F-9D55-FBB11C4F525F}" type="datetimeFigureOut">
              <a:rPr lang="es-PE" smtClean="0"/>
              <a:t>11/08/2023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731D7F-C0E0-45A2-8B80-90CE8923E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1E70C-0651-452A-98F6-24C9FA30D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C471D-AA5C-4C19-82D7-A1D7FA3791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432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44E04-63F5-4419-B737-917DE6A7B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4967" y="1581410"/>
            <a:ext cx="4712184" cy="1326423"/>
          </a:xfrm>
        </p:spPr>
        <p:txBody>
          <a:bodyPr>
            <a:noAutofit/>
          </a:bodyPr>
          <a:lstStyle/>
          <a:p>
            <a:pPr algn="r"/>
            <a:r>
              <a:rPr lang="es-PE" sz="4800" dirty="0">
                <a:latin typeface="Solano Gothic MVB Std Cap" panose="02000506030000020004" pitchFamily="50" charset="0"/>
              </a:rPr>
              <a:t>ARQUITECTURA </a:t>
            </a:r>
            <a:br>
              <a:rPr lang="es-PE" sz="4800" dirty="0">
                <a:latin typeface="Solano Gothic MVB Std Cap" panose="02000506030000020004" pitchFamily="50" charset="0"/>
              </a:rPr>
            </a:br>
            <a:r>
              <a:rPr lang="es-PE" sz="4800" dirty="0">
                <a:latin typeface="Solano Gothic MVB Std Cap" panose="02000506030000020004" pitchFamily="50" charset="0"/>
              </a:rPr>
              <a:t>EMPRESARIAL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2085F7-CAA4-405B-97ED-17A87A66D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4967" y="3380880"/>
            <a:ext cx="4712185" cy="2216726"/>
          </a:xfrm>
        </p:spPr>
        <p:txBody>
          <a:bodyPr>
            <a:normAutofit/>
          </a:bodyPr>
          <a:lstStyle/>
          <a:p>
            <a:pPr algn="r"/>
            <a:r>
              <a:rPr lang="es-PE" dirty="0">
                <a:solidFill>
                  <a:srgbClr val="878789"/>
                </a:solidFill>
                <a:latin typeface="Solano Gothic MVB Std Cap" panose="02000506030000020004" pitchFamily="50" charset="0"/>
              </a:rPr>
              <a:t>SEMANA 1 – SESIÓN 1</a:t>
            </a:r>
          </a:p>
          <a:p>
            <a:pPr algn="r">
              <a:lnSpc>
                <a:spcPct val="100000"/>
              </a:lnSpc>
            </a:pPr>
            <a:r>
              <a:rPr lang="es-PE" sz="1800" dirty="0">
                <a:latin typeface="Solano Gothic MVB Std Cap" panose="02000506030000020004" pitchFamily="50" charset="0"/>
              </a:rPr>
              <a:t>Introducción</a:t>
            </a:r>
          </a:p>
          <a:p>
            <a:pPr algn="r">
              <a:lnSpc>
                <a:spcPct val="100000"/>
              </a:lnSpc>
            </a:pPr>
            <a:r>
              <a:rPr lang="es-PE" sz="1800" dirty="0">
                <a:latin typeface="Solano Gothic MVB Std Cap" panose="02000506030000020004" pitchFamily="50" charset="0"/>
              </a:rPr>
              <a:t>Transformación Digital</a:t>
            </a:r>
          </a:p>
          <a:p>
            <a:pPr algn="r">
              <a:lnSpc>
                <a:spcPct val="100000"/>
              </a:lnSpc>
            </a:pPr>
            <a:r>
              <a:rPr lang="es-PE" sz="1800" dirty="0">
                <a:latin typeface="Solano Gothic MVB Std Cap" panose="02000506030000020004" pitchFamily="50" charset="0"/>
              </a:rPr>
              <a:t>Análisis de problemas</a:t>
            </a:r>
          </a:p>
          <a:p>
            <a:pPr algn="r">
              <a:lnSpc>
                <a:spcPct val="100000"/>
              </a:lnSpc>
            </a:pPr>
            <a:r>
              <a:rPr lang="es-PE" sz="1800" dirty="0">
                <a:latin typeface="Solano Gothic MVB Std Cap" panose="02000506030000020004" pitchFamily="50" charset="0"/>
              </a:rPr>
              <a:t>Ejercicios</a:t>
            </a:r>
          </a:p>
          <a:p>
            <a:pPr algn="r"/>
            <a:endParaRPr lang="es-PE" dirty="0">
              <a:solidFill>
                <a:srgbClr val="878789"/>
              </a:solidFill>
              <a:latin typeface="Solano Gothic MVB Std Cap" panose="02000506030000020004" pitchFamily="50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9CE198DE-125F-402F-B3CF-9A2665B60051}"/>
              </a:ext>
            </a:extLst>
          </p:cNvPr>
          <p:cNvSpPr txBox="1">
            <a:spLocks/>
          </p:cNvSpPr>
          <p:nvPr/>
        </p:nvSpPr>
        <p:spPr>
          <a:xfrm>
            <a:off x="10187876" y="6309544"/>
            <a:ext cx="1299274" cy="371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PE" sz="1800" dirty="0">
                <a:solidFill>
                  <a:srgbClr val="878789"/>
                </a:solidFill>
                <a:latin typeface="Solano Gothic MVB Std Cap" panose="02000506030000020004" pitchFamily="50" charset="0"/>
              </a:rPr>
              <a:t>2023 - 02</a:t>
            </a:r>
          </a:p>
          <a:p>
            <a:pPr algn="r"/>
            <a:endParaRPr lang="es-PE" dirty="0">
              <a:solidFill>
                <a:srgbClr val="878789"/>
              </a:solidFill>
              <a:latin typeface="Solano Gothic MVB Std Cap" panose="02000506030000020004" pitchFamily="50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4A38C57-27C7-42FB-80DC-2D003CF96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113" y="176497"/>
            <a:ext cx="1299274" cy="12992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A9E83-D5A3-F9B5-1ECB-9BEFD3B46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6" y="0"/>
            <a:ext cx="67415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37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8514C8A-1986-4342-988B-31CDE22F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AGENDA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D39DD4F-DC34-4888-A3DF-6B41C859FA23}"/>
              </a:ext>
            </a:extLst>
          </p:cNvPr>
          <p:cNvSpPr/>
          <p:nvPr/>
        </p:nvSpPr>
        <p:spPr>
          <a:xfrm>
            <a:off x="1891026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50BCE2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920445-2224-41CF-9436-C0A0A7CBF3A4}"/>
              </a:ext>
            </a:extLst>
          </p:cNvPr>
          <p:cNvSpPr/>
          <p:nvPr/>
        </p:nvSpPr>
        <p:spPr>
          <a:xfrm>
            <a:off x="838200" y="1690688"/>
            <a:ext cx="958426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878789"/>
                </a:solidFill>
              </a:rPr>
              <a:t>INTRODUCCIÓN AL CURSO.</a:t>
            </a: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878789"/>
                </a:solidFill>
              </a:rPr>
              <a:t>TRANSOFMRACIÓN DIGITAL</a:t>
            </a: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878789"/>
                </a:solidFill>
              </a:rPr>
              <a:t>IDENTIFICACIÓN Y ANÁLISIS DE PROBLEMAS.</a:t>
            </a: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878789"/>
                </a:solidFill>
              </a:rPr>
              <a:t>EJERCICIOS.</a:t>
            </a:r>
          </a:p>
          <a:p>
            <a:pPr algn="just">
              <a:buClr>
                <a:srgbClr val="009D72"/>
              </a:buClr>
            </a:pPr>
            <a:endParaRPr lang="es-PE" sz="1600" dirty="0">
              <a:solidFill>
                <a:srgbClr val="8787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27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8514C8A-1986-4342-988B-31CDE22F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LOGROS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D39DD4F-DC34-4888-A3DF-6B41C859FA23}"/>
              </a:ext>
            </a:extLst>
          </p:cNvPr>
          <p:cNvSpPr/>
          <p:nvPr/>
        </p:nvSpPr>
        <p:spPr>
          <a:xfrm>
            <a:off x="1891026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50BCE2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920445-2224-41CF-9436-C0A0A7CBF3A4}"/>
              </a:ext>
            </a:extLst>
          </p:cNvPr>
          <p:cNvSpPr/>
          <p:nvPr/>
        </p:nvSpPr>
        <p:spPr>
          <a:xfrm>
            <a:off x="838200" y="1690688"/>
            <a:ext cx="99683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9D72"/>
              </a:buClr>
            </a:pPr>
            <a:r>
              <a:rPr lang="es-PE" sz="1600" dirty="0">
                <a:solidFill>
                  <a:srgbClr val="878789"/>
                </a:solidFill>
              </a:rPr>
              <a:t>AL FINALIZAR LA SESIÓN, EL ALUMNO ENTENDERÁ LOS SIGUIENTES CONCEPTOS:</a:t>
            </a: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878789"/>
                </a:solidFill>
              </a:rPr>
              <a:t>ENTENDER EL SISTEMA DE EVALUACIÓN DEL CURSO Y SUS PRINCIPALES TEMAS.</a:t>
            </a: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878789"/>
                </a:solidFill>
              </a:rPr>
              <a:t>ENTENDER LOS CONCEPTOS SOBRE LA TRANSFORMACIÓN DIGITAL Y CÓMO AGREGAN VALOR A LOS NEGOCIOS</a:t>
            </a: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878789"/>
                </a:solidFill>
              </a:rPr>
              <a:t>IDENTIFICAR CLARAMENTE LOS PROBLEMAS DE NEGOCIO, DECLARARLOS CORRECTAMENTE Y ANALIZARLOS PARA ENTENDER SUS CARACTERÍSTICAS, CAUSAS E IMPACTO.</a:t>
            </a: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  <a:p>
            <a:pPr marL="342900" indent="-342900" algn="just">
              <a:buClr>
                <a:srgbClr val="009D72"/>
              </a:buClr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8787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52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588C7D1-F78D-4230-AAE0-F183065FA15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INTRODUCCIÓN AL CURSO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1515433-BA99-4B15-90B4-2CFB93914541}"/>
              </a:ext>
            </a:extLst>
          </p:cNvPr>
          <p:cNvSpPr/>
          <p:nvPr/>
        </p:nvSpPr>
        <p:spPr>
          <a:xfrm>
            <a:off x="3019103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5CF7DA8-EBB5-4169-8BEA-4CDCD1120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365" y="2212408"/>
            <a:ext cx="1769269" cy="1769269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D2D4318-6BF9-4D3B-8A08-A82D65B8D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702" y="4507145"/>
            <a:ext cx="10515600" cy="176926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s-PE" sz="2000" dirty="0"/>
              <a:t>Nombres y apellidos</a:t>
            </a:r>
          </a:p>
          <a:p>
            <a:pPr>
              <a:buFontTx/>
              <a:buChar char="-"/>
            </a:pPr>
            <a:r>
              <a:rPr lang="es-PE" sz="2000" dirty="0"/>
              <a:t>Centro laboral o experiencia previa</a:t>
            </a:r>
          </a:p>
          <a:p>
            <a:pPr>
              <a:buFontTx/>
              <a:buChar char="-"/>
            </a:pPr>
            <a:r>
              <a:rPr lang="es-PE" sz="2000" dirty="0"/>
              <a:t>Expectativas del curso</a:t>
            </a:r>
          </a:p>
          <a:p>
            <a:pPr>
              <a:buFontTx/>
              <a:buChar char="-"/>
            </a:pPr>
            <a:r>
              <a:rPr lang="es-PE" sz="2000" dirty="0"/>
              <a:t>Especialidad a seguir como profesional</a:t>
            </a:r>
          </a:p>
        </p:txBody>
      </p:sp>
    </p:spTree>
    <p:extLst>
      <p:ext uri="{BB962C8B-B14F-4D97-AF65-F5344CB8AC3E}">
        <p14:creationId xmlns:p14="http://schemas.microsoft.com/office/powerpoint/2010/main" val="115528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588C7D1-F78D-4230-AAE0-F183065FA15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INTRODUCCIÓN AL CURSO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1515433-BA99-4B15-90B4-2CFB93914541}"/>
              </a:ext>
            </a:extLst>
          </p:cNvPr>
          <p:cNvSpPr/>
          <p:nvPr/>
        </p:nvSpPr>
        <p:spPr>
          <a:xfrm>
            <a:off x="3019103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DE26CE-2F75-E3F7-26E6-2BBFD8FF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00" y="1550573"/>
            <a:ext cx="10826038" cy="5088222"/>
          </a:xfrm>
        </p:spPr>
        <p:txBody>
          <a:bodyPr vert="horz" lIns="91440" tIns="45720" rIns="91440" bIns="45720" numCol="1" rtlCol="0">
            <a:no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PE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Descripción:</a:t>
            </a:r>
            <a:endParaRPr lang="es-PE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PE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se basa en el análisis de todos los dominios de una arquitectura empresarial para definir una situación actual, proponer una situación deseada e identificar las brechas que deberán ser cubiertas para poder implementar la solución a un problema de negocio. Se revisan metodologías y herramientas que permitan realizar el análisis y diseño respectivo para la solución, considerando los proyectos que nacen de las brechas identificadas, los riesgos asociados y finalmente se presenta un plan de continuidad y un marco de gobierno de arquitectura para garantizar su correcta operación en el tiempo.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PE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Propósito:</a:t>
            </a:r>
            <a:endParaRPr lang="es-PE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s-PE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tiene como finalidad que el estudiante pueda dar solución a problemas de negocio y en ingeniería de sistemas de información. Tendrá en cuenta que la arquitectura empresarial que dará solución al problema deberá considerar restricciones tecnológicas, económicas, del entorno y otras que se identifiquen en el análisis. El enfoque del curso se basa en términos de integración empresarial, reúso, retiro y visión panorámica de la tecnología, alineamiento estratégico, operación y soporte. El curso contribuye directamente al desarrollo de la competencia general de “Comunicación Escrita y Oral” nivel 2 y la competencia específica (3) “Comunicación Efectiva” en el nivel 2. Tiene como requisito Arquitectura de Negocio.</a:t>
            </a:r>
          </a:p>
          <a:p>
            <a:pPr marL="0" indent="0">
              <a:buNone/>
            </a:pPr>
            <a:br>
              <a:rPr lang="es-ES" sz="1400" dirty="0">
                <a:latin typeface="+mj-lt"/>
              </a:rPr>
            </a:br>
            <a:endParaRPr lang="es-PE" sz="1400" dirty="0">
              <a:latin typeface="+mj-lt"/>
            </a:endParaRPr>
          </a:p>
          <a:p>
            <a:endParaRPr lang="es-PE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98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LOGRO Y UNIDADES DE APRENDIZAJE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9103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BDF5446-2936-4BD8-85F4-E4C4FD811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329"/>
            <a:ext cx="10515600" cy="100724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PE" sz="2000" dirty="0"/>
              <a:t>Al finalizar el curso el alumno desarrolla la capacidad de comunicarse efectivamente para proponer una arquitectura empresarial cubriendo los dominios de negocio, aplicaciones, datos y tecnología; integrando empresas, procesos, personas y tecnología en una organización aplicando metodologías y herramientas de modelamiento.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CEFC40-B93D-4639-BB88-BA953E3282BB}"/>
              </a:ext>
            </a:extLst>
          </p:cNvPr>
          <p:cNvSpPr/>
          <p:nvPr/>
        </p:nvSpPr>
        <p:spPr>
          <a:xfrm>
            <a:off x="1422996" y="3332461"/>
            <a:ext cx="2193051" cy="315406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C4B7CAC-D29D-4E6D-AF89-33797CF612F3}"/>
              </a:ext>
            </a:extLst>
          </p:cNvPr>
          <p:cNvSpPr/>
          <p:nvPr/>
        </p:nvSpPr>
        <p:spPr>
          <a:xfrm>
            <a:off x="1422997" y="2722862"/>
            <a:ext cx="2188026" cy="643033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F79239-6B47-44B5-9781-022DE865503A}"/>
              </a:ext>
            </a:extLst>
          </p:cNvPr>
          <p:cNvSpPr txBox="1"/>
          <p:nvPr/>
        </p:nvSpPr>
        <p:spPr>
          <a:xfrm>
            <a:off x="1428022" y="2798445"/>
            <a:ext cx="2183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Solano Gothic MVB Std Cap" panose="02000506030000020004" pitchFamily="50" charset="0"/>
              </a:rPr>
              <a:t>Análisis y Diagnóstico Empresarial</a:t>
            </a:r>
            <a:endParaRPr lang="es-PE" sz="1400" dirty="0">
              <a:solidFill>
                <a:schemeClr val="bg1"/>
              </a:solidFill>
              <a:latin typeface="Solano Gothic MVB Std Cap" panose="02000506030000020004" pitchFamily="50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76C3F3D-3022-4C78-BCB0-C554CB207173}"/>
              </a:ext>
            </a:extLst>
          </p:cNvPr>
          <p:cNvSpPr txBox="1"/>
          <p:nvPr/>
        </p:nvSpPr>
        <p:spPr>
          <a:xfrm>
            <a:off x="1458437" y="3422049"/>
            <a:ext cx="210193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250"/>
            </a:lvl1pPr>
          </a:lstStyle>
          <a:p>
            <a:r>
              <a:rPr lang="es-PE" dirty="0"/>
              <a:t>El estudiante analiza a la empresa e identifica los problemas y sus requerimientos asociados. También comprende el nivel de madurez actual por el que la empresa se encuentra, antes de ofrecer una solución. De esta manera, el estudiante comprende las limitaciones y las oportunidades de mejora; y desarrolla la fase Preliminar del ADM de TOGAF.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508A9F2-C97A-4503-BC3C-2F016F585641}"/>
              </a:ext>
            </a:extLst>
          </p:cNvPr>
          <p:cNvSpPr/>
          <p:nvPr/>
        </p:nvSpPr>
        <p:spPr>
          <a:xfrm>
            <a:off x="3849674" y="3337484"/>
            <a:ext cx="2188026" cy="31490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72A8399-C44A-4244-9B4D-C61C9212F64E}"/>
              </a:ext>
            </a:extLst>
          </p:cNvPr>
          <p:cNvSpPr/>
          <p:nvPr/>
        </p:nvSpPr>
        <p:spPr>
          <a:xfrm>
            <a:off x="3849674" y="2727885"/>
            <a:ext cx="2188026" cy="643033"/>
          </a:xfrm>
          <a:prstGeom prst="rect">
            <a:avLst/>
          </a:prstGeom>
          <a:solidFill>
            <a:srgbClr val="006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rgbClr val="878789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AC60C6-1846-43E2-9D2F-3B79D982F75E}"/>
              </a:ext>
            </a:extLst>
          </p:cNvPr>
          <p:cNvSpPr txBox="1"/>
          <p:nvPr/>
        </p:nvSpPr>
        <p:spPr>
          <a:xfrm>
            <a:off x="3894204" y="3452274"/>
            <a:ext cx="210193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250"/>
            </a:lvl1pPr>
          </a:lstStyle>
          <a:p>
            <a:r>
              <a:rPr lang="es-PE" dirty="0"/>
              <a:t>Al finalizar la unidad el estudiante desarrolla la visión de la solución de la arquitectura empresarial, la situación actual y deseada de la arquitectura de negocio, incluyendo su análisis de brechas, para determinar la mejor solución a los problemas de negocio identificados aprovechando las oportunidades que ofrece la transformación digital.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C1FC9EA-5D94-4A72-8B95-F18414E9D0F4}"/>
              </a:ext>
            </a:extLst>
          </p:cNvPr>
          <p:cNvSpPr/>
          <p:nvPr/>
        </p:nvSpPr>
        <p:spPr>
          <a:xfrm>
            <a:off x="6271326" y="3332461"/>
            <a:ext cx="2188026" cy="31490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3A1ED70-7E03-4ED7-B015-5AF8DBB65269}"/>
              </a:ext>
            </a:extLst>
          </p:cNvPr>
          <p:cNvSpPr/>
          <p:nvPr/>
        </p:nvSpPr>
        <p:spPr>
          <a:xfrm>
            <a:off x="6271326" y="2722862"/>
            <a:ext cx="2188026" cy="643033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A8EFF5A-7EB2-4099-970B-A9587C3986E4}"/>
              </a:ext>
            </a:extLst>
          </p:cNvPr>
          <p:cNvSpPr txBox="1"/>
          <p:nvPr/>
        </p:nvSpPr>
        <p:spPr>
          <a:xfrm>
            <a:off x="6311860" y="3452273"/>
            <a:ext cx="21019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250"/>
            </a:lvl1pPr>
          </a:lstStyle>
          <a:p>
            <a:r>
              <a:rPr lang="es-PE" dirty="0"/>
              <a:t>Al finalizar la unidad el estudiante elabora un correcto diseño y desarrollo de la situación actual y deseada de las arquitecturas de aplicaciones, datos y de tecnologías de información, incluyendo los respectivos análisis de brechas, para dar solución a los problemas de negocio identificados.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FF5C69D-1842-4847-89C6-7381B57A1770}"/>
              </a:ext>
            </a:extLst>
          </p:cNvPr>
          <p:cNvSpPr/>
          <p:nvPr/>
        </p:nvSpPr>
        <p:spPr>
          <a:xfrm>
            <a:off x="8692978" y="3332461"/>
            <a:ext cx="2188026" cy="31490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0113C28-0512-4540-8723-4038015DA457}"/>
              </a:ext>
            </a:extLst>
          </p:cNvPr>
          <p:cNvSpPr/>
          <p:nvPr/>
        </p:nvSpPr>
        <p:spPr>
          <a:xfrm>
            <a:off x="8692978" y="2722862"/>
            <a:ext cx="2188026" cy="643033"/>
          </a:xfrm>
          <a:prstGeom prst="rect">
            <a:avLst/>
          </a:prstGeom>
          <a:solidFill>
            <a:srgbClr val="8AB2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4A66F2C-C119-431D-96E5-42C5ED3DBD50}"/>
              </a:ext>
            </a:extLst>
          </p:cNvPr>
          <p:cNvSpPr txBox="1"/>
          <p:nvPr/>
        </p:nvSpPr>
        <p:spPr>
          <a:xfrm>
            <a:off x="8736025" y="3452273"/>
            <a:ext cx="21019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250"/>
            </a:lvl1pPr>
          </a:lstStyle>
          <a:p>
            <a:r>
              <a:rPr lang="es-PE" dirty="0"/>
              <a:t>Al finalizar la unidad el estudiante identifica los elementos necesarios para la planificación y retiro, de ser necesario en la organización, y la propuesta de un gobierno para la arquitectura empresarial para asegurar la continuidad de la solución en el tiempo.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4453C5B-4143-68BD-666E-A933EBEBFE92}"/>
              </a:ext>
            </a:extLst>
          </p:cNvPr>
          <p:cNvSpPr txBox="1"/>
          <p:nvPr/>
        </p:nvSpPr>
        <p:spPr>
          <a:xfrm>
            <a:off x="3844649" y="2809241"/>
            <a:ext cx="2183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1400">
                <a:solidFill>
                  <a:schemeClr val="bg1"/>
                </a:solidFill>
                <a:latin typeface="Solano Gothic MVB Std Cap" panose="02000506030000020004" pitchFamily="50" charset="0"/>
              </a:defRPr>
            </a:lvl1pPr>
          </a:lstStyle>
          <a:p>
            <a:r>
              <a:rPr lang="es-PE" dirty="0"/>
              <a:t>Arquitectura de Negocio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DA52F0E-FC8E-BB5B-7C85-1A9CF5CF501D}"/>
              </a:ext>
            </a:extLst>
          </p:cNvPr>
          <p:cNvSpPr txBox="1"/>
          <p:nvPr/>
        </p:nvSpPr>
        <p:spPr>
          <a:xfrm>
            <a:off x="6271326" y="2809240"/>
            <a:ext cx="2183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1400">
                <a:solidFill>
                  <a:schemeClr val="bg1"/>
                </a:solidFill>
                <a:latin typeface="Solano Gothic MVB Std Cap" panose="02000506030000020004" pitchFamily="50" charset="0"/>
              </a:defRPr>
            </a:lvl1pPr>
          </a:lstStyle>
          <a:p>
            <a:r>
              <a:rPr lang="es-PE" dirty="0"/>
              <a:t>Arquitecturas de Tecnologías de Información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B1B43C-E679-1B9A-A911-4E6A48EF04D9}"/>
              </a:ext>
            </a:extLst>
          </p:cNvPr>
          <p:cNvSpPr txBox="1"/>
          <p:nvPr/>
        </p:nvSpPr>
        <p:spPr>
          <a:xfrm>
            <a:off x="8727495" y="2781164"/>
            <a:ext cx="2183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ctr">
              <a:defRPr sz="1400">
                <a:solidFill>
                  <a:schemeClr val="bg1"/>
                </a:solidFill>
                <a:latin typeface="Solano Gothic MVB Std Cap" panose="02000506030000020004" pitchFamily="50" charset="0"/>
              </a:defRPr>
            </a:lvl1pPr>
          </a:lstStyle>
          <a:p>
            <a:r>
              <a:rPr lang="es-PE" dirty="0"/>
              <a:t>Planificación y Gobierno de Arquitectura Empresarial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678D05-3905-C8FD-0B31-3FDABE9E2E3E}"/>
              </a:ext>
            </a:extLst>
          </p:cNvPr>
          <p:cNvSpPr txBox="1"/>
          <p:nvPr/>
        </p:nvSpPr>
        <p:spPr>
          <a:xfrm>
            <a:off x="2327804" y="235353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(I)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9EBF410-4294-F6E1-8130-798E932B3674}"/>
              </a:ext>
            </a:extLst>
          </p:cNvPr>
          <p:cNvSpPr txBox="1"/>
          <p:nvPr/>
        </p:nvSpPr>
        <p:spPr>
          <a:xfrm>
            <a:off x="4729346" y="235353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(II)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07C4986-381C-EF05-0248-108BD9F3FB1C}"/>
              </a:ext>
            </a:extLst>
          </p:cNvPr>
          <p:cNvSpPr txBox="1"/>
          <p:nvPr/>
        </p:nvSpPr>
        <p:spPr>
          <a:xfrm>
            <a:off x="7113398" y="2353529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(III)</a:t>
            </a:r>
            <a:endParaRPr lang="es-PE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DBFC5FE-F4C3-303A-9B84-64E090187F5D}"/>
              </a:ext>
            </a:extLst>
          </p:cNvPr>
          <p:cNvSpPr txBox="1"/>
          <p:nvPr/>
        </p:nvSpPr>
        <p:spPr>
          <a:xfrm>
            <a:off x="9529548" y="2382681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(IV)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031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896B0-EE0C-4110-A9BB-E0A6C67A9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42418" cy="1325563"/>
          </a:xfrm>
        </p:spPr>
        <p:txBody>
          <a:bodyPr>
            <a:normAutofit/>
          </a:bodyPr>
          <a:lstStyle/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COMPETENCIAS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5077E6-265A-43EC-A9B5-286F891EE97F}"/>
              </a:ext>
            </a:extLst>
          </p:cNvPr>
          <p:cNvSpPr/>
          <p:nvPr/>
        </p:nvSpPr>
        <p:spPr>
          <a:xfrm>
            <a:off x="3643373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ED33D06-A834-DB1A-5DC5-2308DD60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98" y="1986216"/>
            <a:ext cx="8209821" cy="288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4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54E26F0-304C-4B3A-8F5D-2F73F4B9B30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EVALUACIÓNES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EDBB9B-3C95-4370-B3A2-443A2F95D20A}"/>
              </a:ext>
            </a:extLst>
          </p:cNvPr>
          <p:cNvSpPr/>
          <p:nvPr/>
        </p:nvSpPr>
        <p:spPr>
          <a:xfrm>
            <a:off x="3641681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B7A80EF-525D-4AD1-8C61-42477F17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6" y="1903549"/>
            <a:ext cx="3113995" cy="3113995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25EC1B6B-377D-4DD2-8A9A-D9214CF883DF}"/>
              </a:ext>
            </a:extLst>
          </p:cNvPr>
          <p:cNvSpPr/>
          <p:nvPr/>
        </p:nvSpPr>
        <p:spPr>
          <a:xfrm>
            <a:off x="2063349" y="3414712"/>
            <a:ext cx="192183" cy="19218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74F55E1-7B00-45AC-A098-9BAD1C905DDE}"/>
              </a:ext>
            </a:extLst>
          </p:cNvPr>
          <p:cNvCxnSpPr>
            <a:cxnSpLocks/>
          </p:cNvCxnSpPr>
          <p:nvPr/>
        </p:nvCxnSpPr>
        <p:spPr>
          <a:xfrm>
            <a:off x="2159441" y="3485359"/>
            <a:ext cx="27517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59146ECD-1F30-426A-8D14-B423F172388B}"/>
              </a:ext>
            </a:extLst>
          </p:cNvPr>
          <p:cNvSpPr/>
          <p:nvPr/>
        </p:nvSpPr>
        <p:spPr>
          <a:xfrm>
            <a:off x="3932956" y="3429000"/>
            <a:ext cx="192183" cy="19218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0BE231-B89A-DE20-85C8-CDC1AFE3A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139" y="2895357"/>
            <a:ext cx="8066861" cy="103870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0096B62-1A44-F41D-8FE9-1E6669AEC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364" y="3992035"/>
            <a:ext cx="5324917" cy="250084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ADC7D8C-EA6D-AD02-6761-F8A09215B5F5}"/>
              </a:ext>
            </a:extLst>
          </p:cNvPr>
          <p:cNvSpPr txBox="1"/>
          <p:nvPr/>
        </p:nvSpPr>
        <p:spPr>
          <a:xfrm>
            <a:off x="3673925" y="4879044"/>
            <a:ext cx="978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Recuperable</a:t>
            </a:r>
            <a:endParaRPr lang="es-PE" sz="1200" b="1" dirty="0">
              <a:solidFill>
                <a:srgbClr val="FF000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C759CD8-B332-CD18-640D-08066BC6CCC8}"/>
              </a:ext>
            </a:extLst>
          </p:cNvPr>
          <p:cNvSpPr txBox="1"/>
          <p:nvPr/>
        </p:nvSpPr>
        <p:spPr>
          <a:xfrm>
            <a:off x="3673925" y="6209626"/>
            <a:ext cx="978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Recuperable</a:t>
            </a:r>
            <a:endParaRPr lang="es-PE" sz="1200" b="1" dirty="0">
              <a:solidFill>
                <a:srgbClr val="FF0000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9402514-34B4-B485-C976-F68E8D0B7A80}"/>
              </a:ext>
            </a:extLst>
          </p:cNvPr>
          <p:cNvCxnSpPr>
            <a:stCxn id="15" idx="3"/>
          </p:cNvCxnSpPr>
          <p:nvPr/>
        </p:nvCxnSpPr>
        <p:spPr>
          <a:xfrm flipV="1">
            <a:off x="4652847" y="5014867"/>
            <a:ext cx="975517" cy="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1EDD7F4-01B8-CBB8-3D45-D89BA5172A48}"/>
              </a:ext>
            </a:extLst>
          </p:cNvPr>
          <p:cNvCxnSpPr/>
          <p:nvPr/>
        </p:nvCxnSpPr>
        <p:spPr>
          <a:xfrm flipV="1">
            <a:off x="4626679" y="6371816"/>
            <a:ext cx="993342" cy="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2096A0B-D411-E96A-3151-C6EAACC119DE}"/>
              </a:ext>
            </a:extLst>
          </p:cNvPr>
          <p:cNvSpPr txBox="1"/>
          <p:nvPr/>
        </p:nvSpPr>
        <p:spPr>
          <a:xfrm>
            <a:off x="10949876" y="3991056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Semana 2</a:t>
            </a:r>
            <a:endParaRPr lang="es-PE" sz="1200" b="1" dirty="0">
              <a:solidFill>
                <a:srgbClr val="00B0F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435F3A9-1E1B-D517-0B18-E01DA0A8FBFF}"/>
              </a:ext>
            </a:extLst>
          </p:cNvPr>
          <p:cNvSpPr txBox="1"/>
          <p:nvPr/>
        </p:nvSpPr>
        <p:spPr>
          <a:xfrm>
            <a:off x="10949875" y="4518412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Semana 7</a:t>
            </a:r>
            <a:endParaRPr lang="es-PE" sz="1200" b="1" dirty="0">
              <a:solidFill>
                <a:srgbClr val="00B0F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BAE8886-F60E-D098-1785-8AFB4D3F2FCD}"/>
              </a:ext>
            </a:extLst>
          </p:cNvPr>
          <p:cNvSpPr txBox="1"/>
          <p:nvPr/>
        </p:nvSpPr>
        <p:spPr>
          <a:xfrm>
            <a:off x="10961624" y="4899449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Semana 8</a:t>
            </a:r>
            <a:endParaRPr lang="es-PE" sz="1200" b="1" dirty="0">
              <a:solidFill>
                <a:srgbClr val="00B0F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8636A5B-171C-3A7A-097A-CB0C94A7ACAF}"/>
              </a:ext>
            </a:extLst>
          </p:cNvPr>
          <p:cNvSpPr txBox="1"/>
          <p:nvPr/>
        </p:nvSpPr>
        <p:spPr>
          <a:xfrm>
            <a:off x="10949874" y="5321788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Semana 12</a:t>
            </a:r>
            <a:endParaRPr lang="es-PE" sz="1200" b="1" dirty="0">
              <a:solidFill>
                <a:srgbClr val="00B0F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0055AEF-6851-B8A7-9F9F-B7A633393A52}"/>
              </a:ext>
            </a:extLst>
          </p:cNvPr>
          <p:cNvSpPr txBox="1"/>
          <p:nvPr/>
        </p:nvSpPr>
        <p:spPr>
          <a:xfrm>
            <a:off x="10949874" y="5669342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Semana 15</a:t>
            </a:r>
            <a:endParaRPr lang="es-PE" sz="1200" b="1" dirty="0">
              <a:solidFill>
                <a:srgbClr val="00B0F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799C791-B507-7DDF-E348-80DB70CC3ACA}"/>
              </a:ext>
            </a:extLst>
          </p:cNvPr>
          <p:cNvSpPr txBox="1"/>
          <p:nvPr/>
        </p:nvSpPr>
        <p:spPr>
          <a:xfrm>
            <a:off x="10949874" y="5896547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Semana 15</a:t>
            </a:r>
            <a:endParaRPr lang="es-PE" sz="1200" b="1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389B858-5975-078A-5D77-A0A5F3870454}"/>
              </a:ext>
            </a:extLst>
          </p:cNvPr>
          <p:cNvSpPr txBox="1"/>
          <p:nvPr/>
        </p:nvSpPr>
        <p:spPr>
          <a:xfrm>
            <a:off x="10946330" y="6144574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00B0F0"/>
                </a:solidFill>
              </a:rPr>
              <a:t>Semana 16</a:t>
            </a:r>
            <a:endParaRPr lang="es-PE" sz="1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19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56D65-FCEB-4104-BBD7-C9C59DB0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4000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RÚBRICAS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FC30C53-B030-4303-900C-D7161D07090E}"/>
              </a:ext>
            </a:extLst>
          </p:cNvPr>
          <p:cNvSpPr/>
          <p:nvPr/>
        </p:nvSpPr>
        <p:spPr>
          <a:xfrm>
            <a:off x="2775378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0091CB"/>
              </a:solidFill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F11BC5E-E378-4BC9-881A-19596A1FBE75}"/>
              </a:ext>
            </a:extLst>
          </p:cNvPr>
          <p:cNvSpPr txBox="1">
            <a:spLocks/>
          </p:cNvSpPr>
          <p:nvPr/>
        </p:nvSpPr>
        <p:spPr>
          <a:xfrm>
            <a:off x="767825" y="1687184"/>
            <a:ext cx="8449917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ABET EAC – ENGINEERING ACCREDITATION COMMISSION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3261DF5-771C-4D7C-A06F-A4F021F7AD93}"/>
              </a:ext>
            </a:extLst>
          </p:cNvPr>
          <p:cNvSpPr txBox="1"/>
          <p:nvPr/>
        </p:nvSpPr>
        <p:spPr>
          <a:xfrm>
            <a:off x="792763" y="2014413"/>
            <a:ext cx="678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/>
              <a:t>Resolver problemas de negocio con la aplicación de tecnologías de información.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3654E6AB-D75F-4F7E-92EE-92490D25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26" y="2775200"/>
            <a:ext cx="7314290" cy="415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A</a:t>
            </a:r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BET CAC - COMPUTING ACCREDITATION COMMISSION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9BF9830-1254-40D7-8DED-5B3316774B28}"/>
              </a:ext>
            </a:extLst>
          </p:cNvPr>
          <p:cNvSpPr txBox="1">
            <a:spLocks/>
          </p:cNvSpPr>
          <p:nvPr/>
        </p:nvSpPr>
        <p:spPr>
          <a:xfrm>
            <a:off x="767826" y="3988956"/>
            <a:ext cx="1739400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</a:t>
            </a:r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CACIT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1EC756-3F7D-4327-9F0C-48B8A7B8C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368" y="173"/>
            <a:ext cx="8809264" cy="88092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6B23069-A6DB-2120-6F28-EADA9EF5EC03}"/>
              </a:ext>
            </a:extLst>
          </p:cNvPr>
          <p:cNvSpPr txBox="1"/>
          <p:nvPr/>
        </p:nvSpPr>
        <p:spPr>
          <a:xfrm>
            <a:off x="792762" y="3128337"/>
            <a:ext cx="6787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/>
              <a:t>Ayudar a las empresas a generar oportunidades de negocio con el mejor uso de las tecnologías de información.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030456E-5040-7BAC-B0CA-3B193CEE3F9B}"/>
              </a:ext>
            </a:extLst>
          </p:cNvPr>
          <p:cNvSpPr txBox="1"/>
          <p:nvPr/>
        </p:nvSpPr>
        <p:spPr>
          <a:xfrm>
            <a:off x="767825" y="5969655"/>
            <a:ext cx="678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400" dirty="0"/>
              <a:t>* Ver en el aula virtual</a:t>
            </a:r>
          </a:p>
        </p:txBody>
      </p:sp>
    </p:spTree>
    <p:extLst>
      <p:ext uri="{BB962C8B-B14F-4D97-AF65-F5344CB8AC3E}">
        <p14:creationId xmlns:p14="http://schemas.microsoft.com/office/powerpoint/2010/main" val="2402702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42D63-9C6E-44AB-82D9-90E73CF9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4000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EL TRABAJO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6F0787-B3A7-4556-A13C-7BAECA82A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59" y="2053927"/>
            <a:ext cx="3761313" cy="415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1: DIAGNÓSTICO EMPRESARIAL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0BBF8B4-5158-44E9-8AB1-EC9A99FF40B0}"/>
              </a:ext>
            </a:extLst>
          </p:cNvPr>
          <p:cNvCxnSpPr>
            <a:cxnSpLocks/>
          </p:cNvCxnSpPr>
          <p:nvPr/>
        </p:nvCxnSpPr>
        <p:spPr>
          <a:xfrm flipH="1" flipV="1">
            <a:off x="566934" y="3512912"/>
            <a:ext cx="3409604" cy="337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31327DA-0813-498B-8C00-3BE22C731C3D}"/>
              </a:ext>
            </a:extLst>
          </p:cNvPr>
          <p:cNvCxnSpPr>
            <a:cxnSpLocks/>
          </p:cNvCxnSpPr>
          <p:nvPr/>
        </p:nvCxnSpPr>
        <p:spPr>
          <a:xfrm flipH="1">
            <a:off x="566934" y="4280454"/>
            <a:ext cx="34096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99EF19-94C6-42CB-984F-7DC28EF353E1}"/>
              </a:ext>
            </a:extLst>
          </p:cNvPr>
          <p:cNvSpPr txBox="1"/>
          <p:nvPr/>
        </p:nvSpPr>
        <p:spPr>
          <a:xfrm>
            <a:off x="521498" y="2381156"/>
            <a:ext cx="31435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Presentación de la empresa, identificación del problema, presentar su sustento, la situación actual de la empresa y de sus tecnologías de información.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7C6A309-0807-4A72-8A33-7CC911F4061E}"/>
              </a:ext>
            </a:extLst>
          </p:cNvPr>
          <p:cNvSpPr txBox="1"/>
          <p:nvPr/>
        </p:nvSpPr>
        <p:spPr>
          <a:xfrm>
            <a:off x="521498" y="4779447"/>
            <a:ext cx="3143596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Presentar la solución como mejor opción de una serie de alternativas sustentando el por qué la decisión tomada. Se presenta a un alto nivel esta solución al problema. Se presenta toda la arquitectura de negocio.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0FA4FCB-55FE-4A62-A502-746CA57C7F14}"/>
              </a:ext>
            </a:extLst>
          </p:cNvPr>
          <p:cNvCxnSpPr>
            <a:cxnSpLocks/>
          </p:cNvCxnSpPr>
          <p:nvPr/>
        </p:nvCxnSpPr>
        <p:spPr>
          <a:xfrm flipH="1">
            <a:off x="7995739" y="3516284"/>
            <a:ext cx="3395446" cy="397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140BAEB-61E9-4CB4-BE91-068CD3144CCD}"/>
              </a:ext>
            </a:extLst>
          </p:cNvPr>
          <p:cNvSpPr txBox="1"/>
          <p:nvPr/>
        </p:nvSpPr>
        <p:spPr>
          <a:xfrm>
            <a:off x="8122037" y="2407611"/>
            <a:ext cx="340960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Desarrollo de todos los dominios de la solución seleccionada para resolver el problema identificado. Se deben considerar atributos de integración empresarial, seguridad y debe garantizar el mejor consumo de recursos y permitir la continuidad del negocio en caso de contingencia.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41E8F28-AB45-4F72-B2BA-6514EC7036BA}"/>
              </a:ext>
            </a:extLst>
          </p:cNvPr>
          <p:cNvSpPr txBox="1"/>
          <p:nvPr/>
        </p:nvSpPr>
        <p:spPr>
          <a:xfrm>
            <a:off x="8388045" y="4779447"/>
            <a:ext cx="31435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Se presenta el marco de trabajo para asegurar el cumplimiento de lo definido en la arquitectura empresarial; y asegurando el correcto desempeño de la empresa.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D73A3429-0A70-4570-9648-0EBA9E5ADC1A}"/>
              </a:ext>
            </a:extLst>
          </p:cNvPr>
          <p:cNvCxnSpPr>
            <a:cxnSpLocks/>
          </p:cNvCxnSpPr>
          <p:nvPr/>
        </p:nvCxnSpPr>
        <p:spPr>
          <a:xfrm flipH="1">
            <a:off x="7981581" y="4278286"/>
            <a:ext cx="34096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3552445-9CA8-4601-AC84-C608A328B22A}"/>
              </a:ext>
            </a:extLst>
          </p:cNvPr>
          <p:cNvSpPr/>
          <p:nvPr/>
        </p:nvSpPr>
        <p:spPr>
          <a:xfrm>
            <a:off x="4408209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1B81B8C-16AC-42AB-B5F5-296B2804B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87" y="1767847"/>
            <a:ext cx="4051327" cy="4051327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40EF5BB-7392-4438-35BF-79D7F7ED673B}"/>
              </a:ext>
            </a:extLst>
          </p:cNvPr>
          <p:cNvSpPr txBox="1">
            <a:spLocks/>
          </p:cNvSpPr>
          <p:nvPr/>
        </p:nvSpPr>
        <p:spPr>
          <a:xfrm>
            <a:off x="521498" y="4447909"/>
            <a:ext cx="3761313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2: ARQUITECTURA DE NEGOCIO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467ED09-193D-6A3F-6D0D-C26E35D6BCB7}"/>
              </a:ext>
            </a:extLst>
          </p:cNvPr>
          <p:cNvSpPr txBox="1">
            <a:spLocks/>
          </p:cNvSpPr>
          <p:nvPr/>
        </p:nvSpPr>
        <p:spPr>
          <a:xfrm>
            <a:off x="7438551" y="2057299"/>
            <a:ext cx="4051326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3: ARQUITECTURA DE T.I.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581F880-02C5-ADAB-F97C-102B1A86BCF3}"/>
              </a:ext>
            </a:extLst>
          </p:cNvPr>
          <p:cNvSpPr txBox="1">
            <a:spLocks/>
          </p:cNvSpPr>
          <p:nvPr/>
        </p:nvSpPr>
        <p:spPr>
          <a:xfrm>
            <a:off x="7480315" y="4451281"/>
            <a:ext cx="4051326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4: PLAN Y GOBIERNO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905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56D65-FCEB-4104-BBD7-C9C59DB0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4000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EL TRABAJO FINAL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FC30C53-B030-4303-900C-D7161D07090E}"/>
              </a:ext>
            </a:extLst>
          </p:cNvPr>
          <p:cNvSpPr/>
          <p:nvPr/>
        </p:nvSpPr>
        <p:spPr>
          <a:xfrm>
            <a:off x="2775378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0091CB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1EC756-3F7D-4327-9F0C-48B8A7B8C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368" y="173"/>
            <a:ext cx="8809264" cy="8809264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403D3C-E55D-CF70-F316-4C8E2C095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509" y="1693056"/>
            <a:ext cx="7819103" cy="3611245"/>
          </a:xfrm>
          <a:noFill/>
        </p:spPr>
        <p:txBody>
          <a:bodyPr wrap="square" rtlCol="0">
            <a:spAutoFit/>
          </a:bodyPr>
          <a:lstStyle/>
          <a:p>
            <a:pPr marL="0" algn="just"/>
            <a:r>
              <a:rPr lang="es-ES" sz="2000" dirty="0">
                <a:solidFill>
                  <a:schemeClr val="bg2">
                    <a:lumMod val="25000"/>
                  </a:schemeClr>
                </a:solidFill>
              </a:rPr>
              <a:t>Será realizado por grupos de no más de 5 integrantes.</a:t>
            </a:r>
          </a:p>
          <a:p>
            <a:pPr marL="0" algn="just"/>
            <a:r>
              <a:rPr lang="es-ES" sz="2000" dirty="0">
                <a:solidFill>
                  <a:schemeClr val="bg2">
                    <a:lumMod val="25000"/>
                  </a:schemeClr>
                </a:solidFill>
              </a:rPr>
              <a:t>Cada grupo debe tener un líder responsable.</a:t>
            </a:r>
          </a:p>
          <a:p>
            <a:pPr marL="0" algn="just"/>
            <a:r>
              <a:rPr lang="es-ES" sz="2000" dirty="0">
                <a:solidFill>
                  <a:schemeClr val="bg2">
                    <a:lumMod val="25000"/>
                  </a:schemeClr>
                </a:solidFill>
              </a:rPr>
              <a:t>El formato de entrega será digital (word y ppt).</a:t>
            </a:r>
          </a:p>
          <a:p>
            <a:pPr marL="0" algn="just"/>
            <a:r>
              <a:rPr lang="es-PE" sz="2000" dirty="0">
                <a:solidFill>
                  <a:schemeClr val="bg2">
                    <a:lumMod val="25000"/>
                  </a:schemeClr>
                </a:solidFill>
              </a:rPr>
              <a:t>Las presentaciones parcial y final serán en ppt y con vestimenta formal.</a:t>
            </a:r>
          </a:p>
          <a:p>
            <a:pPr marL="0" algn="just"/>
            <a:r>
              <a:rPr lang="es-PE" sz="2000" dirty="0">
                <a:solidFill>
                  <a:schemeClr val="bg2">
                    <a:lumMod val="25000"/>
                  </a:schemeClr>
                </a:solidFill>
              </a:rPr>
              <a:t>El TP se entrega en la sesión 1 de la semana 7 (word y ppt).</a:t>
            </a:r>
          </a:p>
          <a:p>
            <a:pPr marL="0" algn="just"/>
            <a:r>
              <a:rPr lang="es-PE" sz="2000" dirty="0">
                <a:solidFill>
                  <a:schemeClr val="bg2">
                    <a:lumMod val="25000"/>
                  </a:schemeClr>
                </a:solidFill>
              </a:rPr>
              <a:t>El TF se entrega en la sesión 1 de la semana 15 (word, ppt y video).</a:t>
            </a:r>
          </a:p>
          <a:p>
            <a:pPr marL="0" algn="just"/>
            <a:r>
              <a:rPr lang="es-PE" sz="2000" dirty="0">
                <a:solidFill>
                  <a:schemeClr val="bg2">
                    <a:lumMod val="25000"/>
                  </a:schemeClr>
                </a:solidFill>
              </a:rPr>
              <a:t>Ambos plazos son impostergables.</a:t>
            </a:r>
          </a:p>
          <a:p>
            <a:pPr marL="0" algn="just"/>
            <a:r>
              <a:rPr lang="es-PE" sz="2000" dirty="0">
                <a:solidFill>
                  <a:schemeClr val="bg2">
                    <a:lumMod val="25000"/>
                  </a:schemeClr>
                </a:solidFill>
              </a:rPr>
              <a:t>El TF debe tener desarrollado los Student Outcomes.</a:t>
            </a:r>
          </a:p>
          <a:p>
            <a:pPr marL="0" algn="just"/>
            <a:endParaRPr lang="es-PE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266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85F9BA3-CD38-9E55-333A-7590EF61961A}"/>
              </a:ext>
            </a:extLst>
          </p:cNvPr>
          <p:cNvSpPr/>
          <p:nvPr/>
        </p:nvSpPr>
        <p:spPr>
          <a:xfrm>
            <a:off x="249382" y="1375022"/>
            <a:ext cx="4158828" cy="460616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TRABAJO PARCIAL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542D63-9C6E-44AB-82D9-90E73CF9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4000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EL TRABAJO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6F0787-B3A7-4556-A13C-7BAECA82A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59" y="2053927"/>
            <a:ext cx="3761313" cy="415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1: DIAGNÓSTICO EMPRESARIAL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0BBF8B4-5158-44E9-8AB1-EC9A99FF40B0}"/>
              </a:ext>
            </a:extLst>
          </p:cNvPr>
          <p:cNvCxnSpPr>
            <a:cxnSpLocks/>
          </p:cNvCxnSpPr>
          <p:nvPr/>
        </p:nvCxnSpPr>
        <p:spPr>
          <a:xfrm flipH="1" flipV="1">
            <a:off x="566934" y="3512912"/>
            <a:ext cx="3409604" cy="337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31327DA-0813-498B-8C00-3BE22C731C3D}"/>
              </a:ext>
            </a:extLst>
          </p:cNvPr>
          <p:cNvCxnSpPr>
            <a:cxnSpLocks/>
          </p:cNvCxnSpPr>
          <p:nvPr/>
        </p:nvCxnSpPr>
        <p:spPr>
          <a:xfrm flipH="1">
            <a:off x="566934" y="4280454"/>
            <a:ext cx="34096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99EF19-94C6-42CB-984F-7DC28EF353E1}"/>
              </a:ext>
            </a:extLst>
          </p:cNvPr>
          <p:cNvSpPr txBox="1"/>
          <p:nvPr/>
        </p:nvSpPr>
        <p:spPr>
          <a:xfrm>
            <a:off x="521498" y="2381156"/>
            <a:ext cx="31435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Presentación de la empresa, identificación del problema, presentar su sustento, la situación actual de la empresa y de sus tecnologías de información.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7C6A309-0807-4A72-8A33-7CC911F4061E}"/>
              </a:ext>
            </a:extLst>
          </p:cNvPr>
          <p:cNvSpPr txBox="1"/>
          <p:nvPr/>
        </p:nvSpPr>
        <p:spPr>
          <a:xfrm>
            <a:off x="521498" y="4779447"/>
            <a:ext cx="3143596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Presentar la solución como mejor opción de una serie de alternativas sustentando el por qué la decisión tomada. Se presenta a un alto nivel esta solución al problema. Se presenta toda la arquitectura de negocio.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0FA4FCB-55FE-4A62-A502-746CA57C7F14}"/>
              </a:ext>
            </a:extLst>
          </p:cNvPr>
          <p:cNvCxnSpPr>
            <a:cxnSpLocks/>
          </p:cNvCxnSpPr>
          <p:nvPr/>
        </p:nvCxnSpPr>
        <p:spPr>
          <a:xfrm flipH="1">
            <a:off x="7995739" y="3516284"/>
            <a:ext cx="3395446" cy="397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140BAEB-61E9-4CB4-BE91-068CD3144CCD}"/>
              </a:ext>
            </a:extLst>
          </p:cNvPr>
          <p:cNvSpPr txBox="1"/>
          <p:nvPr/>
        </p:nvSpPr>
        <p:spPr>
          <a:xfrm>
            <a:off x="8122037" y="2407611"/>
            <a:ext cx="340960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Desarrollo de todos los dominios de la solución seleccionada para resolver el problema identificado. Se deben considerar atributos de integración empresarial, seguridad y debe garantizar el mejor consumo de recursos y permitir la continuidad del negocio en caso de contingencia.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41E8F28-AB45-4F72-B2BA-6514EC7036BA}"/>
              </a:ext>
            </a:extLst>
          </p:cNvPr>
          <p:cNvSpPr txBox="1"/>
          <p:nvPr/>
        </p:nvSpPr>
        <p:spPr>
          <a:xfrm>
            <a:off x="8388045" y="4779447"/>
            <a:ext cx="31435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algn="just">
              <a:defRPr sz="115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s-PE" dirty="0"/>
              <a:t>Se presenta el marco de trabajo para asegurar el cumplimiento de lo definido en la arquitectura empresarial; y asegurando el correcto desempeño de la empresa.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D73A3429-0A70-4570-9648-0EBA9E5ADC1A}"/>
              </a:ext>
            </a:extLst>
          </p:cNvPr>
          <p:cNvCxnSpPr>
            <a:cxnSpLocks/>
          </p:cNvCxnSpPr>
          <p:nvPr/>
        </p:nvCxnSpPr>
        <p:spPr>
          <a:xfrm flipH="1">
            <a:off x="7981581" y="4278286"/>
            <a:ext cx="34096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3552445-9CA8-4601-AC84-C608A328B22A}"/>
              </a:ext>
            </a:extLst>
          </p:cNvPr>
          <p:cNvSpPr/>
          <p:nvPr/>
        </p:nvSpPr>
        <p:spPr>
          <a:xfrm>
            <a:off x="4408209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1B81B8C-16AC-42AB-B5F5-296B2804B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87" y="1767847"/>
            <a:ext cx="4051327" cy="4051327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40EF5BB-7392-4438-35BF-79D7F7ED673B}"/>
              </a:ext>
            </a:extLst>
          </p:cNvPr>
          <p:cNvSpPr txBox="1">
            <a:spLocks/>
          </p:cNvSpPr>
          <p:nvPr/>
        </p:nvSpPr>
        <p:spPr>
          <a:xfrm>
            <a:off x="521498" y="4447909"/>
            <a:ext cx="3761313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2: ARQUITECTURA DE NEGOCIO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467ED09-193D-6A3F-6D0D-C26E35D6BCB7}"/>
              </a:ext>
            </a:extLst>
          </p:cNvPr>
          <p:cNvSpPr txBox="1">
            <a:spLocks/>
          </p:cNvSpPr>
          <p:nvPr/>
        </p:nvSpPr>
        <p:spPr>
          <a:xfrm>
            <a:off x="7438551" y="2057299"/>
            <a:ext cx="4051326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3: ARQUITECTURA DE T.I.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581F880-02C5-ADAB-F97C-102B1A86BCF3}"/>
              </a:ext>
            </a:extLst>
          </p:cNvPr>
          <p:cNvSpPr txBox="1">
            <a:spLocks/>
          </p:cNvSpPr>
          <p:nvPr/>
        </p:nvSpPr>
        <p:spPr>
          <a:xfrm>
            <a:off x="7480315" y="4451281"/>
            <a:ext cx="4051326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ES" sz="16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CAPÍTULO 4: PLAN Y GOBIERNO</a:t>
            </a:r>
            <a:endParaRPr lang="es-PE" sz="16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45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B1DF2A3-A97D-4E42-ABAD-87946C25F9E9}"/>
              </a:ext>
            </a:extLst>
          </p:cNvPr>
          <p:cNvSpPr txBox="1">
            <a:spLocks/>
          </p:cNvSpPr>
          <p:nvPr/>
        </p:nvSpPr>
        <p:spPr>
          <a:xfrm>
            <a:off x="555565" y="365125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EL TRABAJO FINAL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691BEEA-C9D6-4478-A0BC-6AD83B40388E}"/>
              </a:ext>
            </a:extLst>
          </p:cNvPr>
          <p:cNvSpPr/>
          <p:nvPr/>
        </p:nvSpPr>
        <p:spPr>
          <a:xfrm>
            <a:off x="3110541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EEA40A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723256E-C09D-338A-EBBD-CDF4C237B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65" y="1321724"/>
            <a:ext cx="11080870" cy="542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51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BAD376A8-DA76-41DE-B1FD-E65741E3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000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FEEDBACKs PARA EL TP Y EL TF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F16A144-7EE5-4373-8853-9383752B77B0}"/>
              </a:ext>
            </a:extLst>
          </p:cNvPr>
          <p:cNvSpPr/>
          <p:nvPr/>
        </p:nvSpPr>
        <p:spPr>
          <a:xfrm>
            <a:off x="2783844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B0116530-31D5-4966-9160-E0E74CD9861E}"/>
              </a:ext>
            </a:extLst>
          </p:cNvPr>
          <p:cNvSpPr txBox="1">
            <a:spLocks/>
          </p:cNvSpPr>
          <p:nvPr/>
        </p:nvSpPr>
        <p:spPr>
          <a:xfrm>
            <a:off x="767826" y="1687184"/>
            <a:ext cx="5500239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PE" sz="2000" b="1" dirty="0">
                <a:solidFill>
                  <a:srgbClr val="006E4F"/>
                </a:solidFill>
                <a:latin typeface="Solano Gothic MVB Std Cap" panose="02000506030000020004" pitchFamily="50" charset="0"/>
              </a:rPr>
              <a:t>FEEDBACK 1 – SESIÓN 2, SEMANA 2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C2C8FDB-C5B0-4D02-BDD9-866A9A79FCCA}"/>
              </a:ext>
            </a:extLst>
          </p:cNvPr>
          <p:cNvSpPr txBox="1"/>
          <p:nvPr/>
        </p:nvSpPr>
        <p:spPr>
          <a:xfrm>
            <a:off x="792764" y="2014413"/>
            <a:ext cx="5741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/>
              <a:t>La</a:t>
            </a:r>
            <a:r>
              <a:rPr lang="es-PE" sz="1600" dirty="0"/>
              <a:t> empresa, su desempeño y el problema.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C8E65E7-DBED-4B88-8BF2-F41CB1650F95}"/>
              </a:ext>
            </a:extLst>
          </p:cNvPr>
          <p:cNvSpPr txBox="1"/>
          <p:nvPr/>
        </p:nvSpPr>
        <p:spPr>
          <a:xfrm>
            <a:off x="780517" y="3089752"/>
            <a:ext cx="4531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bg2">
                    <a:lumMod val="25000"/>
                  </a:schemeClr>
                </a:solidFill>
              </a:rPr>
              <a:t>F</a:t>
            </a:r>
            <a:r>
              <a:rPr lang="es-PE" sz="1600" dirty="0">
                <a:solidFill>
                  <a:schemeClr val="bg2">
                    <a:lumMod val="25000"/>
                  </a:schemeClr>
                </a:solidFill>
              </a:rPr>
              <a:t>ases: preliminar, visión y arquitectura de negocio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AEE3E66-A33C-46FF-9CF7-1C48C909EED7}"/>
              </a:ext>
            </a:extLst>
          </p:cNvPr>
          <p:cNvSpPr txBox="1"/>
          <p:nvPr/>
        </p:nvSpPr>
        <p:spPr>
          <a:xfrm>
            <a:off x="792764" y="4316185"/>
            <a:ext cx="428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1600" dirty="0">
                <a:solidFill>
                  <a:schemeClr val="bg2">
                    <a:lumMod val="25000"/>
                  </a:schemeClr>
                </a:solidFill>
              </a:rPr>
              <a:t>Feedback 2 corregido y arquitecturas de aplicaciones, datos y tecnologías (integración)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BF9DE1-E4EC-4A53-B2CD-ACE2B9096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615" y="-2597477"/>
            <a:ext cx="9823943" cy="9823943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626152C-70F8-A943-7366-DB532FD4E576}"/>
              </a:ext>
            </a:extLst>
          </p:cNvPr>
          <p:cNvSpPr txBox="1">
            <a:spLocks/>
          </p:cNvSpPr>
          <p:nvPr/>
        </p:nvSpPr>
        <p:spPr>
          <a:xfrm>
            <a:off x="767825" y="2774339"/>
            <a:ext cx="5500239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PE" sz="2000" b="1" dirty="0">
                <a:solidFill>
                  <a:srgbClr val="006E4F"/>
                </a:solidFill>
                <a:latin typeface="Solano Gothic MVB Std Cap" panose="02000506030000020004" pitchFamily="50" charset="0"/>
              </a:rPr>
              <a:t>FEEDBACK 2 – SESIÓN 2, SEMANA 6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5116E51-ABF5-26BB-1E49-2173666336C3}"/>
              </a:ext>
            </a:extLst>
          </p:cNvPr>
          <p:cNvSpPr txBox="1">
            <a:spLocks/>
          </p:cNvSpPr>
          <p:nvPr/>
        </p:nvSpPr>
        <p:spPr>
          <a:xfrm>
            <a:off x="767824" y="3966681"/>
            <a:ext cx="5500239" cy="4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PE" sz="2000" b="1" dirty="0">
                <a:solidFill>
                  <a:srgbClr val="006E4F"/>
                </a:solidFill>
                <a:latin typeface="Solano Gothic MVB Std Cap" panose="02000506030000020004" pitchFamily="50" charset="0"/>
              </a:rPr>
              <a:t>FEEDBACK 3 – SESIÓN 2, SEMANA 11</a:t>
            </a:r>
          </a:p>
        </p:txBody>
      </p:sp>
    </p:spTree>
    <p:extLst>
      <p:ext uri="{BB962C8B-B14F-4D97-AF65-F5344CB8AC3E}">
        <p14:creationId xmlns:p14="http://schemas.microsoft.com/office/powerpoint/2010/main" val="2513683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141032-64E6-4BAC-9E9B-3B4E351A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s-ES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COMENZAMOS </a:t>
            </a:r>
            <a:endParaRPr lang="es-PE" sz="40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557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CC6DC44-AAC0-38C0-52C9-CD84FFD2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71737"/>
            <a:ext cx="12192000" cy="528638"/>
          </a:xfrm>
        </p:spPr>
        <p:txBody>
          <a:bodyPr>
            <a:normAutofit/>
          </a:bodyPr>
          <a:lstStyle/>
          <a:p>
            <a:pPr algn="ctr"/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1354544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D0B192D-697C-DBAE-9327-1ABDD3BA3FAC}"/>
              </a:ext>
            </a:extLst>
          </p:cNvPr>
          <p:cNvSpPr txBox="1"/>
          <p:nvPr/>
        </p:nvSpPr>
        <p:spPr>
          <a:xfrm>
            <a:off x="1193006" y="1362167"/>
            <a:ext cx="9614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velocidad del cambio tecnológico como impulsor</a:t>
            </a:r>
            <a:endParaRPr lang="es-PE" sz="3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96CF4D-6BE1-272B-8A25-415CAC67DFDD}"/>
              </a:ext>
            </a:extLst>
          </p:cNvPr>
          <p:cNvSpPr txBox="1"/>
          <p:nvPr/>
        </p:nvSpPr>
        <p:spPr>
          <a:xfrm>
            <a:off x="6962953" y="3198197"/>
            <a:ext cx="18696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Ley de Moore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Ley de Butter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Ley de Kryder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9F31CD-0E15-1522-597C-1C1B075D394E}"/>
              </a:ext>
            </a:extLst>
          </p:cNvPr>
          <p:cNvSpPr txBox="1"/>
          <p:nvPr/>
        </p:nvSpPr>
        <p:spPr>
          <a:xfrm>
            <a:off x="60708" y="3752195"/>
            <a:ext cx="349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Gestión de la información digital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83474DF-8CA4-EE1A-87ED-A10FAD7AFD27}"/>
              </a:ext>
            </a:extLst>
          </p:cNvPr>
          <p:cNvSpPr txBox="1"/>
          <p:nvPr/>
        </p:nvSpPr>
        <p:spPr>
          <a:xfrm>
            <a:off x="3728790" y="3198197"/>
            <a:ext cx="21850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Procesamiento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Comunicación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r>
              <a:rPr lang="es-PE" dirty="0"/>
              <a:t>Almacenamiento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06C294E-8FEA-1E49-A633-485A4CE8A12D}"/>
              </a:ext>
            </a:extLst>
          </p:cNvPr>
          <p:cNvCxnSpPr/>
          <p:nvPr/>
        </p:nvCxnSpPr>
        <p:spPr>
          <a:xfrm>
            <a:off x="6046547" y="3398545"/>
            <a:ext cx="91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623C57F-C157-BD8B-9049-7BD42A4FDF80}"/>
              </a:ext>
            </a:extLst>
          </p:cNvPr>
          <p:cNvCxnSpPr/>
          <p:nvPr/>
        </p:nvCxnSpPr>
        <p:spPr>
          <a:xfrm>
            <a:off x="6046547" y="3958082"/>
            <a:ext cx="91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4CEFFB9-6D09-43B5-3D1E-1E757D19D0B2}"/>
              </a:ext>
            </a:extLst>
          </p:cNvPr>
          <p:cNvCxnSpPr/>
          <p:nvPr/>
        </p:nvCxnSpPr>
        <p:spPr>
          <a:xfrm>
            <a:off x="6046547" y="4499758"/>
            <a:ext cx="91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3AE4A2E7-F834-32F3-0BA6-1C9BB72468A0}"/>
              </a:ext>
            </a:extLst>
          </p:cNvPr>
          <p:cNvSpPr/>
          <p:nvPr/>
        </p:nvSpPr>
        <p:spPr>
          <a:xfrm>
            <a:off x="8832567" y="2423750"/>
            <a:ext cx="431135" cy="30527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E5E6C97-30D9-7BB2-8345-827BB118ADA0}"/>
              </a:ext>
            </a:extLst>
          </p:cNvPr>
          <p:cNvSpPr txBox="1"/>
          <p:nvPr/>
        </p:nvSpPr>
        <p:spPr>
          <a:xfrm>
            <a:off x="9263702" y="2920181"/>
            <a:ext cx="2436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Mejora el rendimiento</a:t>
            </a:r>
          </a:p>
          <a:p>
            <a:r>
              <a:rPr lang="es-ES" dirty="0"/>
              <a:t>de los dispositivos</a:t>
            </a:r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FA70151-EBAF-F11D-2F60-99A366297BE2}"/>
              </a:ext>
            </a:extLst>
          </p:cNvPr>
          <p:cNvSpPr txBox="1"/>
          <p:nvPr/>
        </p:nvSpPr>
        <p:spPr>
          <a:xfrm>
            <a:off x="9263702" y="4352359"/>
            <a:ext cx="226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Reducción de costos</a:t>
            </a:r>
          </a:p>
          <a:p>
            <a:r>
              <a:rPr lang="es-ES" dirty="0"/>
              <a:t>en equipos</a:t>
            </a:r>
            <a:endParaRPr lang="es-PE" dirty="0"/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E1C6D414-54D7-FB43-47D7-A1F86215B140}"/>
              </a:ext>
            </a:extLst>
          </p:cNvPr>
          <p:cNvSpPr txBox="1">
            <a:spLocks/>
          </p:cNvSpPr>
          <p:nvPr/>
        </p:nvSpPr>
        <p:spPr>
          <a:xfrm>
            <a:off x="1193006" y="903668"/>
            <a:ext cx="11538801" cy="6737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sz="3600"/>
              <a:t>El Cambio y la Disrupción como constantes </a:t>
            </a:r>
            <a:endParaRPr lang="es-PE" sz="360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0FF0848-108E-E699-3F13-4E8EA44A92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528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2400" b="1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  <a:endParaRPr lang="es-PE" sz="24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866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49619AB-EF64-DC1A-CCB8-0E7C55E102D1}"/>
              </a:ext>
            </a:extLst>
          </p:cNvPr>
          <p:cNvSpPr txBox="1"/>
          <p:nvPr/>
        </p:nvSpPr>
        <p:spPr>
          <a:xfrm>
            <a:off x="1193006" y="1362167"/>
            <a:ext cx="10304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velocidad del cambio tecnológico es </a:t>
            </a:r>
            <a:r>
              <a:rPr lang="es-ES" sz="3200" b="1" dirty="0">
                <a:solidFill>
                  <a:srgbClr val="FF0000"/>
                </a:solidFill>
              </a:rPr>
              <a:t>EXPONENCIAL</a:t>
            </a:r>
            <a:endParaRPr lang="es-PE" sz="3200" b="1" dirty="0">
              <a:solidFill>
                <a:srgbClr val="FF0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13384A3-00E5-D7CB-23E2-571A4F65A529}"/>
              </a:ext>
            </a:extLst>
          </p:cNvPr>
          <p:cNvSpPr txBox="1"/>
          <p:nvPr/>
        </p:nvSpPr>
        <p:spPr>
          <a:xfrm>
            <a:off x="6962953" y="3198197"/>
            <a:ext cx="18696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Ley de Moore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Ley de Butter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Ley de Kryder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DC02ED7-E157-D495-3C8F-860DA6D39FBC}"/>
              </a:ext>
            </a:extLst>
          </p:cNvPr>
          <p:cNvSpPr txBox="1"/>
          <p:nvPr/>
        </p:nvSpPr>
        <p:spPr>
          <a:xfrm>
            <a:off x="60708" y="3752195"/>
            <a:ext cx="349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Gestión de la información digital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2E4D949-9E41-E4AF-1672-DB906403AA19}"/>
              </a:ext>
            </a:extLst>
          </p:cNvPr>
          <p:cNvSpPr txBox="1"/>
          <p:nvPr/>
        </p:nvSpPr>
        <p:spPr>
          <a:xfrm>
            <a:off x="3728790" y="3198197"/>
            <a:ext cx="21850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Procesamiento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Comunicación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r>
              <a:rPr lang="es-PE" dirty="0"/>
              <a:t>Almacenamiento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858F8D5-90F3-7EAB-2609-E29ADDE1B808}"/>
              </a:ext>
            </a:extLst>
          </p:cNvPr>
          <p:cNvCxnSpPr/>
          <p:nvPr/>
        </p:nvCxnSpPr>
        <p:spPr>
          <a:xfrm>
            <a:off x="6046547" y="3398545"/>
            <a:ext cx="91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661B57D-1354-90D0-010B-8659C4A3F688}"/>
              </a:ext>
            </a:extLst>
          </p:cNvPr>
          <p:cNvCxnSpPr/>
          <p:nvPr/>
        </p:nvCxnSpPr>
        <p:spPr>
          <a:xfrm>
            <a:off x="6046547" y="3958082"/>
            <a:ext cx="91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2365826-6865-BAC4-5EF0-DCFFEBDF3F01}"/>
              </a:ext>
            </a:extLst>
          </p:cNvPr>
          <p:cNvCxnSpPr/>
          <p:nvPr/>
        </p:nvCxnSpPr>
        <p:spPr>
          <a:xfrm>
            <a:off x="6046547" y="4499758"/>
            <a:ext cx="91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errar llave 25">
            <a:extLst>
              <a:ext uri="{FF2B5EF4-FFF2-40B4-BE49-F238E27FC236}">
                <a16:creationId xmlns:a16="http://schemas.microsoft.com/office/drawing/2014/main" id="{D6F1662A-C2C4-B30E-EF95-CF4EEC61945B}"/>
              </a:ext>
            </a:extLst>
          </p:cNvPr>
          <p:cNvSpPr/>
          <p:nvPr/>
        </p:nvSpPr>
        <p:spPr>
          <a:xfrm>
            <a:off x="8832567" y="2423750"/>
            <a:ext cx="431135" cy="30527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DE3D2B9-8FC6-7A98-8B88-3EDC2125F26D}"/>
              </a:ext>
            </a:extLst>
          </p:cNvPr>
          <p:cNvSpPr txBox="1"/>
          <p:nvPr/>
        </p:nvSpPr>
        <p:spPr>
          <a:xfrm>
            <a:off x="9263702" y="2920181"/>
            <a:ext cx="2436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Mejora el rendimiento</a:t>
            </a:r>
          </a:p>
          <a:p>
            <a:r>
              <a:rPr lang="es-ES" dirty="0"/>
              <a:t>de los dispositivos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D21996E-546D-27BD-1211-C772FA495329}"/>
              </a:ext>
            </a:extLst>
          </p:cNvPr>
          <p:cNvSpPr txBox="1"/>
          <p:nvPr/>
        </p:nvSpPr>
        <p:spPr>
          <a:xfrm>
            <a:off x="9263702" y="4352359"/>
            <a:ext cx="226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Reducción de costos</a:t>
            </a:r>
          </a:p>
          <a:p>
            <a:r>
              <a:rPr lang="es-ES" dirty="0"/>
              <a:t>en equipos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045F0B0-2E01-4E8D-E0FE-4CD70C5A842D}"/>
              </a:ext>
            </a:extLst>
          </p:cNvPr>
          <p:cNvSpPr txBox="1"/>
          <p:nvPr/>
        </p:nvSpPr>
        <p:spPr>
          <a:xfrm>
            <a:off x="0" y="58471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Sabemos que la tecnología se desarrolla rápidamente, pero no estamos acostumbrados </a:t>
            </a:r>
          </a:p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tener lecturas exponenciales</a:t>
            </a:r>
            <a:endParaRPr lang="es-PE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069FFD8-F462-53B7-5557-021E3317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57102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6034367E-C452-805F-F8D1-C5AA9FA772A3}"/>
              </a:ext>
            </a:extLst>
          </p:cNvPr>
          <p:cNvGrpSpPr/>
          <p:nvPr/>
        </p:nvGrpSpPr>
        <p:grpSpPr>
          <a:xfrm>
            <a:off x="1125302" y="2578843"/>
            <a:ext cx="7375010" cy="1966534"/>
            <a:chOff x="1125302" y="2578843"/>
            <a:chExt cx="7375010" cy="196653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C8D56BDA-CA2F-9B34-5FD4-027BCB61DA60}"/>
                </a:ext>
              </a:extLst>
            </p:cNvPr>
            <p:cNvSpPr/>
            <p:nvPr/>
          </p:nvSpPr>
          <p:spPr>
            <a:xfrm rot="19906768">
              <a:off x="1899363" y="2828716"/>
              <a:ext cx="6600949" cy="1716661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0ED9BD8B-1B11-7029-077A-972EE4100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9845059">
              <a:off x="1125302" y="2578843"/>
              <a:ext cx="7346695" cy="1490109"/>
            </a:xfrm>
            <a:prstGeom prst="rect">
              <a:avLst/>
            </a:prstGeom>
          </p:spPr>
        </p:pic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C90718EF-EA00-ECCA-A507-08DE41FEAD0A}"/>
              </a:ext>
            </a:extLst>
          </p:cNvPr>
          <p:cNvSpPr txBox="1"/>
          <p:nvPr/>
        </p:nvSpPr>
        <p:spPr>
          <a:xfrm>
            <a:off x="0" y="58471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Sabemos que la tecnología se desarrolla rápidamente, pero no estamos acostumbrados </a:t>
            </a:r>
          </a:p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tener lecturas exponenciales</a:t>
            </a:r>
            <a:endParaRPr lang="es-PE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478FE54-EFDC-3182-9B57-6192E76FD1AB}"/>
              </a:ext>
            </a:extLst>
          </p:cNvPr>
          <p:cNvCxnSpPr/>
          <p:nvPr/>
        </p:nvCxnSpPr>
        <p:spPr>
          <a:xfrm>
            <a:off x="2448233" y="5456903"/>
            <a:ext cx="6753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5957DF6-2BD0-B340-DC44-C0CF2474585C}"/>
              </a:ext>
            </a:extLst>
          </p:cNvPr>
          <p:cNvCxnSpPr>
            <a:cxnSpLocks/>
          </p:cNvCxnSpPr>
          <p:nvPr/>
        </p:nvCxnSpPr>
        <p:spPr>
          <a:xfrm flipV="1">
            <a:off x="2600633" y="2168013"/>
            <a:ext cx="0" cy="3441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CAC6FB6-8AB0-AA8F-7157-807514B1FF8D}"/>
              </a:ext>
            </a:extLst>
          </p:cNvPr>
          <p:cNvCxnSpPr>
            <a:cxnSpLocks/>
          </p:cNvCxnSpPr>
          <p:nvPr/>
        </p:nvCxnSpPr>
        <p:spPr>
          <a:xfrm flipV="1">
            <a:off x="2600633" y="4410390"/>
            <a:ext cx="5968180" cy="10465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B7A92F-2FF0-A9F2-CBAD-EFA7CC2DD714}"/>
              </a:ext>
            </a:extLst>
          </p:cNvPr>
          <p:cNvSpPr txBox="1"/>
          <p:nvPr/>
        </p:nvSpPr>
        <p:spPr>
          <a:xfrm>
            <a:off x="8230425" y="4503510"/>
            <a:ext cx="2477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Desarrollo del negocio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177E864-5405-B7CA-C0DA-85BDBE838393}"/>
              </a:ext>
            </a:extLst>
          </p:cNvPr>
          <p:cNvSpPr txBox="1"/>
          <p:nvPr/>
        </p:nvSpPr>
        <p:spPr>
          <a:xfrm>
            <a:off x="7659917" y="1986890"/>
            <a:ext cx="4121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Evolución exponencial de la tecnología</a:t>
            </a:r>
            <a:endParaRPr lang="es-PE" dirty="0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2B2CD34F-0BF6-DB67-A89F-55FF3E10C716}"/>
              </a:ext>
            </a:extLst>
          </p:cNvPr>
          <p:cNvSpPr/>
          <p:nvPr/>
        </p:nvSpPr>
        <p:spPr>
          <a:xfrm>
            <a:off x="8568813" y="2354490"/>
            <a:ext cx="262163" cy="2053334"/>
          </a:xfrm>
          <a:prstGeom prst="rightBrace">
            <a:avLst/>
          </a:prstGeom>
          <a:ln w="381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895DA7-E5D3-AC42-1D32-E90EB5758482}"/>
              </a:ext>
            </a:extLst>
          </p:cNvPr>
          <p:cNvSpPr txBox="1"/>
          <p:nvPr/>
        </p:nvSpPr>
        <p:spPr>
          <a:xfrm>
            <a:off x="8836924" y="3041388"/>
            <a:ext cx="240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00CC"/>
                </a:solidFill>
              </a:rPr>
              <a:t>Brecha cubierta por</a:t>
            </a:r>
          </a:p>
          <a:p>
            <a:r>
              <a:rPr lang="es-ES" dirty="0">
                <a:solidFill>
                  <a:srgbClr val="0000CC"/>
                </a:solidFill>
              </a:rPr>
              <a:t>Empresas emergentes</a:t>
            </a:r>
            <a:endParaRPr lang="es-PE" dirty="0">
              <a:solidFill>
                <a:srgbClr val="0000CC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B9B8772-AB29-E84D-B292-64A065CE342F}"/>
              </a:ext>
            </a:extLst>
          </p:cNvPr>
          <p:cNvSpPr txBox="1"/>
          <p:nvPr/>
        </p:nvSpPr>
        <p:spPr>
          <a:xfrm>
            <a:off x="1193006" y="1362167"/>
            <a:ext cx="10304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velocidad del cambio tecnológico es </a:t>
            </a:r>
            <a:r>
              <a:rPr lang="es-ES" sz="3200" b="1" dirty="0">
                <a:solidFill>
                  <a:srgbClr val="FF0000"/>
                </a:solidFill>
              </a:rPr>
              <a:t>EXPONENCIAL</a:t>
            </a:r>
            <a:endParaRPr lang="es-PE" sz="3200" b="1" dirty="0">
              <a:solidFill>
                <a:srgbClr val="FF0000"/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993BEA00-768C-C324-3429-4B11A51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1495611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9E7A9A4-7014-490C-EA3D-574D72614EBD}"/>
              </a:ext>
            </a:extLst>
          </p:cNvPr>
          <p:cNvSpPr txBox="1"/>
          <p:nvPr/>
        </p:nvSpPr>
        <p:spPr>
          <a:xfrm>
            <a:off x="60708" y="3752195"/>
            <a:ext cx="349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Gestión de la información digital</a:t>
            </a:r>
            <a:endParaRPr lang="es-PE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BEB4EB-76AE-D238-4DC2-E5CC38BDCC71}"/>
              </a:ext>
            </a:extLst>
          </p:cNvPr>
          <p:cNvSpPr txBox="1"/>
          <p:nvPr/>
        </p:nvSpPr>
        <p:spPr>
          <a:xfrm>
            <a:off x="3728790" y="3198197"/>
            <a:ext cx="21850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Procesamiento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Comunicación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r>
              <a:rPr lang="es-PE" dirty="0"/>
              <a:t>Almacenamiento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719A338-9A07-7353-D0A0-BFDA109D8742}"/>
              </a:ext>
            </a:extLst>
          </p:cNvPr>
          <p:cNvSpPr txBox="1"/>
          <p:nvPr/>
        </p:nvSpPr>
        <p:spPr>
          <a:xfrm>
            <a:off x="0" y="58471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Sabemos que la tecnología se desarrolla rápidamente, pero no estamos acostumbrados </a:t>
            </a:r>
          </a:p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tener lecturas exponenciales</a:t>
            </a:r>
            <a:endParaRPr lang="es-PE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0A517B-F92E-A17C-5B47-6B75E0E1C311}"/>
              </a:ext>
            </a:extLst>
          </p:cNvPr>
          <p:cNvSpPr txBox="1"/>
          <p:nvPr/>
        </p:nvSpPr>
        <p:spPr>
          <a:xfrm>
            <a:off x="6422599" y="3275141"/>
            <a:ext cx="49849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 LA BASE DE LA </a:t>
            </a:r>
          </a:p>
          <a:p>
            <a:pPr algn="ctr"/>
            <a:r>
              <a:rPr lang="es-E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TANSFORMACIÓN DIGITAL</a:t>
            </a:r>
            <a:endParaRPr lang="es-PE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8C7DD4-7C5D-80D1-B56B-6E1E533DF137}"/>
              </a:ext>
            </a:extLst>
          </p:cNvPr>
          <p:cNvSpPr txBox="1"/>
          <p:nvPr/>
        </p:nvSpPr>
        <p:spPr>
          <a:xfrm>
            <a:off x="1193006" y="1362167"/>
            <a:ext cx="10304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velocidad del cambio tecnológico es </a:t>
            </a:r>
            <a:r>
              <a:rPr lang="es-ES" sz="3200" b="1" dirty="0">
                <a:solidFill>
                  <a:srgbClr val="FF0000"/>
                </a:solidFill>
              </a:rPr>
              <a:t>EXPONENCIAL</a:t>
            </a:r>
            <a:endParaRPr lang="es-PE" sz="3200" b="1" dirty="0">
              <a:solidFill>
                <a:srgbClr val="FF0000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5A20299-8CFF-1E06-567E-E61AEC2D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2064163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F8E84D0-968B-38CE-6708-20EBD6ACAE68}"/>
              </a:ext>
            </a:extLst>
          </p:cNvPr>
          <p:cNvSpPr txBox="1"/>
          <p:nvPr/>
        </p:nvSpPr>
        <p:spPr>
          <a:xfrm>
            <a:off x="322851" y="1303174"/>
            <a:ext cx="7608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disrupción de los modelos de negocio</a:t>
            </a:r>
            <a:endParaRPr lang="es-PE" sz="3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18163B-03AA-5836-0BED-8A8494CCC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91" y="2390468"/>
            <a:ext cx="1590675" cy="1600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D449C26-D524-1904-9ABE-8679F7477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741" y="2480188"/>
            <a:ext cx="1619250" cy="1524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014D856-EB0D-D3E3-ECCC-B0911F007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532" y="3480446"/>
            <a:ext cx="904875" cy="15621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4AC4A4E-DB92-22D9-169D-23958354A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378" y="4564471"/>
            <a:ext cx="1885950" cy="16573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6B9A7CE-9E49-AB79-7F87-DD5C67499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170" y="4564471"/>
            <a:ext cx="733425" cy="159067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9563877-8E6A-AA76-E4AD-46706A28CC3F}"/>
              </a:ext>
            </a:extLst>
          </p:cNvPr>
          <p:cNvSpPr txBox="1"/>
          <p:nvPr/>
        </p:nvSpPr>
        <p:spPr>
          <a:xfrm>
            <a:off x="6326994" y="3864252"/>
            <a:ext cx="5753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0000CC"/>
                </a:solidFill>
              </a:rPr>
              <a:t>Cadena de Valor de la Disrupción</a:t>
            </a:r>
            <a:endParaRPr lang="es-PE" sz="2800" b="1" dirty="0">
              <a:solidFill>
                <a:srgbClr val="0000CC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D2B231-CE7B-27A7-DEF6-5CB9EB5F5D31}"/>
              </a:ext>
            </a:extLst>
          </p:cNvPr>
          <p:cNvSpPr txBox="1"/>
          <p:nvPr/>
        </p:nvSpPr>
        <p:spPr>
          <a:xfrm>
            <a:off x="6694725" y="4780936"/>
            <a:ext cx="4586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La Disrupción no es nueva</a:t>
            </a:r>
            <a:endParaRPr lang="es-PE" sz="2800" b="1" dirty="0">
              <a:solidFill>
                <a:srgbClr val="FF0000"/>
              </a:solidFill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6AF6B4B-4A9A-CB55-3E68-82F55EDD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2738079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A212BC3-F697-3140-10DF-B3B68EE8E903}"/>
              </a:ext>
            </a:extLst>
          </p:cNvPr>
          <p:cNvSpPr txBox="1"/>
          <p:nvPr/>
        </p:nvSpPr>
        <p:spPr>
          <a:xfrm>
            <a:off x="322851" y="1303174"/>
            <a:ext cx="7608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disrupción de los modelos de negocio</a:t>
            </a:r>
            <a:endParaRPr lang="es-PE" sz="3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E16A38B6-60F9-E6C5-CC09-9725743D20B6}"/>
              </a:ext>
            </a:extLst>
          </p:cNvPr>
          <p:cNvSpPr/>
          <p:nvPr/>
        </p:nvSpPr>
        <p:spPr>
          <a:xfrm>
            <a:off x="2300748" y="262472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B5B72C2D-6158-2C40-624D-E3A756EBEF6D}"/>
              </a:ext>
            </a:extLst>
          </p:cNvPr>
          <p:cNvSpPr/>
          <p:nvPr/>
        </p:nvSpPr>
        <p:spPr>
          <a:xfrm>
            <a:off x="4473677" y="262447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94CA9D1B-8201-E74E-1971-7F9DF6F89706}"/>
              </a:ext>
            </a:extLst>
          </p:cNvPr>
          <p:cNvSpPr/>
          <p:nvPr/>
        </p:nvSpPr>
        <p:spPr>
          <a:xfrm>
            <a:off x="6646606" y="262447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64B675-013F-552C-1F42-E3AA4E19D654}"/>
              </a:ext>
            </a:extLst>
          </p:cNvPr>
          <p:cNvSpPr txBox="1"/>
          <p:nvPr/>
        </p:nvSpPr>
        <p:spPr>
          <a:xfrm>
            <a:off x="474408" y="3554542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Compañía</a:t>
            </a:r>
            <a:endParaRPr lang="es-PE" dirty="0"/>
          </a:p>
        </p:txBody>
      </p:sp>
      <p:sp>
        <p:nvSpPr>
          <p:cNvPr id="11" name="Flecha: pentágono 10">
            <a:extLst>
              <a:ext uri="{FF2B5EF4-FFF2-40B4-BE49-F238E27FC236}">
                <a16:creationId xmlns:a16="http://schemas.microsoft.com/office/drawing/2014/main" id="{EE2EB887-14B7-E79F-806E-FB8AD2B83EC2}"/>
              </a:ext>
            </a:extLst>
          </p:cNvPr>
          <p:cNvSpPr/>
          <p:nvPr/>
        </p:nvSpPr>
        <p:spPr>
          <a:xfrm>
            <a:off x="2300748" y="3492418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2EFB27BA-A926-13D3-9A99-09309FD86231}"/>
              </a:ext>
            </a:extLst>
          </p:cNvPr>
          <p:cNvSpPr/>
          <p:nvPr/>
        </p:nvSpPr>
        <p:spPr>
          <a:xfrm>
            <a:off x="4473677" y="3492174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2A282CB6-4F41-6860-9944-E765178C286A}"/>
              </a:ext>
            </a:extLst>
          </p:cNvPr>
          <p:cNvSpPr/>
          <p:nvPr/>
        </p:nvSpPr>
        <p:spPr>
          <a:xfrm>
            <a:off x="6646606" y="3492173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67296BD3-9702-B7FE-7A16-3C9178237251}"/>
              </a:ext>
            </a:extLst>
          </p:cNvPr>
          <p:cNvSpPr/>
          <p:nvPr/>
        </p:nvSpPr>
        <p:spPr>
          <a:xfrm>
            <a:off x="2300748" y="432920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157BD403-4198-F38C-0A16-B5AEC136FB4F}"/>
              </a:ext>
            </a:extLst>
          </p:cNvPr>
          <p:cNvSpPr/>
          <p:nvPr/>
        </p:nvSpPr>
        <p:spPr>
          <a:xfrm>
            <a:off x="4473677" y="432895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6" name="Flecha: pentágono 15">
            <a:extLst>
              <a:ext uri="{FF2B5EF4-FFF2-40B4-BE49-F238E27FC236}">
                <a16:creationId xmlns:a16="http://schemas.microsoft.com/office/drawing/2014/main" id="{D2AFAC55-54A9-CC88-B1E2-6E4E96C6FA83}"/>
              </a:ext>
            </a:extLst>
          </p:cNvPr>
          <p:cNvSpPr/>
          <p:nvPr/>
        </p:nvSpPr>
        <p:spPr>
          <a:xfrm>
            <a:off x="6646606" y="432895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7" name="Flecha: pentágono 16">
            <a:extLst>
              <a:ext uri="{FF2B5EF4-FFF2-40B4-BE49-F238E27FC236}">
                <a16:creationId xmlns:a16="http://schemas.microsoft.com/office/drawing/2014/main" id="{716BFC12-A4BB-F2EB-64EB-D0C1D6FFEF54}"/>
              </a:ext>
            </a:extLst>
          </p:cNvPr>
          <p:cNvSpPr/>
          <p:nvPr/>
        </p:nvSpPr>
        <p:spPr>
          <a:xfrm>
            <a:off x="2034984" y="2249621"/>
            <a:ext cx="7518671" cy="2979174"/>
          </a:xfrm>
          <a:prstGeom prst="homePlate">
            <a:avLst/>
          </a:prstGeom>
          <a:solidFill>
            <a:srgbClr val="0070C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Flecha: pentágono 17">
            <a:extLst>
              <a:ext uri="{FF2B5EF4-FFF2-40B4-BE49-F238E27FC236}">
                <a16:creationId xmlns:a16="http://schemas.microsoft.com/office/drawing/2014/main" id="{69CA1D13-8F67-CA8C-09EC-6C7363828984}"/>
              </a:ext>
            </a:extLst>
          </p:cNvPr>
          <p:cNvSpPr/>
          <p:nvPr/>
        </p:nvSpPr>
        <p:spPr>
          <a:xfrm>
            <a:off x="2034983" y="2249621"/>
            <a:ext cx="5294967" cy="2979174"/>
          </a:xfrm>
          <a:prstGeom prst="homePlate">
            <a:avLst/>
          </a:prstGeom>
          <a:solidFill>
            <a:srgbClr val="0070C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Flecha: pentágono 18">
            <a:extLst>
              <a:ext uri="{FF2B5EF4-FFF2-40B4-BE49-F238E27FC236}">
                <a16:creationId xmlns:a16="http://schemas.microsoft.com/office/drawing/2014/main" id="{4BC477D8-3510-54A8-0165-4C5F1900E24B}"/>
              </a:ext>
            </a:extLst>
          </p:cNvPr>
          <p:cNvSpPr/>
          <p:nvPr/>
        </p:nvSpPr>
        <p:spPr>
          <a:xfrm>
            <a:off x="2034983" y="2269609"/>
            <a:ext cx="2964719" cy="2979174"/>
          </a:xfrm>
          <a:prstGeom prst="homePlate">
            <a:avLst/>
          </a:prstGeom>
          <a:solidFill>
            <a:srgbClr val="0070C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4C1D9ED-2D5A-6FDD-1E29-D64056C2C1C4}"/>
              </a:ext>
            </a:extLst>
          </p:cNvPr>
          <p:cNvSpPr/>
          <p:nvPr/>
        </p:nvSpPr>
        <p:spPr>
          <a:xfrm>
            <a:off x="9706055" y="2891498"/>
            <a:ext cx="1784555" cy="1472393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A32A3459-7605-82AC-E4A4-BD5FBEAC1E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528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2400" b="1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  <a:endParaRPr lang="es-PE" sz="2400" b="1" dirty="0">
              <a:solidFill>
                <a:srgbClr val="009D72"/>
              </a:solidFill>
              <a:latin typeface="Solano Gothic MVB Std Cap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2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2C85D34-EA14-F951-BAC9-4284A129DBDC}"/>
              </a:ext>
            </a:extLst>
          </p:cNvPr>
          <p:cNvSpPr txBox="1"/>
          <p:nvPr/>
        </p:nvSpPr>
        <p:spPr>
          <a:xfrm>
            <a:off x="322851" y="1303174"/>
            <a:ext cx="7608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disrupción de los modelos de negocio</a:t>
            </a:r>
            <a:endParaRPr lang="es-PE" sz="3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82C22722-638F-0856-BDEC-D955498EA6DF}"/>
              </a:ext>
            </a:extLst>
          </p:cNvPr>
          <p:cNvSpPr/>
          <p:nvPr/>
        </p:nvSpPr>
        <p:spPr>
          <a:xfrm>
            <a:off x="2300748" y="262472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1F296A07-C8DB-C4EA-ADFE-708BD5EA911F}"/>
              </a:ext>
            </a:extLst>
          </p:cNvPr>
          <p:cNvSpPr/>
          <p:nvPr/>
        </p:nvSpPr>
        <p:spPr>
          <a:xfrm>
            <a:off x="4473677" y="262447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448639B9-B6E2-0B01-5C40-3384420C27F4}"/>
              </a:ext>
            </a:extLst>
          </p:cNvPr>
          <p:cNvSpPr/>
          <p:nvPr/>
        </p:nvSpPr>
        <p:spPr>
          <a:xfrm>
            <a:off x="6646606" y="262447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A43B455-6CA8-03DA-8F97-AEF35314C2B2}"/>
              </a:ext>
            </a:extLst>
          </p:cNvPr>
          <p:cNvSpPr txBox="1"/>
          <p:nvPr/>
        </p:nvSpPr>
        <p:spPr>
          <a:xfrm>
            <a:off x="474408" y="3554542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Compañía</a:t>
            </a:r>
            <a:endParaRPr lang="es-PE" dirty="0"/>
          </a:p>
        </p:txBody>
      </p:sp>
      <p:sp>
        <p:nvSpPr>
          <p:cNvPr id="11" name="Flecha: pentágono 10">
            <a:extLst>
              <a:ext uri="{FF2B5EF4-FFF2-40B4-BE49-F238E27FC236}">
                <a16:creationId xmlns:a16="http://schemas.microsoft.com/office/drawing/2014/main" id="{A29D862C-10E4-5541-2F28-D203AFFF9F85}"/>
              </a:ext>
            </a:extLst>
          </p:cNvPr>
          <p:cNvSpPr/>
          <p:nvPr/>
        </p:nvSpPr>
        <p:spPr>
          <a:xfrm>
            <a:off x="2300748" y="3492418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FAA9AB5B-CC71-07FC-B841-E776D690F858}"/>
              </a:ext>
            </a:extLst>
          </p:cNvPr>
          <p:cNvSpPr/>
          <p:nvPr/>
        </p:nvSpPr>
        <p:spPr>
          <a:xfrm>
            <a:off x="4473677" y="3492174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8AA4FC74-10AC-7B8C-E219-75ABAF5D49D3}"/>
              </a:ext>
            </a:extLst>
          </p:cNvPr>
          <p:cNvSpPr/>
          <p:nvPr/>
        </p:nvSpPr>
        <p:spPr>
          <a:xfrm>
            <a:off x="6646606" y="3492173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62E78AAE-8C68-52E6-DF03-D339A607A060}"/>
              </a:ext>
            </a:extLst>
          </p:cNvPr>
          <p:cNvSpPr/>
          <p:nvPr/>
        </p:nvSpPr>
        <p:spPr>
          <a:xfrm>
            <a:off x="2300748" y="432920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B245E7BB-1138-6265-535D-B7E0A49363A3}"/>
              </a:ext>
            </a:extLst>
          </p:cNvPr>
          <p:cNvSpPr/>
          <p:nvPr/>
        </p:nvSpPr>
        <p:spPr>
          <a:xfrm>
            <a:off x="4473677" y="432895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6" name="Flecha: pentágono 15">
            <a:extLst>
              <a:ext uri="{FF2B5EF4-FFF2-40B4-BE49-F238E27FC236}">
                <a16:creationId xmlns:a16="http://schemas.microsoft.com/office/drawing/2014/main" id="{C8FE532B-4F49-D7A9-07DB-3154BB69C7B7}"/>
              </a:ext>
            </a:extLst>
          </p:cNvPr>
          <p:cNvSpPr/>
          <p:nvPr/>
        </p:nvSpPr>
        <p:spPr>
          <a:xfrm>
            <a:off x="6646606" y="432895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7" name="Flecha: pentágono 16">
            <a:extLst>
              <a:ext uri="{FF2B5EF4-FFF2-40B4-BE49-F238E27FC236}">
                <a16:creationId xmlns:a16="http://schemas.microsoft.com/office/drawing/2014/main" id="{8C4791B6-4F55-2570-42AE-D4C4BF98BE90}"/>
              </a:ext>
            </a:extLst>
          </p:cNvPr>
          <p:cNvSpPr/>
          <p:nvPr/>
        </p:nvSpPr>
        <p:spPr>
          <a:xfrm>
            <a:off x="2034984" y="2249621"/>
            <a:ext cx="7518671" cy="2979174"/>
          </a:xfrm>
          <a:prstGeom prst="homePlat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1F9414C-174D-DA7F-A2BE-0D9D4FE5189A}"/>
              </a:ext>
            </a:extLst>
          </p:cNvPr>
          <p:cNvSpPr/>
          <p:nvPr/>
        </p:nvSpPr>
        <p:spPr>
          <a:xfrm>
            <a:off x="9706055" y="2891498"/>
            <a:ext cx="1784555" cy="1472393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19" name="Flecha: pentágono 18">
            <a:extLst>
              <a:ext uri="{FF2B5EF4-FFF2-40B4-BE49-F238E27FC236}">
                <a16:creationId xmlns:a16="http://schemas.microsoft.com/office/drawing/2014/main" id="{AC65D674-CD1A-8172-47D3-696E59901CA4}"/>
              </a:ext>
            </a:extLst>
          </p:cNvPr>
          <p:cNvSpPr/>
          <p:nvPr/>
        </p:nvSpPr>
        <p:spPr>
          <a:xfrm>
            <a:off x="2034983" y="2249621"/>
            <a:ext cx="5294967" cy="2979174"/>
          </a:xfrm>
          <a:prstGeom prst="homePlat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Flecha: pentágono 19">
            <a:extLst>
              <a:ext uri="{FF2B5EF4-FFF2-40B4-BE49-F238E27FC236}">
                <a16:creationId xmlns:a16="http://schemas.microsoft.com/office/drawing/2014/main" id="{B466A2D6-ED38-DC62-87AA-9F1181B86AC7}"/>
              </a:ext>
            </a:extLst>
          </p:cNvPr>
          <p:cNvSpPr/>
          <p:nvPr/>
        </p:nvSpPr>
        <p:spPr>
          <a:xfrm>
            <a:off x="2034983" y="2269609"/>
            <a:ext cx="2964719" cy="2979174"/>
          </a:xfrm>
          <a:prstGeom prst="homePlat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179B3FA6-86C3-9C0A-55B0-7B450332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4141151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BDBEF06-2222-FB72-C94C-601870A0560D}"/>
              </a:ext>
            </a:extLst>
          </p:cNvPr>
          <p:cNvSpPr txBox="1"/>
          <p:nvPr/>
        </p:nvSpPr>
        <p:spPr>
          <a:xfrm>
            <a:off x="322851" y="1303174"/>
            <a:ext cx="7608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disrupción de los modelos de negocio</a:t>
            </a:r>
            <a:endParaRPr lang="es-PE" sz="3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C9B9A737-3FC7-DBE2-0D79-335878EA2AC6}"/>
              </a:ext>
            </a:extLst>
          </p:cNvPr>
          <p:cNvSpPr/>
          <p:nvPr/>
        </p:nvSpPr>
        <p:spPr>
          <a:xfrm>
            <a:off x="2300748" y="262472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E0D4DC82-587D-54A2-40D2-628C4E793BCB}"/>
              </a:ext>
            </a:extLst>
          </p:cNvPr>
          <p:cNvSpPr/>
          <p:nvPr/>
        </p:nvSpPr>
        <p:spPr>
          <a:xfrm>
            <a:off x="4473677" y="262447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EB5484FF-E43E-F9F0-C64A-0EEB1DB7130F}"/>
              </a:ext>
            </a:extLst>
          </p:cNvPr>
          <p:cNvSpPr/>
          <p:nvPr/>
        </p:nvSpPr>
        <p:spPr>
          <a:xfrm>
            <a:off x="6646606" y="262447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1FA64F5-E301-1FC9-ED03-69FC1038C0AF}"/>
              </a:ext>
            </a:extLst>
          </p:cNvPr>
          <p:cNvSpPr txBox="1"/>
          <p:nvPr/>
        </p:nvSpPr>
        <p:spPr>
          <a:xfrm>
            <a:off x="322851" y="2772697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Compañía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FB46F7-EFF6-C39D-F20F-F33EED869E0E}"/>
              </a:ext>
            </a:extLst>
          </p:cNvPr>
          <p:cNvSpPr txBox="1"/>
          <p:nvPr/>
        </p:nvSpPr>
        <p:spPr>
          <a:xfrm>
            <a:off x="322849" y="3531306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D7587DA-3791-E8D2-1EB0-3386AF816B72}"/>
              </a:ext>
            </a:extLst>
          </p:cNvPr>
          <p:cNvSpPr txBox="1"/>
          <p:nvPr/>
        </p:nvSpPr>
        <p:spPr>
          <a:xfrm>
            <a:off x="322850" y="4332139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25E60DFF-6629-03B4-010D-EC78E3458E30}"/>
              </a:ext>
            </a:extLst>
          </p:cNvPr>
          <p:cNvSpPr/>
          <p:nvPr/>
        </p:nvSpPr>
        <p:spPr>
          <a:xfrm>
            <a:off x="2300748" y="3492418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DADE492A-6A89-FB2D-6EB5-0F0C40F38D95}"/>
              </a:ext>
            </a:extLst>
          </p:cNvPr>
          <p:cNvSpPr/>
          <p:nvPr/>
        </p:nvSpPr>
        <p:spPr>
          <a:xfrm>
            <a:off x="4473677" y="3492174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75EBCF2B-4F12-7200-38BB-90663129CDF1}"/>
              </a:ext>
            </a:extLst>
          </p:cNvPr>
          <p:cNvSpPr/>
          <p:nvPr/>
        </p:nvSpPr>
        <p:spPr>
          <a:xfrm>
            <a:off x="6646606" y="3492173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6" name="Flecha: pentágono 15">
            <a:extLst>
              <a:ext uri="{FF2B5EF4-FFF2-40B4-BE49-F238E27FC236}">
                <a16:creationId xmlns:a16="http://schemas.microsoft.com/office/drawing/2014/main" id="{BA2C3A4D-6F3C-BAED-4041-03A47DFAEB48}"/>
              </a:ext>
            </a:extLst>
          </p:cNvPr>
          <p:cNvSpPr/>
          <p:nvPr/>
        </p:nvSpPr>
        <p:spPr>
          <a:xfrm>
            <a:off x="2300748" y="432920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7" name="Flecha: pentágono 16">
            <a:extLst>
              <a:ext uri="{FF2B5EF4-FFF2-40B4-BE49-F238E27FC236}">
                <a16:creationId xmlns:a16="http://schemas.microsoft.com/office/drawing/2014/main" id="{2FE0F50A-0450-E628-5102-0A9C8987C28B}"/>
              </a:ext>
            </a:extLst>
          </p:cNvPr>
          <p:cNvSpPr/>
          <p:nvPr/>
        </p:nvSpPr>
        <p:spPr>
          <a:xfrm>
            <a:off x="4473677" y="432895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8" name="Flecha: pentágono 17">
            <a:extLst>
              <a:ext uri="{FF2B5EF4-FFF2-40B4-BE49-F238E27FC236}">
                <a16:creationId xmlns:a16="http://schemas.microsoft.com/office/drawing/2014/main" id="{DC5C9C52-D805-9FF8-FF19-7339736BEB22}"/>
              </a:ext>
            </a:extLst>
          </p:cNvPr>
          <p:cNvSpPr/>
          <p:nvPr/>
        </p:nvSpPr>
        <p:spPr>
          <a:xfrm>
            <a:off x="6646606" y="432895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B463431-061D-7320-6D4F-20AA5B24D252}"/>
              </a:ext>
            </a:extLst>
          </p:cNvPr>
          <p:cNvSpPr/>
          <p:nvPr/>
        </p:nvSpPr>
        <p:spPr>
          <a:xfrm>
            <a:off x="9706055" y="2891498"/>
            <a:ext cx="1784555" cy="1472393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DA5BFA7-5397-0892-3E93-201980C63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3405689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56DB15C-7E54-6C3B-9CCC-EE146DAE3C9E}"/>
              </a:ext>
            </a:extLst>
          </p:cNvPr>
          <p:cNvSpPr txBox="1"/>
          <p:nvPr/>
        </p:nvSpPr>
        <p:spPr>
          <a:xfrm>
            <a:off x="322851" y="1303174"/>
            <a:ext cx="7608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disrupción de los modelos de negocio</a:t>
            </a:r>
            <a:endParaRPr lang="es-PE" sz="3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B7780BCC-E120-0DAA-D49B-0AE9CD443C3D}"/>
              </a:ext>
            </a:extLst>
          </p:cNvPr>
          <p:cNvSpPr/>
          <p:nvPr/>
        </p:nvSpPr>
        <p:spPr>
          <a:xfrm>
            <a:off x="2300748" y="262472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C3FCCA1E-9641-B149-9C57-7EB0A1B22AA3}"/>
              </a:ext>
            </a:extLst>
          </p:cNvPr>
          <p:cNvSpPr/>
          <p:nvPr/>
        </p:nvSpPr>
        <p:spPr>
          <a:xfrm>
            <a:off x="4473677" y="262447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CF240C98-A8AC-00F1-7C9D-00616C0251D7}"/>
              </a:ext>
            </a:extLst>
          </p:cNvPr>
          <p:cNvSpPr/>
          <p:nvPr/>
        </p:nvSpPr>
        <p:spPr>
          <a:xfrm>
            <a:off x="6646606" y="262447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1099C37-F709-77E2-D273-64EF2E367022}"/>
              </a:ext>
            </a:extLst>
          </p:cNvPr>
          <p:cNvSpPr txBox="1"/>
          <p:nvPr/>
        </p:nvSpPr>
        <p:spPr>
          <a:xfrm>
            <a:off x="322851" y="2772697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Compañía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9AA1C52-06B0-CA18-B4C5-CD6D44D44DF0}"/>
              </a:ext>
            </a:extLst>
          </p:cNvPr>
          <p:cNvSpPr txBox="1"/>
          <p:nvPr/>
        </p:nvSpPr>
        <p:spPr>
          <a:xfrm>
            <a:off x="322849" y="3531306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E6AD1A-1FCA-2E1A-19FF-1700085611BE}"/>
              </a:ext>
            </a:extLst>
          </p:cNvPr>
          <p:cNvSpPr txBox="1"/>
          <p:nvPr/>
        </p:nvSpPr>
        <p:spPr>
          <a:xfrm>
            <a:off x="322850" y="4332139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C701EEB9-FE4D-3879-673D-8DEDC91CAD48}"/>
              </a:ext>
            </a:extLst>
          </p:cNvPr>
          <p:cNvSpPr/>
          <p:nvPr/>
        </p:nvSpPr>
        <p:spPr>
          <a:xfrm>
            <a:off x="2300748" y="3492418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CFB248D7-72A3-A255-6EC9-FF3EC35A2740}"/>
              </a:ext>
            </a:extLst>
          </p:cNvPr>
          <p:cNvSpPr/>
          <p:nvPr/>
        </p:nvSpPr>
        <p:spPr>
          <a:xfrm>
            <a:off x="4473677" y="3492174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B50FA166-D702-D850-BBC3-7F65F14DA2CE}"/>
              </a:ext>
            </a:extLst>
          </p:cNvPr>
          <p:cNvSpPr/>
          <p:nvPr/>
        </p:nvSpPr>
        <p:spPr>
          <a:xfrm>
            <a:off x="6646606" y="3492173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6" name="Flecha: pentágono 15">
            <a:extLst>
              <a:ext uri="{FF2B5EF4-FFF2-40B4-BE49-F238E27FC236}">
                <a16:creationId xmlns:a16="http://schemas.microsoft.com/office/drawing/2014/main" id="{2D7C15D8-2EAA-2ACA-BE23-977EFAF65F1B}"/>
              </a:ext>
            </a:extLst>
          </p:cNvPr>
          <p:cNvSpPr/>
          <p:nvPr/>
        </p:nvSpPr>
        <p:spPr>
          <a:xfrm>
            <a:off x="2300748" y="4329200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Proveedores</a:t>
            </a:r>
            <a:endParaRPr lang="es-PE" sz="1400" dirty="0"/>
          </a:p>
        </p:txBody>
      </p:sp>
      <p:sp>
        <p:nvSpPr>
          <p:cNvPr id="17" name="Flecha: pentágono 16">
            <a:extLst>
              <a:ext uri="{FF2B5EF4-FFF2-40B4-BE49-F238E27FC236}">
                <a16:creationId xmlns:a16="http://schemas.microsoft.com/office/drawing/2014/main" id="{0098BB12-177D-20C6-BD5E-58CC178BF291}"/>
              </a:ext>
            </a:extLst>
          </p:cNvPr>
          <p:cNvSpPr/>
          <p:nvPr/>
        </p:nvSpPr>
        <p:spPr>
          <a:xfrm>
            <a:off x="4473677" y="432895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8" name="Flecha: pentágono 17">
            <a:extLst>
              <a:ext uri="{FF2B5EF4-FFF2-40B4-BE49-F238E27FC236}">
                <a16:creationId xmlns:a16="http://schemas.microsoft.com/office/drawing/2014/main" id="{48CF46CF-B12E-DA84-8826-E83B5869CF65}"/>
              </a:ext>
            </a:extLst>
          </p:cNvPr>
          <p:cNvSpPr/>
          <p:nvPr/>
        </p:nvSpPr>
        <p:spPr>
          <a:xfrm>
            <a:off x="6646606" y="432895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42B024F-73AC-4380-8997-C79083C75D74}"/>
              </a:ext>
            </a:extLst>
          </p:cNvPr>
          <p:cNvCxnSpPr/>
          <p:nvPr/>
        </p:nvCxnSpPr>
        <p:spPr>
          <a:xfrm>
            <a:off x="4026310" y="2934929"/>
            <a:ext cx="589935" cy="5572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F71B99A-E820-704E-91AA-62C4B4AEA7A8}"/>
              </a:ext>
            </a:extLst>
          </p:cNvPr>
          <p:cNvCxnSpPr>
            <a:cxnSpLocks/>
          </p:cNvCxnSpPr>
          <p:nvPr/>
        </p:nvCxnSpPr>
        <p:spPr>
          <a:xfrm>
            <a:off x="4144297" y="2934929"/>
            <a:ext cx="60468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0189F06-3B77-F83E-0EA9-1E0187A4EF0A}"/>
              </a:ext>
            </a:extLst>
          </p:cNvPr>
          <p:cNvCxnSpPr>
            <a:cxnSpLocks/>
          </p:cNvCxnSpPr>
          <p:nvPr/>
        </p:nvCxnSpPr>
        <p:spPr>
          <a:xfrm>
            <a:off x="4144297" y="4547419"/>
            <a:ext cx="60468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9AD64E2-4B51-85CB-8D07-FCADAE8A18B6}"/>
              </a:ext>
            </a:extLst>
          </p:cNvPr>
          <p:cNvCxnSpPr>
            <a:cxnSpLocks/>
          </p:cNvCxnSpPr>
          <p:nvPr/>
        </p:nvCxnSpPr>
        <p:spPr>
          <a:xfrm flipV="1">
            <a:off x="4075471" y="3900638"/>
            <a:ext cx="540774" cy="5976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AB91ED8-EDF2-FA21-E981-BAF12533905A}"/>
              </a:ext>
            </a:extLst>
          </p:cNvPr>
          <p:cNvCxnSpPr>
            <a:cxnSpLocks/>
          </p:cNvCxnSpPr>
          <p:nvPr/>
        </p:nvCxnSpPr>
        <p:spPr>
          <a:xfrm flipV="1">
            <a:off x="6260504" y="2933687"/>
            <a:ext cx="540774" cy="5976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32E1C8C-FA62-D533-607F-50F82B311FD8}"/>
              </a:ext>
            </a:extLst>
          </p:cNvPr>
          <p:cNvCxnSpPr>
            <a:cxnSpLocks/>
          </p:cNvCxnSpPr>
          <p:nvPr/>
        </p:nvCxnSpPr>
        <p:spPr>
          <a:xfrm>
            <a:off x="6300019" y="3040810"/>
            <a:ext cx="459951" cy="14759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FFD451B-4D5C-43EE-EFC0-1FCD1DB62FD9}"/>
              </a:ext>
            </a:extLst>
          </p:cNvPr>
          <p:cNvCxnSpPr>
            <a:cxnSpLocks/>
          </p:cNvCxnSpPr>
          <p:nvPr/>
        </p:nvCxnSpPr>
        <p:spPr>
          <a:xfrm>
            <a:off x="6059314" y="4683105"/>
            <a:ext cx="833098" cy="183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echa: pentágono 25">
            <a:extLst>
              <a:ext uri="{FF2B5EF4-FFF2-40B4-BE49-F238E27FC236}">
                <a16:creationId xmlns:a16="http://schemas.microsoft.com/office/drawing/2014/main" id="{5A09E600-1FF6-18C0-555D-BB363F0FDF28}"/>
              </a:ext>
            </a:extLst>
          </p:cNvPr>
          <p:cNvSpPr/>
          <p:nvPr/>
        </p:nvSpPr>
        <p:spPr>
          <a:xfrm>
            <a:off x="2034984" y="2249621"/>
            <a:ext cx="7518671" cy="2979174"/>
          </a:xfrm>
          <a:prstGeom prst="homePlat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335273FE-F886-865B-61F7-8919EB1E15E8}"/>
              </a:ext>
            </a:extLst>
          </p:cNvPr>
          <p:cNvSpPr/>
          <p:nvPr/>
        </p:nvSpPr>
        <p:spPr>
          <a:xfrm>
            <a:off x="9706055" y="2891498"/>
            <a:ext cx="1784555" cy="1472393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CE17065A-9CDA-02BB-703E-4519E336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3089462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527576F-E0A9-600E-1E77-00FC700990CB}"/>
              </a:ext>
            </a:extLst>
          </p:cNvPr>
          <p:cNvSpPr txBox="1"/>
          <p:nvPr/>
        </p:nvSpPr>
        <p:spPr>
          <a:xfrm>
            <a:off x="322851" y="1303174"/>
            <a:ext cx="7608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disrupción de los modelos de negocio</a:t>
            </a:r>
            <a:endParaRPr lang="es-PE" sz="3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3D4703FF-D473-E26C-CB0F-A345D0259DC5}"/>
              </a:ext>
            </a:extLst>
          </p:cNvPr>
          <p:cNvSpPr/>
          <p:nvPr/>
        </p:nvSpPr>
        <p:spPr>
          <a:xfrm>
            <a:off x="4473677" y="262447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877A14C5-737E-843A-50E2-D5E651A5721A}"/>
              </a:ext>
            </a:extLst>
          </p:cNvPr>
          <p:cNvSpPr/>
          <p:nvPr/>
        </p:nvSpPr>
        <p:spPr>
          <a:xfrm>
            <a:off x="6646606" y="262447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F5065B-0728-3E22-1E0E-C1B9139702D0}"/>
              </a:ext>
            </a:extLst>
          </p:cNvPr>
          <p:cNvSpPr txBox="1"/>
          <p:nvPr/>
        </p:nvSpPr>
        <p:spPr>
          <a:xfrm>
            <a:off x="322851" y="2772697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Compañía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3119AA3-0CD8-12D5-EB1A-13FC52AF8A4A}"/>
              </a:ext>
            </a:extLst>
          </p:cNvPr>
          <p:cNvSpPr txBox="1"/>
          <p:nvPr/>
        </p:nvSpPr>
        <p:spPr>
          <a:xfrm>
            <a:off x="322849" y="3531306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66A5D22-1123-7366-5873-885DEF9D1C08}"/>
              </a:ext>
            </a:extLst>
          </p:cNvPr>
          <p:cNvSpPr txBox="1"/>
          <p:nvPr/>
        </p:nvSpPr>
        <p:spPr>
          <a:xfrm>
            <a:off x="322850" y="4332139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BBD7DC02-8E19-866F-4B85-4F10BD332210}"/>
              </a:ext>
            </a:extLst>
          </p:cNvPr>
          <p:cNvSpPr/>
          <p:nvPr/>
        </p:nvSpPr>
        <p:spPr>
          <a:xfrm>
            <a:off x="4473677" y="3492174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305C33A7-0448-8F39-B821-4B919F117703}"/>
              </a:ext>
            </a:extLst>
          </p:cNvPr>
          <p:cNvSpPr/>
          <p:nvPr/>
        </p:nvSpPr>
        <p:spPr>
          <a:xfrm>
            <a:off x="6646606" y="3492173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C0D0A593-D17D-0226-D4D1-9F815E89F71B}"/>
              </a:ext>
            </a:extLst>
          </p:cNvPr>
          <p:cNvSpPr/>
          <p:nvPr/>
        </p:nvSpPr>
        <p:spPr>
          <a:xfrm>
            <a:off x="4473677" y="432895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8291EB76-6B9C-F72A-A6F2-E71F28FE4448}"/>
              </a:ext>
            </a:extLst>
          </p:cNvPr>
          <p:cNvSpPr/>
          <p:nvPr/>
        </p:nvSpPr>
        <p:spPr>
          <a:xfrm>
            <a:off x="6646606" y="4328955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16" name="Flecha: pentágono 15">
            <a:extLst>
              <a:ext uri="{FF2B5EF4-FFF2-40B4-BE49-F238E27FC236}">
                <a16:creationId xmlns:a16="http://schemas.microsoft.com/office/drawing/2014/main" id="{5BAD039B-5427-B5D4-FAE5-F946C0E01A2F}"/>
              </a:ext>
            </a:extLst>
          </p:cNvPr>
          <p:cNvSpPr/>
          <p:nvPr/>
        </p:nvSpPr>
        <p:spPr>
          <a:xfrm>
            <a:off x="2034984" y="2286000"/>
            <a:ext cx="2249607" cy="2979174"/>
          </a:xfrm>
          <a:prstGeom prst="homePlate">
            <a:avLst/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>
              <a:solidFill>
                <a:srgbClr val="0000CC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EDE5E91-A7E2-73CB-DAE7-0AB521D00161}"/>
              </a:ext>
            </a:extLst>
          </p:cNvPr>
          <p:cNvCxnSpPr>
            <a:cxnSpLocks/>
          </p:cNvCxnSpPr>
          <p:nvPr/>
        </p:nvCxnSpPr>
        <p:spPr>
          <a:xfrm>
            <a:off x="3841955" y="2933687"/>
            <a:ext cx="604684" cy="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26AB998-C9CD-53E5-1C1A-79290FD0412B}"/>
              </a:ext>
            </a:extLst>
          </p:cNvPr>
          <p:cNvCxnSpPr>
            <a:cxnSpLocks/>
          </p:cNvCxnSpPr>
          <p:nvPr/>
        </p:nvCxnSpPr>
        <p:spPr>
          <a:xfrm>
            <a:off x="3841955" y="4629027"/>
            <a:ext cx="604684" cy="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F016B4A-02BD-C748-00F2-CBA07E9F7F14}"/>
              </a:ext>
            </a:extLst>
          </p:cNvPr>
          <p:cNvCxnSpPr>
            <a:cxnSpLocks/>
          </p:cNvCxnSpPr>
          <p:nvPr/>
        </p:nvCxnSpPr>
        <p:spPr>
          <a:xfrm flipV="1">
            <a:off x="6260504" y="2933687"/>
            <a:ext cx="540774" cy="597619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91D9047-364F-FCD4-91CD-B1D2F00B2116}"/>
              </a:ext>
            </a:extLst>
          </p:cNvPr>
          <p:cNvCxnSpPr>
            <a:cxnSpLocks/>
          </p:cNvCxnSpPr>
          <p:nvPr/>
        </p:nvCxnSpPr>
        <p:spPr>
          <a:xfrm>
            <a:off x="6300019" y="3040810"/>
            <a:ext cx="459951" cy="1475995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868322C-BF4B-15C9-A87C-2D23D4CC0638}"/>
              </a:ext>
            </a:extLst>
          </p:cNvPr>
          <p:cNvCxnSpPr>
            <a:cxnSpLocks/>
          </p:cNvCxnSpPr>
          <p:nvPr/>
        </p:nvCxnSpPr>
        <p:spPr>
          <a:xfrm>
            <a:off x="6059314" y="4683105"/>
            <a:ext cx="833098" cy="18366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DA5ECEE-04D1-4D99-36A9-419E4A29DA6B}"/>
              </a:ext>
            </a:extLst>
          </p:cNvPr>
          <p:cNvCxnSpPr>
            <a:cxnSpLocks/>
          </p:cNvCxnSpPr>
          <p:nvPr/>
        </p:nvCxnSpPr>
        <p:spPr>
          <a:xfrm>
            <a:off x="3868993" y="3764512"/>
            <a:ext cx="604684" cy="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EE76C272-7E45-E559-DB05-6F5CD9722B9F}"/>
              </a:ext>
            </a:extLst>
          </p:cNvPr>
          <p:cNvSpPr/>
          <p:nvPr/>
        </p:nvSpPr>
        <p:spPr>
          <a:xfrm>
            <a:off x="9706055" y="2891498"/>
            <a:ext cx="1784555" cy="1472393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0BD1D6AD-7B3B-C67C-8B81-E773A77C3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962411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19EBC0E-86DB-FC31-D628-D99B5142E130}"/>
              </a:ext>
            </a:extLst>
          </p:cNvPr>
          <p:cNvSpPr/>
          <p:nvPr/>
        </p:nvSpPr>
        <p:spPr>
          <a:xfrm>
            <a:off x="4473677" y="262447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EA8D7104-9520-39A4-7ECA-03FBF9507668}"/>
              </a:ext>
            </a:extLst>
          </p:cNvPr>
          <p:cNvSpPr/>
          <p:nvPr/>
        </p:nvSpPr>
        <p:spPr>
          <a:xfrm>
            <a:off x="6646605" y="2535909"/>
            <a:ext cx="2020529" cy="250035"/>
          </a:xfrm>
          <a:prstGeom prst="homePlat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7558573-90C8-1268-0CA5-3516F9AC01A0}"/>
              </a:ext>
            </a:extLst>
          </p:cNvPr>
          <p:cNvSpPr/>
          <p:nvPr/>
        </p:nvSpPr>
        <p:spPr>
          <a:xfrm>
            <a:off x="9055509" y="2537334"/>
            <a:ext cx="1784555" cy="60469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 “A”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DE15F2A-FA0A-B72B-8504-FA046585F9C4}"/>
              </a:ext>
            </a:extLst>
          </p:cNvPr>
          <p:cNvSpPr txBox="1"/>
          <p:nvPr/>
        </p:nvSpPr>
        <p:spPr>
          <a:xfrm>
            <a:off x="322851" y="2772697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Compañía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78FDE0-40BA-9EB1-01D8-407E128585EB}"/>
              </a:ext>
            </a:extLst>
          </p:cNvPr>
          <p:cNvSpPr txBox="1"/>
          <p:nvPr/>
        </p:nvSpPr>
        <p:spPr>
          <a:xfrm>
            <a:off x="322849" y="3531306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1C404B-B58D-CC82-FC59-1E836BE2D510}"/>
              </a:ext>
            </a:extLst>
          </p:cNvPr>
          <p:cNvSpPr txBox="1"/>
          <p:nvPr/>
        </p:nvSpPr>
        <p:spPr>
          <a:xfrm>
            <a:off x="322850" y="4332139"/>
            <a:ext cx="171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Competencia 1</a:t>
            </a:r>
            <a:endParaRPr lang="es-PE" dirty="0"/>
          </a:p>
        </p:txBody>
      </p:sp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61A3D9B4-0398-E672-15C4-AC132423D116}"/>
              </a:ext>
            </a:extLst>
          </p:cNvPr>
          <p:cNvSpPr/>
          <p:nvPr/>
        </p:nvSpPr>
        <p:spPr>
          <a:xfrm>
            <a:off x="4473677" y="3492174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02B10B9-18C2-63FE-DE27-F5FD1C616D58}"/>
              </a:ext>
            </a:extLst>
          </p:cNvPr>
          <p:cNvSpPr/>
          <p:nvPr/>
        </p:nvSpPr>
        <p:spPr>
          <a:xfrm>
            <a:off x="9055509" y="3405032"/>
            <a:ext cx="1784555" cy="60469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 “B”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49E9F9D0-6738-845A-20CA-D8CCE8127671}"/>
              </a:ext>
            </a:extLst>
          </p:cNvPr>
          <p:cNvSpPr/>
          <p:nvPr/>
        </p:nvSpPr>
        <p:spPr>
          <a:xfrm>
            <a:off x="4473677" y="4328956"/>
            <a:ext cx="2020529" cy="49407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Productores</a:t>
            </a:r>
            <a:endParaRPr lang="es-PE" sz="1400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3ECEACE-2E9B-12AE-10D0-7C90308AA131}"/>
              </a:ext>
            </a:extLst>
          </p:cNvPr>
          <p:cNvSpPr/>
          <p:nvPr/>
        </p:nvSpPr>
        <p:spPr>
          <a:xfrm>
            <a:off x="9055509" y="4241814"/>
            <a:ext cx="1784555" cy="604695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ysClr val="windowText" lastClr="000000"/>
                </a:solidFill>
              </a:rPr>
              <a:t>MERCADO “C”</a:t>
            </a:r>
            <a:endParaRPr lang="es-PE" sz="1400" dirty="0">
              <a:solidFill>
                <a:sysClr val="windowText" lastClr="000000"/>
              </a:solidFill>
            </a:endParaRPr>
          </a:p>
        </p:txBody>
      </p:sp>
      <p:sp>
        <p:nvSpPr>
          <p:cNvPr id="16" name="Flecha: pentágono 15">
            <a:extLst>
              <a:ext uri="{FF2B5EF4-FFF2-40B4-BE49-F238E27FC236}">
                <a16:creationId xmlns:a16="http://schemas.microsoft.com/office/drawing/2014/main" id="{1F451F03-B166-7867-7542-01A51B0D504F}"/>
              </a:ext>
            </a:extLst>
          </p:cNvPr>
          <p:cNvSpPr/>
          <p:nvPr/>
        </p:nvSpPr>
        <p:spPr>
          <a:xfrm>
            <a:off x="2034984" y="2286000"/>
            <a:ext cx="2249607" cy="2979174"/>
          </a:xfrm>
          <a:prstGeom prst="homePlat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AC75CA5-D6C6-4974-125E-E9EF74105D52}"/>
              </a:ext>
            </a:extLst>
          </p:cNvPr>
          <p:cNvCxnSpPr>
            <a:cxnSpLocks/>
          </p:cNvCxnSpPr>
          <p:nvPr/>
        </p:nvCxnSpPr>
        <p:spPr>
          <a:xfrm>
            <a:off x="3841955" y="2933687"/>
            <a:ext cx="604684" cy="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B9093B8-19BC-5BFA-284E-3A31C3B625B5}"/>
              </a:ext>
            </a:extLst>
          </p:cNvPr>
          <p:cNvCxnSpPr>
            <a:cxnSpLocks/>
          </p:cNvCxnSpPr>
          <p:nvPr/>
        </p:nvCxnSpPr>
        <p:spPr>
          <a:xfrm>
            <a:off x="3841955" y="4629027"/>
            <a:ext cx="604684" cy="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8191941-7C2D-2A52-3916-E1C3FF21672D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260504" y="3087405"/>
            <a:ext cx="386101" cy="443901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F5337E1-307B-DCD7-3025-3B61E8678AC0}"/>
              </a:ext>
            </a:extLst>
          </p:cNvPr>
          <p:cNvCxnSpPr>
            <a:cxnSpLocks/>
          </p:cNvCxnSpPr>
          <p:nvPr/>
        </p:nvCxnSpPr>
        <p:spPr>
          <a:xfrm>
            <a:off x="6300019" y="3040810"/>
            <a:ext cx="459951" cy="1475995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D896979-8482-968C-908B-53E81E6EFBE6}"/>
              </a:ext>
            </a:extLst>
          </p:cNvPr>
          <p:cNvCxnSpPr>
            <a:cxnSpLocks/>
          </p:cNvCxnSpPr>
          <p:nvPr/>
        </p:nvCxnSpPr>
        <p:spPr>
          <a:xfrm>
            <a:off x="6059314" y="4683105"/>
            <a:ext cx="833098" cy="18366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454638F-E198-736F-DFEC-C843991A6E68}"/>
              </a:ext>
            </a:extLst>
          </p:cNvPr>
          <p:cNvCxnSpPr>
            <a:cxnSpLocks/>
          </p:cNvCxnSpPr>
          <p:nvPr/>
        </p:nvCxnSpPr>
        <p:spPr>
          <a:xfrm>
            <a:off x="3868993" y="3764512"/>
            <a:ext cx="604684" cy="0"/>
          </a:xfrm>
          <a:prstGeom prst="straightConnector1">
            <a:avLst/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echa: pentágono 22">
            <a:extLst>
              <a:ext uri="{FF2B5EF4-FFF2-40B4-BE49-F238E27FC236}">
                <a16:creationId xmlns:a16="http://schemas.microsoft.com/office/drawing/2014/main" id="{DD65E682-940C-25FE-CEA4-13FD42204016}"/>
              </a:ext>
            </a:extLst>
          </p:cNvPr>
          <p:cNvSpPr/>
          <p:nvPr/>
        </p:nvSpPr>
        <p:spPr>
          <a:xfrm>
            <a:off x="6646605" y="2962387"/>
            <a:ext cx="2020529" cy="250035"/>
          </a:xfrm>
          <a:prstGeom prst="homePlat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24" name="Flecha: pentágono 23">
            <a:extLst>
              <a:ext uri="{FF2B5EF4-FFF2-40B4-BE49-F238E27FC236}">
                <a16:creationId xmlns:a16="http://schemas.microsoft.com/office/drawing/2014/main" id="{A7235E31-2356-2C9A-D221-8A2D8A501470}"/>
              </a:ext>
            </a:extLst>
          </p:cNvPr>
          <p:cNvSpPr/>
          <p:nvPr/>
        </p:nvSpPr>
        <p:spPr>
          <a:xfrm>
            <a:off x="6646605" y="3388865"/>
            <a:ext cx="2020529" cy="250035"/>
          </a:xfrm>
          <a:prstGeom prst="homePlat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25" name="Flecha: pentágono 24">
            <a:extLst>
              <a:ext uri="{FF2B5EF4-FFF2-40B4-BE49-F238E27FC236}">
                <a16:creationId xmlns:a16="http://schemas.microsoft.com/office/drawing/2014/main" id="{AC29F490-8BA1-1DD6-DE52-06231EB90009}"/>
              </a:ext>
            </a:extLst>
          </p:cNvPr>
          <p:cNvSpPr/>
          <p:nvPr/>
        </p:nvSpPr>
        <p:spPr>
          <a:xfrm>
            <a:off x="6646605" y="3815343"/>
            <a:ext cx="2020529" cy="250035"/>
          </a:xfrm>
          <a:prstGeom prst="homePlat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26" name="Flecha: pentágono 25">
            <a:extLst>
              <a:ext uri="{FF2B5EF4-FFF2-40B4-BE49-F238E27FC236}">
                <a16:creationId xmlns:a16="http://schemas.microsoft.com/office/drawing/2014/main" id="{9FB709B3-3EBF-3927-CE78-B5774C0520A7}"/>
              </a:ext>
            </a:extLst>
          </p:cNvPr>
          <p:cNvSpPr/>
          <p:nvPr/>
        </p:nvSpPr>
        <p:spPr>
          <a:xfrm>
            <a:off x="6646605" y="4241821"/>
            <a:ext cx="2020529" cy="250035"/>
          </a:xfrm>
          <a:prstGeom prst="homePlat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27" name="Flecha: pentágono 26">
            <a:extLst>
              <a:ext uri="{FF2B5EF4-FFF2-40B4-BE49-F238E27FC236}">
                <a16:creationId xmlns:a16="http://schemas.microsoft.com/office/drawing/2014/main" id="{948869E3-57DB-EA25-16B3-AD96890F598F}"/>
              </a:ext>
            </a:extLst>
          </p:cNvPr>
          <p:cNvSpPr/>
          <p:nvPr/>
        </p:nvSpPr>
        <p:spPr>
          <a:xfrm>
            <a:off x="6646605" y="4668298"/>
            <a:ext cx="2020529" cy="250035"/>
          </a:xfrm>
          <a:prstGeom prst="homePlat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Distribuidores</a:t>
            </a:r>
            <a:endParaRPr lang="es-PE" sz="14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44C051D-4FBA-0BE2-B910-9A9B371093DC}"/>
              </a:ext>
            </a:extLst>
          </p:cNvPr>
          <p:cNvSpPr txBox="1"/>
          <p:nvPr/>
        </p:nvSpPr>
        <p:spPr>
          <a:xfrm>
            <a:off x="6505706" y="5084633"/>
            <a:ext cx="2169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Impulsados por la innovación</a:t>
            </a:r>
            <a:endParaRPr lang="es-PE" sz="12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61400CF-C0E0-0150-1134-41F85C0556CC}"/>
              </a:ext>
            </a:extLst>
          </p:cNvPr>
          <p:cNvSpPr txBox="1"/>
          <p:nvPr/>
        </p:nvSpPr>
        <p:spPr>
          <a:xfrm>
            <a:off x="1178916" y="5400937"/>
            <a:ext cx="849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Ej. Telco:</a:t>
            </a:r>
            <a:endParaRPr lang="es-PE" sz="1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FF68B7E-CFEF-AECF-1B9A-739BB12650F6}"/>
              </a:ext>
            </a:extLst>
          </p:cNvPr>
          <p:cNvSpPr txBox="1"/>
          <p:nvPr/>
        </p:nvSpPr>
        <p:spPr>
          <a:xfrm>
            <a:off x="2043037" y="3024665"/>
            <a:ext cx="19121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Varios proveedores</a:t>
            </a:r>
          </a:p>
          <a:p>
            <a:r>
              <a:rPr lang="es-ES" sz="1600" dirty="0"/>
              <a:t>Juntos ofrecen el </a:t>
            </a:r>
          </a:p>
          <a:p>
            <a:r>
              <a:rPr lang="es-ES" sz="1600" dirty="0"/>
              <a:t>Mismo servicio</a:t>
            </a:r>
          </a:p>
          <a:p>
            <a:endParaRPr lang="es-ES" sz="1600" dirty="0"/>
          </a:p>
          <a:p>
            <a:r>
              <a:rPr lang="es-ES" sz="1600" dirty="0"/>
              <a:t>Economía de </a:t>
            </a:r>
          </a:p>
          <a:p>
            <a:r>
              <a:rPr lang="es-ES" sz="1600" dirty="0"/>
              <a:t>Escala</a:t>
            </a:r>
            <a:endParaRPr lang="es-PE" sz="16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2394E64-02BA-E1A2-5F6D-CE45A7E854DF}"/>
              </a:ext>
            </a:extLst>
          </p:cNvPr>
          <p:cNvSpPr txBox="1"/>
          <p:nvPr/>
        </p:nvSpPr>
        <p:spPr>
          <a:xfrm>
            <a:off x="1720708" y="5621785"/>
            <a:ext cx="191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Proveedores de Cableado</a:t>
            </a:r>
            <a:endParaRPr lang="es-PE" sz="12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D3BC769-AECE-B886-5A0D-51F3F8CB3C4F}"/>
              </a:ext>
            </a:extLst>
          </p:cNvPr>
          <p:cNvSpPr txBox="1"/>
          <p:nvPr/>
        </p:nvSpPr>
        <p:spPr>
          <a:xfrm>
            <a:off x="3790428" y="5622063"/>
            <a:ext cx="1776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Fabricante de Teléfonos</a:t>
            </a:r>
            <a:endParaRPr lang="es-PE" sz="1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5194A18-19E0-E62B-263C-019ACB34D8FA}"/>
              </a:ext>
            </a:extLst>
          </p:cNvPr>
          <p:cNvSpPr txBox="1"/>
          <p:nvPr/>
        </p:nvSpPr>
        <p:spPr>
          <a:xfrm>
            <a:off x="5751714" y="5607885"/>
            <a:ext cx="979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Operadores</a:t>
            </a:r>
            <a:endParaRPr lang="es-PE" sz="12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5A08D94-EB50-F6A2-9FF3-DC7ADA1FF925}"/>
              </a:ext>
            </a:extLst>
          </p:cNvPr>
          <p:cNvSpPr txBox="1"/>
          <p:nvPr/>
        </p:nvSpPr>
        <p:spPr>
          <a:xfrm>
            <a:off x="7018374" y="5600365"/>
            <a:ext cx="1331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Nuevos Servicios</a:t>
            </a:r>
            <a:endParaRPr lang="es-PE" sz="1200" dirty="0"/>
          </a:p>
        </p:txBody>
      </p:sp>
      <p:sp>
        <p:nvSpPr>
          <p:cNvPr id="35" name="Medio marco 34">
            <a:extLst>
              <a:ext uri="{FF2B5EF4-FFF2-40B4-BE49-F238E27FC236}">
                <a16:creationId xmlns:a16="http://schemas.microsoft.com/office/drawing/2014/main" id="{64119DF3-EB3F-5C2C-1FCE-0CB6E922749F}"/>
              </a:ext>
            </a:extLst>
          </p:cNvPr>
          <p:cNvSpPr/>
          <p:nvPr/>
        </p:nvSpPr>
        <p:spPr>
          <a:xfrm rot="8100558">
            <a:off x="3476243" y="5607885"/>
            <a:ext cx="265472" cy="276999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6" name="Medio marco 35">
            <a:extLst>
              <a:ext uri="{FF2B5EF4-FFF2-40B4-BE49-F238E27FC236}">
                <a16:creationId xmlns:a16="http://schemas.microsoft.com/office/drawing/2014/main" id="{60C76963-1C5A-4820-CD51-F798859A3127}"/>
              </a:ext>
            </a:extLst>
          </p:cNvPr>
          <p:cNvSpPr/>
          <p:nvPr/>
        </p:nvSpPr>
        <p:spPr>
          <a:xfrm rot="8100558">
            <a:off x="5432103" y="5621785"/>
            <a:ext cx="265472" cy="276999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7" name="Medio marco 36">
            <a:extLst>
              <a:ext uri="{FF2B5EF4-FFF2-40B4-BE49-F238E27FC236}">
                <a16:creationId xmlns:a16="http://schemas.microsoft.com/office/drawing/2014/main" id="{0C83E605-27AD-41FB-C178-C925FB8E71F5}"/>
              </a:ext>
            </a:extLst>
          </p:cNvPr>
          <p:cNvSpPr/>
          <p:nvPr/>
        </p:nvSpPr>
        <p:spPr>
          <a:xfrm rot="8100558">
            <a:off x="6693846" y="5632246"/>
            <a:ext cx="265472" cy="276999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CEFA2343-782C-5BA2-397B-57BBAB118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958" y="5877364"/>
            <a:ext cx="363586" cy="344994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B6BA2530-FD3F-7AC1-DF4E-C0BA850CA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589" y="5920122"/>
            <a:ext cx="971839" cy="611081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C96266B1-AD0E-3EE3-2668-655FEBD56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890" y="6001664"/>
            <a:ext cx="579167" cy="565904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5E4D6FEE-2BE2-5C80-107D-4E17614C2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786" y="5877364"/>
            <a:ext cx="560728" cy="641408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B6780DB1-03EB-4913-14A8-623F581D35CC}"/>
              </a:ext>
            </a:extLst>
          </p:cNvPr>
          <p:cNvSpPr txBox="1"/>
          <p:nvPr/>
        </p:nvSpPr>
        <p:spPr>
          <a:xfrm>
            <a:off x="322851" y="1303174"/>
            <a:ext cx="7608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La disrupción de los modelos de negocio</a:t>
            </a:r>
            <a:endParaRPr lang="es-PE" sz="3200" dirty="0"/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386F4893-5786-A01D-5761-3866A185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1885995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3C120E8-10EB-F8C8-7A91-D1FE91E42E1A}"/>
              </a:ext>
            </a:extLst>
          </p:cNvPr>
          <p:cNvSpPr txBox="1"/>
          <p:nvPr/>
        </p:nvSpPr>
        <p:spPr>
          <a:xfrm>
            <a:off x="322851" y="1303174"/>
            <a:ext cx="10922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/>
              <a:t>…pero ¿Cómo afecta la tecnología en el rendimiento de la empresa?</a:t>
            </a:r>
            <a:endParaRPr lang="es-PE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642690-23D0-6BF8-B1D4-437F49CA4181}"/>
              </a:ext>
            </a:extLst>
          </p:cNvPr>
          <p:cNvSpPr txBox="1"/>
          <p:nvPr/>
        </p:nvSpPr>
        <p:spPr>
          <a:xfrm>
            <a:off x="653199" y="2288650"/>
            <a:ext cx="6406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/>
              <a:t>La Paradoja de la Productividad de Solow: </a:t>
            </a:r>
          </a:p>
          <a:p>
            <a:r>
              <a:rPr lang="es-ES" sz="1200" dirty="0"/>
              <a:t>“La era del computador se percibe en todas partes, menos en indicadores de productividad”</a:t>
            </a:r>
            <a:endParaRPr lang="es-PE" sz="12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B25D1E7-5034-53C8-1314-B0486755F9E5}"/>
              </a:ext>
            </a:extLst>
          </p:cNvPr>
          <p:cNvCxnSpPr>
            <a:cxnSpLocks/>
          </p:cNvCxnSpPr>
          <p:nvPr/>
        </p:nvCxnSpPr>
        <p:spPr>
          <a:xfrm>
            <a:off x="840659" y="4689446"/>
            <a:ext cx="2757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238C618-4EB2-9B54-6A1E-4C8E7194116C}"/>
              </a:ext>
            </a:extLst>
          </p:cNvPr>
          <p:cNvCxnSpPr>
            <a:cxnSpLocks/>
          </p:cNvCxnSpPr>
          <p:nvPr/>
        </p:nvCxnSpPr>
        <p:spPr>
          <a:xfrm flipV="1">
            <a:off x="993059" y="3021025"/>
            <a:ext cx="0" cy="1820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508F5CE-EE92-CB27-95AF-91A486F5849F}"/>
              </a:ext>
            </a:extLst>
          </p:cNvPr>
          <p:cNvCxnSpPr>
            <a:cxnSpLocks/>
          </p:cNvCxnSpPr>
          <p:nvPr/>
        </p:nvCxnSpPr>
        <p:spPr>
          <a:xfrm flipV="1">
            <a:off x="993059" y="4107686"/>
            <a:ext cx="2502309" cy="58176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9818D23-75A5-A839-D894-1020D581FEB6}"/>
              </a:ext>
            </a:extLst>
          </p:cNvPr>
          <p:cNvSpPr txBox="1"/>
          <p:nvPr/>
        </p:nvSpPr>
        <p:spPr>
          <a:xfrm>
            <a:off x="3495368" y="4107686"/>
            <a:ext cx="1713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Índices de Productividad</a:t>
            </a:r>
            <a:endParaRPr lang="es-PE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4694925-D250-A07E-3450-F3454F6ED584}"/>
              </a:ext>
            </a:extLst>
          </p:cNvPr>
          <p:cNvSpPr txBox="1"/>
          <p:nvPr/>
        </p:nvSpPr>
        <p:spPr>
          <a:xfrm>
            <a:off x="5245353" y="3031747"/>
            <a:ext cx="60000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00CC"/>
                </a:solidFill>
              </a:rPr>
              <a:t>La paradoja deduce que las inversiones en TI, no ayudan a crear más valor económico.</a:t>
            </a:r>
          </a:p>
          <a:p>
            <a:endParaRPr lang="es-ES" sz="1200" dirty="0">
              <a:solidFill>
                <a:srgbClr val="0000CC"/>
              </a:solidFill>
            </a:endParaRPr>
          </a:p>
          <a:p>
            <a:r>
              <a:rPr lang="es-ES" sz="1200" dirty="0">
                <a:solidFill>
                  <a:srgbClr val="0000CC"/>
                </a:solidFill>
              </a:rPr>
              <a:t>¿Habrá que dejar de invertir en TI?</a:t>
            </a:r>
          </a:p>
          <a:p>
            <a:endParaRPr lang="es-ES" sz="1200" dirty="0">
              <a:solidFill>
                <a:srgbClr val="0000CC"/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D428503-3E02-52DC-98C2-C33A74900F2B}"/>
              </a:ext>
            </a:extLst>
          </p:cNvPr>
          <p:cNvCxnSpPr>
            <a:cxnSpLocks/>
          </p:cNvCxnSpPr>
          <p:nvPr/>
        </p:nvCxnSpPr>
        <p:spPr>
          <a:xfrm flipV="1">
            <a:off x="993058" y="3311905"/>
            <a:ext cx="1929581" cy="137754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4CB679B-3E4B-9A5F-4DBA-E3D4DAF0E8FD}"/>
              </a:ext>
            </a:extLst>
          </p:cNvPr>
          <p:cNvSpPr txBox="1"/>
          <p:nvPr/>
        </p:nvSpPr>
        <p:spPr>
          <a:xfrm>
            <a:off x="2922639" y="3021025"/>
            <a:ext cx="16113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Índices de Gastos en TI</a:t>
            </a:r>
            <a:endParaRPr lang="es-PE" sz="11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9915FE-4DAC-A2E7-597E-5E23642F409E}"/>
              </a:ext>
            </a:extLst>
          </p:cNvPr>
          <p:cNvSpPr txBox="1"/>
          <p:nvPr/>
        </p:nvSpPr>
        <p:spPr>
          <a:xfrm>
            <a:off x="3073962" y="4764361"/>
            <a:ext cx="654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Tiempo</a:t>
            </a:r>
            <a:endParaRPr lang="es-PE" sz="1100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8C2575D-A683-4496-433A-2E742A61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1036879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557339F-82C2-0C94-94BD-3A16727D8D3D}"/>
              </a:ext>
            </a:extLst>
          </p:cNvPr>
          <p:cNvSpPr txBox="1"/>
          <p:nvPr/>
        </p:nvSpPr>
        <p:spPr>
          <a:xfrm>
            <a:off x="322851" y="1303174"/>
            <a:ext cx="10641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…pero ¿Quién(es) ganará(n) con la transformación digital?</a:t>
            </a:r>
            <a:endParaRPr lang="es-PE" sz="3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776BF2-65E7-D728-4490-E4300DDC998B}"/>
              </a:ext>
            </a:extLst>
          </p:cNvPr>
          <p:cNvSpPr txBox="1"/>
          <p:nvPr/>
        </p:nvSpPr>
        <p:spPr>
          <a:xfrm>
            <a:off x="9741389" y="3642939"/>
            <a:ext cx="19863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rgbClr val="0000CC"/>
                </a:solidFill>
              </a:rPr>
              <a:t>El Valor</a:t>
            </a:r>
            <a:endParaRPr lang="es-PE" sz="4000" b="1" dirty="0">
              <a:solidFill>
                <a:srgbClr val="0000CC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5CD9526-8B22-FF65-E6D0-0BFC5E12CDFF}"/>
              </a:ext>
            </a:extLst>
          </p:cNvPr>
          <p:cNvSpPr txBox="1"/>
          <p:nvPr/>
        </p:nvSpPr>
        <p:spPr>
          <a:xfrm>
            <a:off x="1964350" y="2078804"/>
            <a:ext cx="4633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FF0000"/>
                </a:solidFill>
              </a:rPr>
              <a:t>Propiedad Intelectual Fuerte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28EA2C-16E9-BC59-EC2B-B84B4163EC02}"/>
              </a:ext>
            </a:extLst>
          </p:cNvPr>
          <p:cNvSpPr txBox="1"/>
          <p:nvPr/>
        </p:nvSpPr>
        <p:spPr>
          <a:xfrm>
            <a:off x="8062725" y="3704494"/>
            <a:ext cx="1358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00CC"/>
                </a:solidFill>
              </a:rPr>
              <a:t>Explotan la </a:t>
            </a:r>
          </a:p>
          <a:p>
            <a:r>
              <a:rPr lang="es-ES" dirty="0">
                <a:solidFill>
                  <a:srgbClr val="0000CC"/>
                </a:solidFill>
              </a:rPr>
              <a:t>Innovación</a:t>
            </a:r>
            <a:endParaRPr lang="es-PE" dirty="0">
              <a:solidFill>
                <a:srgbClr val="0000CC"/>
              </a:solidFill>
            </a:endParaRPr>
          </a:p>
        </p:txBody>
      </p:sp>
      <p:grpSp>
        <p:nvGrpSpPr>
          <p:cNvPr id="10" name="Google Shape;12005;p71">
            <a:extLst>
              <a:ext uri="{FF2B5EF4-FFF2-40B4-BE49-F238E27FC236}">
                <a16:creationId xmlns:a16="http://schemas.microsoft.com/office/drawing/2014/main" id="{4DFEDE1D-9A59-2760-6760-7E138DBE4BAA}"/>
              </a:ext>
            </a:extLst>
          </p:cNvPr>
          <p:cNvGrpSpPr/>
          <p:nvPr/>
        </p:nvGrpSpPr>
        <p:grpSpPr>
          <a:xfrm>
            <a:off x="817480" y="3376816"/>
            <a:ext cx="6924645" cy="1444260"/>
            <a:chOff x="1808063" y="4294338"/>
            <a:chExt cx="3370782" cy="721817"/>
          </a:xfrm>
        </p:grpSpPr>
        <p:sp>
          <p:nvSpPr>
            <p:cNvPr id="11" name="Google Shape;12006;p71">
              <a:extLst>
                <a:ext uri="{FF2B5EF4-FFF2-40B4-BE49-F238E27FC236}">
                  <a16:creationId xmlns:a16="http://schemas.microsoft.com/office/drawing/2014/main" id="{379231E2-595A-4C02-B8FB-6C52F229ED41}"/>
                </a:ext>
              </a:extLst>
            </p:cNvPr>
            <p:cNvSpPr/>
            <p:nvPr/>
          </p:nvSpPr>
          <p:spPr>
            <a:xfrm>
              <a:off x="1906300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07;p71">
              <a:extLst>
                <a:ext uri="{FF2B5EF4-FFF2-40B4-BE49-F238E27FC236}">
                  <a16:creationId xmlns:a16="http://schemas.microsoft.com/office/drawing/2014/main" id="{CFF37351-4E13-A163-6C10-2D93A584E9B0}"/>
                </a:ext>
              </a:extLst>
            </p:cNvPr>
            <p:cNvSpPr/>
            <p:nvPr/>
          </p:nvSpPr>
          <p:spPr>
            <a:xfrm>
              <a:off x="379503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008;p71">
              <a:extLst>
                <a:ext uri="{FF2B5EF4-FFF2-40B4-BE49-F238E27FC236}">
                  <a16:creationId xmlns:a16="http://schemas.microsoft.com/office/drawing/2014/main" id="{B07A638C-32FA-CD19-E9A8-015472FADA29}"/>
                </a:ext>
              </a:extLst>
            </p:cNvPr>
            <p:cNvSpPr/>
            <p:nvPr/>
          </p:nvSpPr>
          <p:spPr>
            <a:xfrm>
              <a:off x="3133137" y="4294338"/>
              <a:ext cx="721729" cy="360865"/>
            </a:xfrm>
            <a:custGeom>
              <a:avLst/>
              <a:gdLst/>
              <a:ahLst/>
              <a:cxnLst/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009;p71">
              <a:extLst>
                <a:ext uri="{FF2B5EF4-FFF2-40B4-BE49-F238E27FC236}">
                  <a16:creationId xmlns:a16="http://schemas.microsoft.com/office/drawing/2014/main" id="{89D4E094-9027-3188-3816-DC180DABB821}"/>
                </a:ext>
              </a:extLst>
            </p:cNvPr>
            <p:cNvSpPr/>
            <p:nvPr/>
          </p:nvSpPr>
          <p:spPr>
            <a:xfrm>
              <a:off x="1808063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010;p71">
              <a:extLst>
                <a:ext uri="{FF2B5EF4-FFF2-40B4-BE49-F238E27FC236}">
                  <a16:creationId xmlns:a16="http://schemas.microsoft.com/office/drawing/2014/main" id="{18DA26FA-01A8-2C89-520A-105F4CC79CB7}"/>
                </a:ext>
              </a:extLst>
            </p:cNvPr>
            <p:cNvSpPr/>
            <p:nvPr/>
          </p:nvSpPr>
          <p:spPr>
            <a:xfrm>
              <a:off x="247096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011;p71">
              <a:extLst>
                <a:ext uri="{FF2B5EF4-FFF2-40B4-BE49-F238E27FC236}">
                  <a16:creationId xmlns:a16="http://schemas.microsoft.com/office/drawing/2014/main" id="{24795B2A-7835-0619-4D93-520BA65200D9}"/>
                </a:ext>
              </a:extLst>
            </p:cNvPr>
            <p:cNvSpPr/>
            <p:nvPr/>
          </p:nvSpPr>
          <p:spPr>
            <a:xfrm>
              <a:off x="4456385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9" y="0"/>
                  </a:moveTo>
                  <a:cubicBezTo>
                    <a:pt x="3955" y="0"/>
                    <a:pt x="3951" y="0"/>
                    <a:pt x="3947" y="0"/>
                  </a:cubicBezTo>
                  <a:cubicBezTo>
                    <a:pt x="1769" y="8"/>
                    <a:pt x="1" y="1786"/>
                    <a:pt x="7" y="3963"/>
                  </a:cubicBezTo>
                  <a:lnTo>
                    <a:pt x="664" y="3962"/>
                  </a:lnTo>
                  <a:cubicBezTo>
                    <a:pt x="658" y="2144"/>
                    <a:pt x="2132" y="661"/>
                    <a:pt x="3948" y="657"/>
                  </a:cubicBezTo>
                  <a:cubicBezTo>
                    <a:pt x="3952" y="657"/>
                    <a:pt x="3956" y="657"/>
                    <a:pt x="3960" y="657"/>
                  </a:cubicBezTo>
                  <a:cubicBezTo>
                    <a:pt x="5772" y="657"/>
                    <a:pt x="7249" y="2127"/>
                    <a:pt x="7255" y="3941"/>
                  </a:cubicBezTo>
                  <a:lnTo>
                    <a:pt x="7257" y="3941"/>
                  </a:lnTo>
                  <a:lnTo>
                    <a:pt x="7910" y="3939"/>
                  </a:lnTo>
                  <a:cubicBezTo>
                    <a:pt x="7908" y="3398"/>
                    <a:pt x="7796" y="2865"/>
                    <a:pt x="7578" y="2370"/>
                  </a:cubicBezTo>
                  <a:cubicBezTo>
                    <a:pt x="6967" y="976"/>
                    <a:pt x="5574" y="0"/>
                    <a:pt x="39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012;p71">
              <a:extLst>
                <a:ext uri="{FF2B5EF4-FFF2-40B4-BE49-F238E27FC236}">
                  <a16:creationId xmlns:a16="http://schemas.microsoft.com/office/drawing/2014/main" id="{20E24C7F-C532-099B-33AC-DF7FC92EFC4F}"/>
                </a:ext>
              </a:extLst>
            </p:cNvPr>
            <p:cNvSpPr/>
            <p:nvPr/>
          </p:nvSpPr>
          <p:spPr>
            <a:xfrm>
              <a:off x="2568813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013;p71">
              <a:extLst>
                <a:ext uri="{FF2B5EF4-FFF2-40B4-BE49-F238E27FC236}">
                  <a16:creationId xmlns:a16="http://schemas.microsoft.com/office/drawing/2014/main" id="{55078679-0FE3-9454-0438-B36AB692A2B7}"/>
                </a:ext>
              </a:extLst>
            </p:cNvPr>
            <p:cNvSpPr/>
            <p:nvPr/>
          </p:nvSpPr>
          <p:spPr>
            <a:xfrm>
              <a:off x="3231883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014;p71">
              <a:extLst>
                <a:ext uri="{FF2B5EF4-FFF2-40B4-BE49-F238E27FC236}">
                  <a16:creationId xmlns:a16="http://schemas.microsoft.com/office/drawing/2014/main" id="{E1B2A7CB-7AE8-1AE9-08F8-0EA534721F9A}"/>
                </a:ext>
              </a:extLst>
            </p:cNvPr>
            <p:cNvSpPr/>
            <p:nvPr/>
          </p:nvSpPr>
          <p:spPr>
            <a:xfrm>
              <a:off x="3894395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15;p71">
              <a:extLst>
                <a:ext uri="{FF2B5EF4-FFF2-40B4-BE49-F238E27FC236}">
                  <a16:creationId xmlns:a16="http://schemas.microsoft.com/office/drawing/2014/main" id="{74324AC5-8999-C949-524F-886FBAA3E01F}"/>
                </a:ext>
              </a:extLst>
            </p:cNvPr>
            <p:cNvSpPr/>
            <p:nvPr/>
          </p:nvSpPr>
          <p:spPr>
            <a:xfrm>
              <a:off x="4560958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265042-6F29-293F-8672-A5F2830A4FA6}"/>
              </a:ext>
            </a:extLst>
          </p:cNvPr>
          <p:cNvSpPr txBox="1"/>
          <p:nvPr/>
        </p:nvSpPr>
        <p:spPr>
          <a:xfrm>
            <a:off x="817480" y="4944610"/>
            <a:ext cx="1258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00CC"/>
                </a:solidFill>
              </a:rPr>
              <a:t>Protección</a:t>
            </a:r>
          </a:p>
          <a:p>
            <a:pPr algn="ctr"/>
            <a:r>
              <a:rPr lang="es-ES" dirty="0">
                <a:solidFill>
                  <a:srgbClr val="0000CC"/>
                </a:solidFill>
              </a:rPr>
              <a:t>Legal</a:t>
            </a:r>
            <a:endParaRPr lang="es-PE" dirty="0">
              <a:solidFill>
                <a:srgbClr val="0000CC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C892C73-A9B9-5645-074B-ECE1209A52BD}"/>
              </a:ext>
            </a:extLst>
          </p:cNvPr>
          <p:cNvSpPr txBox="1"/>
          <p:nvPr/>
        </p:nvSpPr>
        <p:spPr>
          <a:xfrm>
            <a:off x="2378483" y="2740228"/>
            <a:ext cx="987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00CC"/>
                </a:solidFill>
              </a:rPr>
              <a:t>Ser el</a:t>
            </a:r>
          </a:p>
          <a:p>
            <a:pPr algn="ctr"/>
            <a:r>
              <a:rPr lang="es-ES" dirty="0">
                <a:solidFill>
                  <a:srgbClr val="0000CC"/>
                </a:solidFill>
              </a:rPr>
              <a:t>primero</a:t>
            </a:r>
            <a:endParaRPr lang="es-PE" dirty="0">
              <a:solidFill>
                <a:srgbClr val="0000CC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34603BB-8091-EDEB-BB6E-B917F7991AE5}"/>
              </a:ext>
            </a:extLst>
          </p:cNvPr>
          <p:cNvSpPr txBox="1"/>
          <p:nvPr/>
        </p:nvSpPr>
        <p:spPr>
          <a:xfrm>
            <a:off x="3399118" y="4944610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00CC"/>
                </a:solidFill>
              </a:rPr>
              <a:t>Estandarización</a:t>
            </a:r>
            <a:endParaRPr lang="es-PE" dirty="0">
              <a:solidFill>
                <a:srgbClr val="0000CC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4875765-59C2-9A44-6499-C0247384E032}"/>
              </a:ext>
            </a:extLst>
          </p:cNvPr>
          <p:cNvSpPr txBox="1"/>
          <p:nvPr/>
        </p:nvSpPr>
        <p:spPr>
          <a:xfrm>
            <a:off x="5078848" y="2745800"/>
            <a:ext cx="11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00CC"/>
                </a:solidFill>
              </a:rPr>
              <a:t>Imitación</a:t>
            </a:r>
            <a:endParaRPr lang="es-PE" dirty="0">
              <a:solidFill>
                <a:srgbClr val="0000CC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68CDD39-6021-F2D2-9D6F-1DED48837747}"/>
              </a:ext>
            </a:extLst>
          </p:cNvPr>
          <p:cNvSpPr txBox="1"/>
          <p:nvPr/>
        </p:nvSpPr>
        <p:spPr>
          <a:xfrm>
            <a:off x="6541114" y="4947262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00CC"/>
                </a:solidFill>
              </a:rPr>
              <a:t>Difusión</a:t>
            </a:r>
            <a:endParaRPr lang="es-PE" dirty="0">
              <a:solidFill>
                <a:srgbClr val="0000CC"/>
              </a:solidFill>
            </a:endParaRPr>
          </a:p>
        </p:txBody>
      </p:sp>
      <p:grpSp>
        <p:nvGrpSpPr>
          <p:cNvPr id="26" name="Google Shape;13951;p77">
            <a:extLst>
              <a:ext uri="{FF2B5EF4-FFF2-40B4-BE49-F238E27FC236}">
                <a16:creationId xmlns:a16="http://schemas.microsoft.com/office/drawing/2014/main" id="{05FABE52-C7C4-37A3-BCEA-C63B78FEC0C5}"/>
              </a:ext>
            </a:extLst>
          </p:cNvPr>
          <p:cNvGrpSpPr/>
          <p:nvPr/>
        </p:nvGrpSpPr>
        <p:grpSpPr>
          <a:xfrm>
            <a:off x="1352645" y="3915160"/>
            <a:ext cx="375378" cy="367397"/>
            <a:chOff x="-63669700" y="2646600"/>
            <a:chExt cx="324525" cy="317625"/>
          </a:xfrm>
        </p:grpSpPr>
        <p:sp>
          <p:nvSpPr>
            <p:cNvPr id="27" name="Google Shape;13952;p77">
              <a:extLst>
                <a:ext uri="{FF2B5EF4-FFF2-40B4-BE49-F238E27FC236}">
                  <a16:creationId xmlns:a16="http://schemas.microsoft.com/office/drawing/2014/main" id="{5A6E90E7-AD08-29A8-100D-DDAF1D20381B}"/>
                </a:ext>
              </a:extLst>
            </p:cNvPr>
            <p:cNvSpPr/>
            <p:nvPr/>
          </p:nvSpPr>
          <p:spPr>
            <a:xfrm>
              <a:off x="-63669700" y="2646600"/>
              <a:ext cx="324525" cy="317550"/>
            </a:xfrm>
            <a:custGeom>
              <a:avLst/>
              <a:gdLst/>
              <a:ahLst/>
              <a:cxnLst/>
              <a:rect l="l" t="t" r="r" b="b"/>
              <a:pathLst>
                <a:path w="12981" h="12702" extrusionOk="0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953;p77">
              <a:extLst>
                <a:ext uri="{FF2B5EF4-FFF2-40B4-BE49-F238E27FC236}">
                  <a16:creationId xmlns:a16="http://schemas.microsoft.com/office/drawing/2014/main" id="{3B69CC8D-FA36-FE6B-C64E-60437E6EC8A1}"/>
                </a:ext>
              </a:extLst>
            </p:cNvPr>
            <p:cNvSpPr/>
            <p:nvPr/>
          </p:nvSpPr>
          <p:spPr>
            <a:xfrm>
              <a:off x="-63532650" y="2901200"/>
              <a:ext cx="185900" cy="63025"/>
            </a:xfrm>
            <a:custGeom>
              <a:avLst/>
              <a:gdLst/>
              <a:ahLst/>
              <a:cxnLst/>
              <a:rect l="l" t="t" r="r" b="b"/>
              <a:pathLst>
                <a:path w="7436" h="2521" extrusionOk="0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13827;p77">
            <a:extLst>
              <a:ext uri="{FF2B5EF4-FFF2-40B4-BE49-F238E27FC236}">
                <a16:creationId xmlns:a16="http://schemas.microsoft.com/office/drawing/2014/main" id="{59821E5C-7027-D0CE-D47D-32804073F3FB}"/>
              </a:ext>
            </a:extLst>
          </p:cNvPr>
          <p:cNvGrpSpPr/>
          <p:nvPr/>
        </p:nvGrpSpPr>
        <p:grpSpPr>
          <a:xfrm>
            <a:off x="2730555" y="3845826"/>
            <a:ext cx="368987" cy="363666"/>
            <a:chOff x="-64774725" y="1916550"/>
            <a:chExt cx="319000" cy="314400"/>
          </a:xfrm>
        </p:grpSpPr>
        <p:sp>
          <p:nvSpPr>
            <p:cNvPr id="30" name="Google Shape;13828;p77">
              <a:extLst>
                <a:ext uri="{FF2B5EF4-FFF2-40B4-BE49-F238E27FC236}">
                  <a16:creationId xmlns:a16="http://schemas.microsoft.com/office/drawing/2014/main" id="{06B37828-8755-E741-D128-3495F6AA4D19}"/>
                </a:ext>
              </a:extLst>
            </p:cNvPr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829;p77">
              <a:extLst>
                <a:ext uri="{FF2B5EF4-FFF2-40B4-BE49-F238E27FC236}">
                  <a16:creationId xmlns:a16="http://schemas.microsoft.com/office/drawing/2014/main" id="{A1C1A081-2467-2D42-1462-E640EB656F1A}"/>
                </a:ext>
              </a:extLst>
            </p:cNvPr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13845;p77">
            <a:extLst>
              <a:ext uri="{FF2B5EF4-FFF2-40B4-BE49-F238E27FC236}">
                <a16:creationId xmlns:a16="http://schemas.microsoft.com/office/drawing/2014/main" id="{982F3D97-9089-CC81-87AF-DD547660D14F}"/>
              </a:ext>
            </a:extLst>
          </p:cNvPr>
          <p:cNvGrpSpPr/>
          <p:nvPr/>
        </p:nvGrpSpPr>
        <p:grpSpPr>
          <a:xfrm>
            <a:off x="4117769" y="3954613"/>
            <a:ext cx="366269" cy="359907"/>
            <a:chOff x="-60988625" y="2310475"/>
            <a:chExt cx="316650" cy="311150"/>
          </a:xfrm>
        </p:grpSpPr>
        <p:sp>
          <p:nvSpPr>
            <p:cNvPr id="33" name="Google Shape;13846;p77">
              <a:extLst>
                <a:ext uri="{FF2B5EF4-FFF2-40B4-BE49-F238E27FC236}">
                  <a16:creationId xmlns:a16="http://schemas.microsoft.com/office/drawing/2014/main" id="{FBA1B8B1-CFCE-C890-C26A-99D9BE35FCE5}"/>
                </a:ext>
              </a:extLst>
            </p:cNvPr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847;p77">
              <a:extLst>
                <a:ext uri="{FF2B5EF4-FFF2-40B4-BE49-F238E27FC236}">
                  <a16:creationId xmlns:a16="http://schemas.microsoft.com/office/drawing/2014/main" id="{B2230141-A72A-DF6E-D379-140FC002954A}"/>
                </a:ext>
              </a:extLst>
            </p:cNvPr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848;p77">
              <a:extLst>
                <a:ext uri="{FF2B5EF4-FFF2-40B4-BE49-F238E27FC236}">
                  <a16:creationId xmlns:a16="http://schemas.microsoft.com/office/drawing/2014/main" id="{3092873E-E148-2385-382E-4528F20ED448}"/>
                </a:ext>
              </a:extLst>
            </p:cNvPr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849;p77">
              <a:extLst>
                <a:ext uri="{FF2B5EF4-FFF2-40B4-BE49-F238E27FC236}">
                  <a16:creationId xmlns:a16="http://schemas.microsoft.com/office/drawing/2014/main" id="{0555E3E1-3D75-953F-3250-3D77A3350280}"/>
                </a:ext>
              </a:extLst>
            </p:cNvPr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850;p77">
              <a:extLst>
                <a:ext uri="{FF2B5EF4-FFF2-40B4-BE49-F238E27FC236}">
                  <a16:creationId xmlns:a16="http://schemas.microsoft.com/office/drawing/2014/main" id="{22998A82-8E22-A736-1345-BABB6D3A7686}"/>
                </a:ext>
              </a:extLst>
            </p:cNvPr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851;p77">
              <a:extLst>
                <a:ext uri="{FF2B5EF4-FFF2-40B4-BE49-F238E27FC236}">
                  <a16:creationId xmlns:a16="http://schemas.microsoft.com/office/drawing/2014/main" id="{E0D9E7B7-5EC1-2EC1-66CC-41A1BF2A1CC2}"/>
                </a:ext>
              </a:extLst>
            </p:cNvPr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14087;p77">
            <a:extLst>
              <a:ext uri="{FF2B5EF4-FFF2-40B4-BE49-F238E27FC236}">
                <a16:creationId xmlns:a16="http://schemas.microsoft.com/office/drawing/2014/main" id="{59983DBD-E628-5A0D-81F3-FC2D47CE7C1C}"/>
              </a:ext>
            </a:extLst>
          </p:cNvPr>
          <p:cNvGrpSpPr/>
          <p:nvPr/>
        </p:nvGrpSpPr>
        <p:grpSpPr>
          <a:xfrm>
            <a:off x="5460184" y="3903228"/>
            <a:ext cx="350371" cy="224918"/>
            <a:chOff x="5411225" y="2726350"/>
            <a:chExt cx="296950" cy="190625"/>
          </a:xfrm>
        </p:grpSpPr>
        <p:sp>
          <p:nvSpPr>
            <p:cNvPr id="40" name="Google Shape;14088;p77">
              <a:extLst>
                <a:ext uri="{FF2B5EF4-FFF2-40B4-BE49-F238E27FC236}">
                  <a16:creationId xmlns:a16="http://schemas.microsoft.com/office/drawing/2014/main" id="{DBE2B263-8564-8E74-4698-BC92D631CBBF}"/>
                </a:ext>
              </a:extLst>
            </p:cNvPr>
            <p:cNvSpPr/>
            <p:nvPr/>
          </p:nvSpPr>
          <p:spPr>
            <a:xfrm>
              <a:off x="5534100" y="279487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09" y="662"/>
                  </a:moveTo>
                  <a:cubicBezTo>
                    <a:pt x="1229" y="662"/>
                    <a:pt x="1387" y="851"/>
                    <a:pt x="1387" y="1040"/>
                  </a:cubicBezTo>
                  <a:cubicBezTo>
                    <a:pt x="1387" y="1229"/>
                    <a:pt x="1229" y="1387"/>
                    <a:pt x="1009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9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80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089;p77">
              <a:extLst>
                <a:ext uri="{FF2B5EF4-FFF2-40B4-BE49-F238E27FC236}">
                  <a16:creationId xmlns:a16="http://schemas.microsoft.com/office/drawing/2014/main" id="{3DF5D9A0-30B2-FF11-B6C5-AFB319365EC4}"/>
                </a:ext>
              </a:extLst>
            </p:cNvPr>
            <p:cNvSpPr/>
            <p:nvPr/>
          </p:nvSpPr>
          <p:spPr>
            <a:xfrm>
              <a:off x="5411225" y="2726350"/>
              <a:ext cx="296950" cy="190625"/>
            </a:xfrm>
            <a:custGeom>
              <a:avLst/>
              <a:gdLst/>
              <a:ahLst/>
              <a:cxnLst/>
              <a:rect l="l" t="t" r="r" b="b"/>
              <a:pathLst>
                <a:path w="11878" h="7625" extrusionOk="0">
                  <a:moveTo>
                    <a:pt x="5924" y="662"/>
                  </a:moveTo>
                  <a:cubicBezTo>
                    <a:pt x="7404" y="662"/>
                    <a:pt x="8759" y="1576"/>
                    <a:pt x="9641" y="2332"/>
                  </a:cubicBezTo>
                  <a:cubicBezTo>
                    <a:pt x="9736" y="2395"/>
                    <a:pt x="9830" y="2489"/>
                    <a:pt x="9925" y="2584"/>
                  </a:cubicBezTo>
                  <a:cubicBezTo>
                    <a:pt x="8696" y="2080"/>
                    <a:pt x="7278" y="1733"/>
                    <a:pt x="5924" y="1733"/>
                  </a:cubicBezTo>
                  <a:cubicBezTo>
                    <a:pt x="4569" y="1733"/>
                    <a:pt x="3183" y="2080"/>
                    <a:pt x="1954" y="2584"/>
                  </a:cubicBezTo>
                  <a:cubicBezTo>
                    <a:pt x="2048" y="2521"/>
                    <a:pt x="2111" y="2458"/>
                    <a:pt x="2206" y="2395"/>
                  </a:cubicBezTo>
                  <a:cubicBezTo>
                    <a:pt x="3151" y="1544"/>
                    <a:pt x="4474" y="662"/>
                    <a:pt x="5924" y="662"/>
                  </a:cubicBezTo>
                  <a:close/>
                  <a:moveTo>
                    <a:pt x="5924" y="2426"/>
                  </a:moveTo>
                  <a:cubicBezTo>
                    <a:pt x="6333" y="2426"/>
                    <a:pt x="6711" y="2489"/>
                    <a:pt x="7089" y="2521"/>
                  </a:cubicBezTo>
                  <a:cubicBezTo>
                    <a:pt x="7467" y="2836"/>
                    <a:pt x="7656" y="3308"/>
                    <a:pt x="7656" y="3813"/>
                  </a:cubicBezTo>
                  <a:cubicBezTo>
                    <a:pt x="7656" y="4758"/>
                    <a:pt x="6869" y="5545"/>
                    <a:pt x="5924" y="5545"/>
                  </a:cubicBezTo>
                  <a:cubicBezTo>
                    <a:pt x="4978" y="5545"/>
                    <a:pt x="4191" y="4758"/>
                    <a:pt x="4191" y="3813"/>
                  </a:cubicBezTo>
                  <a:cubicBezTo>
                    <a:pt x="4191" y="3308"/>
                    <a:pt x="4411" y="2836"/>
                    <a:pt x="4789" y="2521"/>
                  </a:cubicBezTo>
                  <a:cubicBezTo>
                    <a:pt x="5136" y="2489"/>
                    <a:pt x="5545" y="2426"/>
                    <a:pt x="5924" y="2426"/>
                  </a:cubicBezTo>
                  <a:close/>
                  <a:moveTo>
                    <a:pt x="3781" y="2710"/>
                  </a:moveTo>
                  <a:lnTo>
                    <a:pt x="3781" y="2710"/>
                  </a:lnTo>
                  <a:cubicBezTo>
                    <a:pt x="3624" y="3056"/>
                    <a:pt x="3498" y="3434"/>
                    <a:pt x="3498" y="3813"/>
                  </a:cubicBezTo>
                  <a:cubicBezTo>
                    <a:pt x="3498" y="5167"/>
                    <a:pt x="4600" y="6270"/>
                    <a:pt x="5924" y="6270"/>
                  </a:cubicBezTo>
                  <a:cubicBezTo>
                    <a:pt x="7278" y="6270"/>
                    <a:pt x="8381" y="5167"/>
                    <a:pt x="8381" y="3813"/>
                  </a:cubicBezTo>
                  <a:cubicBezTo>
                    <a:pt x="8381" y="3434"/>
                    <a:pt x="8286" y="3056"/>
                    <a:pt x="8097" y="2710"/>
                  </a:cubicBezTo>
                  <a:lnTo>
                    <a:pt x="8097" y="2710"/>
                  </a:lnTo>
                  <a:cubicBezTo>
                    <a:pt x="9137" y="2993"/>
                    <a:pt x="10145" y="3434"/>
                    <a:pt x="11027" y="3907"/>
                  </a:cubicBezTo>
                  <a:cubicBezTo>
                    <a:pt x="10744" y="4222"/>
                    <a:pt x="10240" y="4789"/>
                    <a:pt x="9547" y="5356"/>
                  </a:cubicBezTo>
                  <a:cubicBezTo>
                    <a:pt x="8601" y="6144"/>
                    <a:pt x="7310" y="6932"/>
                    <a:pt x="5924" y="6932"/>
                  </a:cubicBezTo>
                  <a:cubicBezTo>
                    <a:pt x="4474" y="6932"/>
                    <a:pt x="3088" y="6018"/>
                    <a:pt x="2237" y="5262"/>
                  </a:cubicBezTo>
                  <a:cubicBezTo>
                    <a:pt x="1607" y="4726"/>
                    <a:pt x="1135" y="4222"/>
                    <a:pt x="851" y="3907"/>
                  </a:cubicBezTo>
                  <a:cubicBezTo>
                    <a:pt x="1733" y="3371"/>
                    <a:pt x="2710" y="2962"/>
                    <a:pt x="3781" y="2710"/>
                  </a:cubicBezTo>
                  <a:close/>
                  <a:moveTo>
                    <a:pt x="5924" y="0"/>
                  </a:moveTo>
                  <a:cubicBezTo>
                    <a:pt x="4411" y="0"/>
                    <a:pt x="2931" y="820"/>
                    <a:pt x="1765" y="1796"/>
                  </a:cubicBezTo>
                  <a:cubicBezTo>
                    <a:pt x="725" y="2678"/>
                    <a:pt x="95" y="3592"/>
                    <a:pt x="64" y="3624"/>
                  </a:cubicBezTo>
                  <a:cubicBezTo>
                    <a:pt x="1" y="3750"/>
                    <a:pt x="1" y="3907"/>
                    <a:pt x="64" y="4002"/>
                  </a:cubicBezTo>
                  <a:cubicBezTo>
                    <a:pt x="95" y="4065"/>
                    <a:pt x="725" y="4915"/>
                    <a:pt x="1765" y="5829"/>
                  </a:cubicBezTo>
                  <a:cubicBezTo>
                    <a:pt x="2931" y="6805"/>
                    <a:pt x="4348" y="7625"/>
                    <a:pt x="5924" y="7625"/>
                  </a:cubicBezTo>
                  <a:cubicBezTo>
                    <a:pt x="7436" y="7625"/>
                    <a:pt x="8759" y="6900"/>
                    <a:pt x="9925" y="5955"/>
                  </a:cubicBezTo>
                  <a:cubicBezTo>
                    <a:pt x="10712" y="5325"/>
                    <a:pt x="11374" y="4600"/>
                    <a:pt x="11815" y="4002"/>
                  </a:cubicBezTo>
                  <a:cubicBezTo>
                    <a:pt x="11878" y="3907"/>
                    <a:pt x="11878" y="3750"/>
                    <a:pt x="11815" y="3624"/>
                  </a:cubicBezTo>
                  <a:cubicBezTo>
                    <a:pt x="11752" y="3592"/>
                    <a:pt x="11122" y="2710"/>
                    <a:pt x="10114" y="1796"/>
                  </a:cubicBezTo>
                  <a:cubicBezTo>
                    <a:pt x="8916" y="820"/>
                    <a:pt x="7499" y="0"/>
                    <a:pt x="59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14090;p77">
            <a:extLst>
              <a:ext uri="{FF2B5EF4-FFF2-40B4-BE49-F238E27FC236}">
                <a16:creationId xmlns:a16="http://schemas.microsoft.com/office/drawing/2014/main" id="{49A0420A-3029-830C-558E-FA877660D316}"/>
              </a:ext>
            </a:extLst>
          </p:cNvPr>
          <p:cNvGrpSpPr/>
          <p:nvPr/>
        </p:nvGrpSpPr>
        <p:grpSpPr>
          <a:xfrm>
            <a:off x="6824402" y="3935620"/>
            <a:ext cx="351286" cy="326390"/>
            <a:chOff x="6524150" y="1938725"/>
            <a:chExt cx="297725" cy="276625"/>
          </a:xfrm>
        </p:grpSpPr>
        <p:sp>
          <p:nvSpPr>
            <p:cNvPr id="43" name="Google Shape;14091;p77">
              <a:extLst>
                <a:ext uri="{FF2B5EF4-FFF2-40B4-BE49-F238E27FC236}">
                  <a16:creationId xmlns:a16="http://schemas.microsoft.com/office/drawing/2014/main" id="{1F491C5D-E50E-CC95-AAC1-D71C159ADFDD}"/>
                </a:ext>
              </a:extLst>
            </p:cNvPr>
            <p:cNvSpPr/>
            <p:nvPr/>
          </p:nvSpPr>
          <p:spPr>
            <a:xfrm>
              <a:off x="6524150" y="2025375"/>
              <a:ext cx="297725" cy="189975"/>
            </a:xfrm>
            <a:custGeom>
              <a:avLst/>
              <a:gdLst/>
              <a:ahLst/>
              <a:cxnLst/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092;p77">
              <a:extLst>
                <a:ext uri="{FF2B5EF4-FFF2-40B4-BE49-F238E27FC236}">
                  <a16:creationId xmlns:a16="http://schemas.microsoft.com/office/drawing/2014/main" id="{2537D239-E87A-45C3-FC08-F0FB69DDA8DC}"/>
                </a:ext>
              </a:extLst>
            </p:cNvPr>
            <p:cNvSpPr/>
            <p:nvPr/>
          </p:nvSpPr>
          <p:spPr>
            <a:xfrm>
              <a:off x="6664325" y="1938725"/>
              <a:ext cx="17375" cy="43350"/>
            </a:xfrm>
            <a:custGeom>
              <a:avLst/>
              <a:gdLst/>
              <a:ahLst/>
              <a:cxnLst/>
              <a:rect l="l" t="t" r="r" b="b"/>
              <a:pathLst>
                <a:path w="695" h="173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093;p77">
              <a:extLst>
                <a:ext uri="{FF2B5EF4-FFF2-40B4-BE49-F238E27FC236}">
                  <a16:creationId xmlns:a16="http://schemas.microsoft.com/office/drawing/2014/main" id="{B05017A7-D18C-31A3-3C29-18E6BB1DC7D3}"/>
                </a:ext>
              </a:extLst>
            </p:cNvPr>
            <p:cNvSpPr/>
            <p:nvPr/>
          </p:nvSpPr>
          <p:spPr>
            <a:xfrm>
              <a:off x="6594250" y="1972800"/>
              <a:ext cx="35450" cy="35275"/>
            </a:xfrm>
            <a:custGeom>
              <a:avLst/>
              <a:gdLst/>
              <a:ahLst/>
              <a:cxnLst/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094;p77">
              <a:extLst>
                <a:ext uri="{FF2B5EF4-FFF2-40B4-BE49-F238E27FC236}">
                  <a16:creationId xmlns:a16="http://schemas.microsoft.com/office/drawing/2014/main" id="{9791C86F-DDE7-63E4-C7BB-7221BFA2BF69}"/>
                </a:ext>
              </a:extLst>
            </p:cNvPr>
            <p:cNvSpPr/>
            <p:nvPr/>
          </p:nvSpPr>
          <p:spPr>
            <a:xfrm>
              <a:off x="6715525" y="1972800"/>
              <a:ext cx="35475" cy="35275"/>
            </a:xfrm>
            <a:custGeom>
              <a:avLst/>
              <a:gdLst/>
              <a:ahLst/>
              <a:cxnLst/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Título 1">
            <a:extLst>
              <a:ext uri="{FF2B5EF4-FFF2-40B4-BE49-F238E27FC236}">
                <a16:creationId xmlns:a16="http://schemas.microsoft.com/office/drawing/2014/main" id="{3C2EE1AD-6623-2188-0339-A7BB47AB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2727024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A2BD96D-EAA0-AE15-298D-8FE1B74623D4}"/>
              </a:ext>
            </a:extLst>
          </p:cNvPr>
          <p:cNvSpPr txBox="1"/>
          <p:nvPr/>
        </p:nvSpPr>
        <p:spPr>
          <a:xfrm>
            <a:off x="1603897" y="4727704"/>
            <a:ext cx="189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Almacenamiento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C6BC00E-7368-CD42-4ED8-4D529BC26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67" y="1775529"/>
            <a:ext cx="6075554" cy="3647848"/>
          </a:xfrm>
          <a:prstGeom prst="rect">
            <a:avLst/>
          </a:prstGeom>
        </p:spPr>
      </p:pic>
      <p:grpSp>
        <p:nvGrpSpPr>
          <p:cNvPr id="8" name="Google Shape;12542;p73">
            <a:extLst>
              <a:ext uri="{FF2B5EF4-FFF2-40B4-BE49-F238E27FC236}">
                <a16:creationId xmlns:a16="http://schemas.microsoft.com/office/drawing/2014/main" id="{FD207251-A3B0-2F04-D76B-760BE73E62A1}"/>
              </a:ext>
            </a:extLst>
          </p:cNvPr>
          <p:cNvGrpSpPr/>
          <p:nvPr/>
        </p:nvGrpSpPr>
        <p:grpSpPr>
          <a:xfrm>
            <a:off x="514663" y="1731499"/>
            <a:ext cx="951249" cy="1144026"/>
            <a:chOff x="4206459" y="1191441"/>
            <a:chExt cx="712557" cy="785901"/>
          </a:xfrm>
        </p:grpSpPr>
        <p:sp>
          <p:nvSpPr>
            <p:cNvPr id="9" name="Google Shape;12543;p73">
              <a:extLst>
                <a:ext uri="{FF2B5EF4-FFF2-40B4-BE49-F238E27FC236}">
                  <a16:creationId xmlns:a16="http://schemas.microsoft.com/office/drawing/2014/main" id="{7174D065-FF04-BF40-788E-20601F703105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544;p73">
              <a:extLst>
                <a:ext uri="{FF2B5EF4-FFF2-40B4-BE49-F238E27FC236}">
                  <a16:creationId xmlns:a16="http://schemas.microsoft.com/office/drawing/2014/main" id="{4783D782-38C9-EA5D-E9B4-0794C41D9A08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545;p73">
              <a:extLst>
                <a:ext uri="{FF2B5EF4-FFF2-40B4-BE49-F238E27FC236}">
                  <a16:creationId xmlns:a16="http://schemas.microsoft.com/office/drawing/2014/main" id="{2C15F2CD-B33B-D1AF-BC05-5020E8C6C762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546;p73">
              <a:extLst>
                <a:ext uri="{FF2B5EF4-FFF2-40B4-BE49-F238E27FC236}">
                  <a16:creationId xmlns:a16="http://schemas.microsoft.com/office/drawing/2014/main" id="{1D74FDE8-2164-F307-474E-53DBE15A9F71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2547;p73">
              <a:extLst>
                <a:ext uri="{FF2B5EF4-FFF2-40B4-BE49-F238E27FC236}">
                  <a16:creationId xmlns:a16="http://schemas.microsoft.com/office/drawing/2014/main" id="{14F8792A-C222-C69D-AC61-57322FEF7631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43" name="Google Shape;12548;p73">
                <a:extLst>
                  <a:ext uri="{FF2B5EF4-FFF2-40B4-BE49-F238E27FC236}">
                    <a16:creationId xmlns:a16="http://schemas.microsoft.com/office/drawing/2014/main" id="{7CD79B45-CDF3-3FC8-5792-0FAFD657B965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2549;p73">
                <a:extLst>
                  <a:ext uri="{FF2B5EF4-FFF2-40B4-BE49-F238E27FC236}">
                    <a16:creationId xmlns:a16="http://schemas.microsoft.com/office/drawing/2014/main" id="{D30701D7-EA58-2FB8-0163-7BCB35A96F08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2550;p73">
                <a:extLst>
                  <a:ext uri="{FF2B5EF4-FFF2-40B4-BE49-F238E27FC236}">
                    <a16:creationId xmlns:a16="http://schemas.microsoft.com/office/drawing/2014/main" id="{CC87DF7A-961C-FEB0-3BDB-30576995E7D3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2551;p73">
                <a:extLst>
                  <a:ext uri="{FF2B5EF4-FFF2-40B4-BE49-F238E27FC236}">
                    <a16:creationId xmlns:a16="http://schemas.microsoft.com/office/drawing/2014/main" id="{27ED03D4-55B8-522E-E8CC-ADC19D325AF8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2552;p73">
              <a:extLst>
                <a:ext uri="{FF2B5EF4-FFF2-40B4-BE49-F238E27FC236}">
                  <a16:creationId xmlns:a16="http://schemas.microsoft.com/office/drawing/2014/main" id="{ECA7DEC1-74D0-945B-7665-4979D29193F5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39" name="Google Shape;12553;p73">
                <a:extLst>
                  <a:ext uri="{FF2B5EF4-FFF2-40B4-BE49-F238E27FC236}">
                    <a16:creationId xmlns:a16="http://schemas.microsoft.com/office/drawing/2014/main" id="{C577CC61-BFBD-A849-52D9-D702BC920323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2554;p73">
                <a:extLst>
                  <a:ext uri="{FF2B5EF4-FFF2-40B4-BE49-F238E27FC236}">
                    <a16:creationId xmlns:a16="http://schemas.microsoft.com/office/drawing/2014/main" id="{DE50E14A-F181-A96D-087C-B02A4A3BECC8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2555;p73">
                <a:extLst>
                  <a:ext uri="{FF2B5EF4-FFF2-40B4-BE49-F238E27FC236}">
                    <a16:creationId xmlns:a16="http://schemas.microsoft.com/office/drawing/2014/main" id="{7E1BD44B-D4BD-DB8F-7203-867859EC5D69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2556;p73">
                <a:extLst>
                  <a:ext uri="{FF2B5EF4-FFF2-40B4-BE49-F238E27FC236}">
                    <a16:creationId xmlns:a16="http://schemas.microsoft.com/office/drawing/2014/main" id="{8C9EBB62-F335-BC54-196C-412AC4F8C336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2557;p73">
              <a:extLst>
                <a:ext uri="{FF2B5EF4-FFF2-40B4-BE49-F238E27FC236}">
                  <a16:creationId xmlns:a16="http://schemas.microsoft.com/office/drawing/2014/main" id="{E1475DB0-E1AA-BD43-2415-9CB09681AD79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35" name="Google Shape;12558;p73">
                <a:extLst>
                  <a:ext uri="{FF2B5EF4-FFF2-40B4-BE49-F238E27FC236}">
                    <a16:creationId xmlns:a16="http://schemas.microsoft.com/office/drawing/2014/main" id="{4AF4BF1D-C524-1B10-D052-2E3295D754CF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2559;p73">
                <a:extLst>
                  <a:ext uri="{FF2B5EF4-FFF2-40B4-BE49-F238E27FC236}">
                    <a16:creationId xmlns:a16="http://schemas.microsoft.com/office/drawing/2014/main" id="{8BA7DB1D-40FD-C0D6-0514-764EEF5D0A02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2560;p73">
                <a:extLst>
                  <a:ext uri="{FF2B5EF4-FFF2-40B4-BE49-F238E27FC236}">
                    <a16:creationId xmlns:a16="http://schemas.microsoft.com/office/drawing/2014/main" id="{65E8214D-1275-DBAE-4245-D42806BB938C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2561;p73">
                <a:extLst>
                  <a:ext uri="{FF2B5EF4-FFF2-40B4-BE49-F238E27FC236}">
                    <a16:creationId xmlns:a16="http://schemas.microsoft.com/office/drawing/2014/main" id="{3B458552-74DD-C2D3-8079-78524D540FB8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2562;p73">
              <a:extLst>
                <a:ext uri="{FF2B5EF4-FFF2-40B4-BE49-F238E27FC236}">
                  <a16:creationId xmlns:a16="http://schemas.microsoft.com/office/drawing/2014/main" id="{5A0C0782-776A-B64C-9C8E-350E38D2FBD1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31" name="Google Shape;12563;p73">
                <a:extLst>
                  <a:ext uri="{FF2B5EF4-FFF2-40B4-BE49-F238E27FC236}">
                    <a16:creationId xmlns:a16="http://schemas.microsoft.com/office/drawing/2014/main" id="{CF19A20D-1D0E-8D4E-7E2B-D09513C96D64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2564;p73">
                <a:extLst>
                  <a:ext uri="{FF2B5EF4-FFF2-40B4-BE49-F238E27FC236}">
                    <a16:creationId xmlns:a16="http://schemas.microsoft.com/office/drawing/2014/main" id="{3101C1A5-EDEB-728C-D00E-610FB3194E55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2565;p73">
                <a:extLst>
                  <a:ext uri="{FF2B5EF4-FFF2-40B4-BE49-F238E27FC236}">
                    <a16:creationId xmlns:a16="http://schemas.microsoft.com/office/drawing/2014/main" id="{29219D3D-6E34-72A4-059E-4F9518B8CFD8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2566;p73">
                <a:extLst>
                  <a:ext uri="{FF2B5EF4-FFF2-40B4-BE49-F238E27FC236}">
                    <a16:creationId xmlns:a16="http://schemas.microsoft.com/office/drawing/2014/main" id="{53F185F1-B2C9-7184-B8B4-304CFBA7D2B8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2567;p73">
              <a:extLst>
                <a:ext uri="{FF2B5EF4-FFF2-40B4-BE49-F238E27FC236}">
                  <a16:creationId xmlns:a16="http://schemas.microsoft.com/office/drawing/2014/main" id="{CB39A484-14C9-AEFB-3F09-4E7B44DDCD74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568;p73">
              <a:extLst>
                <a:ext uri="{FF2B5EF4-FFF2-40B4-BE49-F238E27FC236}">
                  <a16:creationId xmlns:a16="http://schemas.microsoft.com/office/drawing/2014/main" id="{048030F6-2357-20D4-5802-CB68C1AE7FE7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569;p73">
              <a:extLst>
                <a:ext uri="{FF2B5EF4-FFF2-40B4-BE49-F238E27FC236}">
                  <a16:creationId xmlns:a16="http://schemas.microsoft.com/office/drawing/2014/main" id="{DE447F0E-AC45-98EF-10E3-EC746B5AB605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570;p73">
              <a:extLst>
                <a:ext uri="{FF2B5EF4-FFF2-40B4-BE49-F238E27FC236}">
                  <a16:creationId xmlns:a16="http://schemas.microsoft.com/office/drawing/2014/main" id="{16382C90-C958-B4E6-0008-448DA9AD5571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12571;p73">
              <a:extLst>
                <a:ext uri="{FF2B5EF4-FFF2-40B4-BE49-F238E27FC236}">
                  <a16:creationId xmlns:a16="http://schemas.microsoft.com/office/drawing/2014/main" id="{DF767C45-B118-0510-D855-1FA59500D02F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27" name="Google Shape;12572;p73">
                <a:extLst>
                  <a:ext uri="{FF2B5EF4-FFF2-40B4-BE49-F238E27FC236}">
                    <a16:creationId xmlns:a16="http://schemas.microsoft.com/office/drawing/2014/main" id="{15658332-42B6-6E24-E6A2-1EAB8ABF87D6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2573;p73">
                <a:extLst>
                  <a:ext uri="{FF2B5EF4-FFF2-40B4-BE49-F238E27FC236}">
                    <a16:creationId xmlns:a16="http://schemas.microsoft.com/office/drawing/2014/main" id="{0DB3DFD3-345B-9C22-1003-2F6C737E48F1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2574;p73">
                <a:extLst>
                  <a:ext uri="{FF2B5EF4-FFF2-40B4-BE49-F238E27FC236}">
                    <a16:creationId xmlns:a16="http://schemas.microsoft.com/office/drawing/2014/main" id="{9E43AD17-41F9-03A6-9F99-AD8456728397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2575;p73">
                <a:extLst>
                  <a:ext uri="{FF2B5EF4-FFF2-40B4-BE49-F238E27FC236}">
                    <a16:creationId xmlns:a16="http://schemas.microsoft.com/office/drawing/2014/main" id="{A1147248-EC37-325D-4946-B1E3B476E105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12576;p73">
              <a:extLst>
                <a:ext uri="{FF2B5EF4-FFF2-40B4-BE49-F238E27FC236}">
                  <a16:creationId xmlns:a16="http://schemas.microsoft.com/office/drawing/2014/main" id="{C71B77BD-3DEF-1337-F077-4247D81DC743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23" name="Google Shape;12577;p73">
                <a:extLst>
                  <a:ext uri="{FF2B5EF4-FFF2-40B4-BE49-F238E27FC236}">
                    <a16:creationId xmlns:a16="http://schemas.microsoft.com/office/drawing/2014/main" id="{31BE3045-A4BA-CCA7-BCEC-83682A38DEAC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2578;p73">
                <a:extLst>
                  <a:ext uri="{FF2B5EF4-FFF2-40B4-BE49-F238E27FC236}">
                    <a16:creationId xmlns:a16="http://schemas.microsoft.com/office/drawing/2014/main" id="{3FD32259-9550-A78A-96FB-DB790D00A393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2579;p73">
                <a:extLst>
                  <a:ext uri="{FF2B5EF4-FFF2-40B4-BE49-F238E27FC236}">
                    <a16:creationId xmlns:a16="http://schemas.microsoft.com/office/drawing/2014/main" id="{8C4BE44C-38EB-AB28-D48E-3648CCDF4A0E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2580;p73">
                <a:extLst>
                  <a:ext uri="{FF2B5EF4-FFF2-40B4-BE49-F238E27FC236}">
                    <a16:creationId xmlns:a16="http://schemas.microsoft.com/office/drawing/2014/main" id="{311F04C3-257C-FD33-A40A-056BA92CD963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828A4BD-6328-BE97-59E2-EA17054E4655}"/>
              </a:ext>
            </a:extLst>
          </p:cNvPr>
          <p:cNvSpPr txBox="1"/>
          <p:nvPr/>
        </p:nvSpPr>
        <p:spPr>
          <a:xfrm>
            <a:off x="107074" y="3344978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Comunicación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4D98686-8DDA-9EC0-70C3-90674A7059DC}"/>
              </a:ext>
            </a:extLst>
          </p:cNvPr>
          <p:cNvSpPr txBox="1"/>
          <p:nvPr/>
        </p:nvSpPr>
        <p:spPr>
          <a:xfrm>
            <a:off x="1465912" y="2193199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Procesamiento</a:t>
            </a:r>
          </a:p>
        </p:txBody>
      </p:sp>
      <p:grpSp>
        <p:nvGrpSpPr>
          <p:cNvPr id="49" name="Google Shape;11848;p71">
            <a:extLst>
              <a:ext uri="{FF2B5EF4-FFF2-40B4-BE49-F238E27FC236}">
                <a16:creationId xmlns:a16="http://schemas.microsoft.com/office/drawing/2014/main" id="{543A44E7-48E2-2B20-18C4-DFAA018FDCEE}"/>
              </a:ext>
            </a:extLst>
          </p:cNvPr>
          <p:cNvGrpSpPr/>
          <p:nvPr/>
        </p:nvGrpSpPr>
        <p:grpSpPr>
          <a:xfrm>
            <a:off x="1867156" y="3245163"/>
            <a:ext cx="1561911" cy="708580"/>
            <a:chOff x="3530532" y="1496185"/>
            <a:chExt cx="1561911" cy="708580"/>
          </a:xfrm>
        </p:grpSpPr>
        <p:grpSp>
          <p:nvGrpSpPr>
            <p:cNvPr id="50" name="Google Shape;11849;p71">
              <a:extLst>
                <a:ext uri="{FF2B5EF4-FFF2-40B4-BE49-F238E27FC236}">
                  <a16:creationId xmlns:a16="http://schemas.microsoft.com/office/drawing/2014/main" id="{4D66B02F-F599-4C6B-9C22-3E9E7AFF0DBB}"/>
                </a:ext>
              </a:extLst>
            </p:cNvPr>
            <p:cNvGrpSpPr/>
            <p:nvPr/>
          </p:nvGrpSpPr>
          <p:grpSpPr>
            <a:xfrm>
              <a:off x="3720318" y="1857562"/>
              <a:ext cx="1372125" cy="54"/>
              <a:chOff x="3720318" y="1857562"/>
              <a:chExt cx="1372125" cy="54"/>
            </a:xfrm>
          </p:grpSpPr>
          <p:cxnSp>
            <p:nvCxnSpPr>
              <p:cNvPr id="67" name="Google Shape;11850;p71">
                <a:extLst>
                  <a:ext uri="{FF2B5EF4-FFF2-40B4-BE49-F238E27FC236}">
                    <a16:creationId xmlns:a16="http://schemas.microsoft.com/office/drawing/2014/main" id="{116B8D4D-8D67-2AD3-80E3-013E6D640CBF}"/>
                  </a:ext>
                </a:extLst>
              </p:cNvPr>
              <p:cNvCxnSpPr>
                <a:endCxn id="57" idx="2"/>
              </p:cNvCxnSpPr>
              <p:nvPr/>
            </p:nvCxnSpPr>
            <p:spPr>
              <a:xfrm>
                <a:off x="4440243" y="1857616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11852;p71">
                <a:extLst>
                  <a:ext uri="{FF2B5EF4-FFF2-40B4-BE49-F238E27FC236}">
                    <a16:creationId xmlns:a16="http://schemas.microsoft.com/office/drawing/2014/main" id="{27E1E822-248C-4ABB-A4C6-CE11CE92718E}"/>
                  </a:ext>
                </a:extLst>
              </p:cNvPr>
              <p:cNvCxnSpPr/>
              <p:nvPr/>
            </p:nvCxnSpPr>
            <p:spPr>
              <a:xfrm>
                <a:off x="4074943" y="1857562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11853;p71">
                <a:extLst>
                  <a:ext uri="{FF2B5EF4-FFF2-40B4-BE49-F238E27FC236}">
                    <a16:creationId xmlns:a16="http://schemas.microsoft.com/office/drawing/2014/main" id="{2480AD0E-D7CB-F796-CB2E-1CC0D5DA7FC1}"/>
                  </a:ext>
                </a:extLst>
              </p:cNvPr>
              <p:cNvCxnSpPr/>
              <p:nvPr/>
            </p:nvCxnSpPr>
            <p:spPr>
              <a:xfrm>
                <a:off x="3720318" y="1857562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11854;p71">
                <a:extLst>
                  <a:ext uri="{FF2B5EF4-FFF2-40B4-BE49-F238E27FC236}">
                    <a16:creationId xmlns:a16="http://schemas.microsoft.com/office/drawing/2014/main" id="{C7CE346E-E895-31ED-711B-570F24B7193C}"/>
                  </a:ext>
                </a:extLst>
              </p:cNvPr>
              <p:cNvCxnSpPr>
                <a:stCxn id="57" idx="6"/>
              </p:cNvCxnSpPr>
              <p:nvPr/>
            </p:nvCxnSpPr>
            <p:spPr>
              <a:xfrm>
                <a:off x="4801443" y="1857616"/>
                <a:ext cx="291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51" name="Google Shape;11855;p71">
              <a:extLst>
                <a:ext uri="{FF2B5EF4-FFF2-40B4-BE49-F238E27FC236}">
                  <a16:creationId xmlns:a16="http://schemas.microsoft.com/office/drawing/2014/main" id="{7C0A92D4-3FB3-70DD-85CF-CB6D75206C0E}"/>
                </a:ext>
              </a:extLst>
            </p:cNvPr>
            <p:cNvGrpSpPr/>
            <p:nvPr/>
          </p:nvGrpSpPr>
          <p:grpSpPr>
            <a:xfrm>
              <a:off x="3567462" y="1496185"/>
              <a:ext cx="286500" cy="272914"/>
              <a:chOff x="3567462" y="1496185"/>
              <a:chExt cx="286500" cy="272914"/>
            </a:xfrm>
          </p:grpSpPr>
          <p:cxnSp>
            <p:nvCxnSpPr>
              <p:cNvPr id="65" name="Google Shape;11856;p71">
                <a:extLst>
                  <a:ext uri="{FF2B5EF4-FFF2-40B4-BE49-F238E27FC236}">
                    <a16:creationId xmlns:a16="http://schemas.microsoft.com/office/drawing/2014/main" id="{9BD64D9B-F2C9-8EBA-A391-F1DF6F4C26C8}"/>
                  </a:ext>
                </a:extLst>
              </p:cNvPr>
              <p:cNvCxnSpPr/>
              <p:nvPr/>
            </p:nvCxnSpPr>
            <p:spPr>
              <a:xfrm rot="10800000">
                <a:off x="3626625" y="1596000"/>
                <a:ext cx="0" cy="17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" name="Google Shape;11857;p71">
                <a:extLst>
                  <a:ext uri="{FF2B5EF4-FFF2-40B4-BE49-F238E27FC236}">
                    <a16:creationId xmlns:a16="http://schemas.microsoft.com/office/drawing/2014/main" id="{1943D5B4-7EA0-2D3E-ED6E-3E5B8F1C0DF2}"/>
                  </a:ext>
                </a:extLst>
              </p:cNvPr>
              <p:cNvSpPr/>
              <p:nvPr/>
            </p:nvSpPr>
            <p:spPr>
              <a:xfrm>
                <a:off x="3567462" y="1496185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" name="Google Shape;11858;p71">
              <a:extLst>
                <a:ext uri="{FF2B5EF4-FFF2-40B4-BE49-F238E27FC236}">
                  <a16:creationId xmlns:a16="http://schemas.microsoft.com/office/drawing/2014/main" id="{18FFE39B-808A-4116-9978-5C7DE3F2AB8D}"/>
                </a:ext>
              </a:extLst>
            </p:cNvPr>
            <p:cNvSpPr/>
            <p:nvPr/>
          </p:nvSpPr>
          <p:spPr>
            <a:xfrm>
              <a:off x="3530532" y="1771972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859;p71">
              <a:extLst>
                <a:ext uri="{FF2B5EF4-FFF2-40B4-BE49-F238E27FC236}">
                  <a16:creationId xmlns:a16="http://schemas.microsoft.com/office/drawing/2014/main" id="{A3CF635A-A5A3-B2F9-34B3-A0F96B129CE8}"/>
                </a:ext>
              </a:extLst>
            </p:cNvPr>
            <p:cNvSpPr/>
            <p:nvPr/>
          </p:nvSpPr>
          <p:spPr>
            <a:xfrm>
              <a:off x="3891569" y="1779209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" name="Google Shape;11860;p71">
              <a:extLst>
                <a:ext uri="{FF2B5EF4-FFF2-40B4-BE49-F238E27FC236}">
                  <a16:creationId xmlns:a16="http://schemas.microsoft.com/office/drawing/2014/main" id="{D1D81591-F0C3-8750-579A-663F618E99F0}"/>
                </a:ext>
              </a:extLst>
            </p:cNvPr>
            <p:cNvGrpSpPr/>
            <p:nvPr/>
          </p:nvGrpSpPr>
          <p:grpSpPr>
            <a:xfrm>
              <a:off x="3929014" y="1960574"/>
              <a:ext cx="286500" cy="242342"/>
              <a:chOff x="3929014" y="1960574"/>
              <a:chExt cx="286500" cy="242342"/>
            </a:xfrm>
          </p:grpSpPr>
          <p:cxnSp>
            <p:nvCxnSpPr>
              <p:cNvPr id="63" name="Google Shape;11861;p71">
                <a:extLst>
                  <a:ext uri="{FF2B5EF4-FFF2-40B4-BE49-F238E27FC236}">
                    <a16:creationId xmlns:a16="http://schemas.microsoft.com/office/drawing/2014/main" id="{73AFBD54-3C99-3030-9D7D-2E2173A8E8CD}"/>
                  </a:ext>
                </a:extLst>
              </p:cNvPr>
              <p:cNvCxnSpPr/>
              <p:nvPr/>
            </p:nvCxnSpPr>
            <p:spPr>
              <a:xfrm rot="10800000">
                <a:off x="3988400" y="1960574"/>
                <a:ext cx="0" cy="14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" name="Google Shape;11862;p71">
                <a:extLst>
                  <a:ext uri="{FF2B5EF4-FFF2-40B4-BE49-F238E27FC236}">
                    <a16:creationId xmlns:a16="http://schemas.microsoft.com/office/drawing/2014/main" id="{CCC29616-8E4B-1B23-6052-9E95C7F4ECF3}"/>
                  </a:ext>
                </a:extLst>
              </p:cNvPr>
              <p:cNvSpPr/>
              <p:nvPr/>
            </p:nvSpPr>
            <p:spPr>
              <a:xfrm>
                <a:off x="3929014" y="2103016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11863;p71">
              <a:extLst>
                <a:ext uri="{FF2B5EF4-FFF2-40B4-BE49-F238E27FC236}">
                  <a16:creationId xmlns:a16="http://schemas.microsoft.com/office/drawing/2014/main" id="{C0861610-A1FA-FBB4-465E-0D7432EE6F7D}"/>
                </a:ext>
              </a:extLst>
            </p:cNvPr>
            <p:cNvGrpSpPr/>
            <p:nvPr/>
          </p:nvGrpSpPr>
          <p:grpSpPr>
            <a:xfrm>
              <a:off x="4290828" y="1496185"/>
              <a:ext cx="286500" cy="272914"/>
              <a:chOff x="4290828" y="1496185"/>
              <a:chExt cx="286500" cy="272914"/>
            </a:xfrm>
          </p:grpSpPr>
          <p:cxnSp>
            <p:nvCxnSpPr>
              <p:cNvPr id="61" name="Google Shape;11864;p71">
                <a:extLst>
                  <a:ext uri="{FF2B5EF4-FFF2-40B4-BE49-F238E27FC236}">
                    <a16:creationId xmlns:a16="http://schemas.microsoft.com/office/drawing/2014/main" id="{5C8F520B-4E77-A94B-0257-C05527A3F36B}"/>
                  </a:ext>
                </a:extLst>
              </p:cNvPr>
              <p:cNvCxnSpPr/>
              <p:nvPr/>
            </p:nvCxnSpPr>
            <p:spPr>
              <a:xfrm rot="10800000">
                <a:off x="4350000" y="1596000"/>
                <a:ext cx="0" cy="17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" name="Google Shape;11865;p71">
                <a:extLst>
                  <a:ext uri="{FF2B5EF4-FFF2-40B4-BE49-F238E27FC236}">
                    <a16:creationId xmlns:a16="http://schemas.microsoft.com/office/drawing/2014/main" id="{5D5B511E-B83A-7AA9-7EDA-2B17B1A68994}"/>
                  </a:ext>
                </a:extLst>
              </p:cNvPr>
              <p:cNvSpPr/>
              <p:nvPr/>
            </p:nvSpPr>
            <p:spPr>
              <a:xfrm>
                <a:off x="4290828" y="1496185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" name="Google Shape;11866;p71">
              <a:extLst>
                <a:ext uri="{FF2B5EF4-FFF2-40B4-BE49-F238E27FC236}">
                  <a16:creationId xmlns:a16="http://schemas.microsoft.com/office/drawing/2014/main" id="{4876F083-C411-0C18-383C-824AFF3B6802}"/>
                </a:ext>
              </a:extLst>
            </p:cNvPr>
            <p:cNvSpPr/>
            <p:nvPr/>
          </p:nvSpPr>
          <p:spPr>
            <a:xfrm>
              <a:off x="4252606" y="1771972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1851;p71">
              <a:extLst>
                <a:ext uri="{FF2B5EF4-FFF2-40B4-BE49-F238E27FC236}">
                  <a16:creationId xmlns:a16="http://schemas.microsoft.com/office/drawing/2014/main" id="{FD6B7660-F2E9-5FEC-69AA-ABB469AEC7D5}"/>
                </a:ext>
              </a:extLst>
            </p:cNvPr>
            <p:cNvSpPr/>
            <p:nvPr/>
          </p:nvSpPr>
          <p:spPr>
            <a:xfrm>
              <a:off x="4613643" y="1763716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11867;p71">
              <a:extLst>
                <a:ext uri="{FF2B5EF4-FFF2-40B4-BE49-F238E27FC236}">
                  <a16:creationId xmlns:a16="http://schemas.microsoft.com/office/drawing/2014/main" id="{7FF5EAB3-A845-F41A-2997-5F063DE8DA7E}"/>
                </a:ext>
              </a:extLst>
            </p:cNvPr>
            <p:cNvGrpSpPr/>
            <p:nvPr/>
          </p:nvGrpSpPr>
          <p:grpSpPr>
            <a:xfrm>
              <a:off x="4657726" y="1959674"/>
              <a:ext cx="286500" cy="245092"/>
              <a:chOff x="4657726" y="1959674"/>
              <a:chExt cx="286500" cy="245092"/>
            </a:xfrm>
          </p:grpSpPr>
          <p:cxnSp>
            <p:nvCxnSpPr>
              <p:cNvPr id="59" name="Google Shape;11868;p71">
                <a:extLst>
                  <a:ext uri="{FF2B5EF4-FFF2-40B4-BE49-F238E27FC236}">
                    <a16:creationId xmlns:a16="http://schemas.microsoft.com/office/drawing/2014/main" id="{C0E492AE-C2FD-A769-D272-354500262E0E}"/>
                  </a:ext>
                </a:extLst>
              </p:cNvPr>
              <p:cNvCxnSpPr/>
              <p:nvPr/>
            </p:nvCxnSpPr>
            <p:spPr>
              <a:xfrm rot="10800000">
                <a:off x="4707475" y="1959674"/>
                <a:ext cx="0" cy="145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0" name="Google Shape;11869;p71">
                <a:extLst>
                  <a:ext uri="{FF2B5EF4-FFF2-40B4-BE49-F238E27FC236}">
                    <a16:creationId xmlns:a16="http://schemas.microsoft.com/office/drawing/2014/main" id="{C7FAE235-5952-AA39-4F7E-90DAD214E378}"/>
                  </a:ext>
                </a:extLst>
              </p:cNvPr>
              <p:cNvSpPr/>
              <p:nvPr/>
            </p:nvSpPr>
            <p:spPr>
              <a:xfrm>
                <a:off x="4657726" y="2104866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" name="Google Shape;13876;p77">
            <a:extLst>
              <a:ext uri="{FF2B5EF4-FFF2-40B4-BE49-F238E27FC236}">
                <a16:creationId xmlns:a16="http://schemas.microsoft.com/office/drawing/2014/main" id="{3D1D6DC8-1F64-5879-2E6E-A1A5FFD3466E}"/>
              </a:ext>
            </a:extLst>
          </p:cNvPr>
          <p:cNvGrpSpPr/>
          <p:nvPr/>
        </p:nvGrpSpPr>
        <p:grpSpPr>
          <a:xfrm>
            <a:off x="769894" y="4550613"/>
            <a:ext cx="618454" cy="546423"/>
            <a:chOff x="-62518200" y="2692475"/>
            <a:chExt cx="318225" cy="289100"/>
          </a:xfrm>
        </p:grpSpPr>
        <p:sp>
          <p:nvSpPr>
            <p:cNvPr id="72" name="Google Shape;13877;p77">
              <a:extLst>
                <a:ext uri="{FF2B5EF4-FFF2-40B4-BE49-F238E27FC236}">
                  <a16:creationId xmlns:a16="http://schemas.microsoft.com/office/drawing/2014/main" id="{B37F633A-EAB5-343D-E985-4913033441BA}"/>
                </a:ext>
              </a:extLst>
            </p:cNvPr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3878;p77">
              <a:extLst>
                <a:ext uri="{FF2B5EF4-FFF2-40B4-BE49-F238E27FC236}">
                  <a16:creationId xmlns:a16="http://schemas.microsoft.com/office/drawing/2014/main" id="{0E9CDC32-238E-4F0D-D252-476FDAFA1F37}"/>
                </a:ext>
              </a:extLst>
            </p:cNvPr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4241;p64">
            <a:extLst>
              <a:ext uri="{FF2B5EF4-FFF2-40B4-BE49-F238E27FC236}">
                <a16:creationId xmlns:a16="http://schemas.microsoft.com/office/drawing/2014/main" id="{9B975E19-CCD0-4C26-74A3-ACFB487C1D64}"/>
              </a:ext>
            </a:extLst>
          </p:cNvPr>
          <p:cNvGrpSpPr/>
          <p:nvPr/>
        </p:nvGrpSpPr>
        <p:grpSpPr>
          <a:xfrm>
            <a:off x="9749007" y="3715987"/>
            <a:ext cx="1731784" cy="1581063"/>
            <a:chOff x="1338075" y="463925"/>
            <a:chExt cx="5022575" cy="4585450"/>
          </a:xfrm>
        </p:grpSpPr>
        <p:sp>
          <p:nvSpPr>
            <p:cNvPr id="75" name="Google Shape;4242;p64">
              <a:extLst>
                <a:ext uri="{FF2B5EF4-FFF2-40B4-BE49-F238E27FC236}">
                  <a16:creationId xmlns:a16="http://schemas.microsoft.com/office/drawing/2014/main" id="{68B99BAF-BD29-E26E-A274-EED6624B4D81}"/>
                </a:ext>
              </a:extLst>
            </p:cNvPr>
            <p:cNvSpPr/>
            <p:nvPr/>
          </p:nvSpPr>
          <p:spPr>
            <a:xfrm>
              <a:off x="1338075" y="522825"/>
              <a:ext cx="5022575" cy="4526325"/>
            </a:xfrm>
            <a:custGeom>
              <a:avLst/>
              <a:gdLst/>
              <a:ahLst/>
              <a:cxnLst/>
              <a:rect l="l" t="t" r="r" b="b"/>
              <a:pathLst>
                <a:path w="200903" h="181053" extrusionOk="0">
                  <a:moveTo>
                    <a:pt x="125732" y="1"/>
                  </a:moveTo>
                  <a:cubicBezTo>
                    <a:pt x="113978" y="1"/>
                    <a:pt x="102353" y="4024"/>
                    <a:pt x="92608" y="11467"/>
                  </a:cubicBezTo>
                  <a:cubicBezTo>
                    <a:pt x="70622" y="28310"/>
                    <a:pt x="54646" y="51229"/>
                    <a:pt x="30570" y="65823"/>
                  </a:cubicBezTo>
                  <a:cubicBezTo>
                    <a:pt x="10512" y="77974"/>
                    <a:pt x="0" y="97646"/>
                    <a:pt x="6751" y="125419"/>
                  </a:cubicBezTo>
                  <a:cubicBezTo>
                    <a:pt x="13127" y="151683"/>
                    <a:pt x="33585" y="167565"/>
                    <a:pt x="56639" y="167565"/>
                  </a:cubicBezTo>
                  <a:cubicBezTo>
                    <a:pt x="57991" y="167565"/>
                    <a:pt x="59353" y="167510"/>
                    <a:pt x="60721" y="167400"/>
                  </a:cubicBezTo>
                  <a:cubicBezTo>
                    <a:pt x="65021" y="167056"/>
                    <a:pt x="69362" y="166862"/>
                    <a:pt x="73701" y="166862"/>
                  </a:cubicBezTo>
                  <a:cubicBezTo>
                    <a:pt x="90057" y="166862"/>
                    <a:pt x="106390" y="169618"/>
                    <a:pt x="120413" y="177493"/>
                  </a:cubicBezTo>
                  <a:cubicBezTo>
                    <a:pt x="124643" y="179866"/>
                    <a:pt x="129744" y="181052"/>
                    <a:pt x="135391" y="181052"/>
                  </a:cubicBezTo>
                  <a:cubicBezTo>
                    <a:pt x="150859" y="181052"/>
                    <a:pt x="170424" y="172151"/>
                    <a:pt x="187402" y="154349"/>
                  </a:cubicBezTo>
                  <a:cubicBezTo>
                    <a:pt x="200903" y="140173"/>
                    <a:pt x="199585" y="122172"/>
                    <a:pt x="195181" y="105329"/>
                  </a:cubicBezTo>
                  <a:cubicBezTo>
                    <a:pt x="192481" y="94946"/>
                    <a:pt x="190713" y="84306"/>
                    <a:pt x="188624" y="73763"/>
                  </a:cubicBezTo>
                  <a:cubicBezTo>
                    <a:pt x="187113" y="66337"/>
                    <a:pt x="185473" y="58944"/>
                    <a:pt x="183223" y="51712"/>
                  </a:cubicBezTo>
                  <a:cubicBezTo>
                    <a:pt x="176634" y="30753"/>
                    <a:pt x="163551" y="9506"/>
                    <a:pt x="141114" y="2370"/>
                  </a:cubicBezTo>
                  <a:cubicBezTo>
                    <a:pt x="136060" y="773"/>
                    <a:pt x="130884" y="1"/>
                    <a:pt x="1257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243;p64">
              <a:extLst>
                <a:ext uri="{FF2B5EF4-FFF2-40B4-BE49-F238E27FC236}">
                  <a16:creationId xmlns:a16="http://schemas.microsoft.com/office/drawing/2014/main" id="{A330FF0F-F13F-15E0-9F5F-7EF03E3A4193}"/>
                </a:ext>
              </a:extLst>
            </p:cNvPr>
            <p:cNvSpPr/>
            <p:nvPr/>
          </p:nvSpPr>
          <p:spPr>
            <a:xfrm>
              <a:off x="1455400" y="522600"/>
              <a:ext cx="4838550" cy="4526775"/>
            </a:xfrm>
            <a:custGeom>
              <a:avLst/>
              <a:gdLst/>
              <a:ahLst/>
              <a:cxnLst/>
              <a:rect l="l" t="t" r="r" b="b"/>
              <a:pathLst>
                <a:path w="193542" h="181071" extrusionOk="0">
                  <a:moveTo>
                    <a:pt x="50853" y="46128"/>
                  </a:moveTo>
                  <a:cubicBezTo>
                    <a:pt x="50339" y="46610"/>
                    <a:pt x="49824" y="47092"/>
                    <a:pt x="49310" y="47574"/>
                  </a:cubicBezTo>
                  <a:cubicBezTo>
                    <a:pt x="49503" y="47670"/>
                    <a:pt x="49696" y="47767"/>
                    <a:pt x="49889" y="47863"/>
                  </a:cubicBezTo>
                  <a:cubicBezTo>
                    <a:pt x="50821" y="48345"/>
                    <a:pt x="51721" y="48763"/>
                    <a:pt x="52524" y="49149"/>
                  </a:cubicBezTo>
                  <a:cubicBezTo>
                    <a:pt x="51849" y="48185"/>
                    <a:pt x="51303" y="47156"/>
                    <a:pt x="50853" y="46128"/>
                  </a:cubicBezTo>
                  <a:close/>
                  <a:moveTo>
                    <a:pt x="89169" y="37802"/>
                  </a:moveTo>
                  <a:cubicBezTo>
                    <a:pt x="89169" y="38156"/>
                    <a:pt x="89137" y="45549"/>
                    <a:pt x="84572" y="50306"/>
                  </a:cubicBezTo>
                  <a:cubicBezTo>
                    <a:pt x="79879" y="55160"/>
                    <a:pt x="72229" y="55385"/>
                    <a:pt x="72229" y="55385"/>
                  </a:cubicBezTo>
                  <a:cubicBezTo>
                    <a:pt x="72229" y="55032"/>
                    <a:pt x="72293" y="47638"/>
                    <a:pt x="76858" y="42881"/>
                  </a:cubicBezTo>
                  <a:cubicBezTo>
                    <a:pt x="81551" y="38027"/>
                    <a:pt x="89169" y="37802"/>
                    <a:pt x="89169" y="37802"/>
                  </a:cubicBezTo>
                  <a:close/>
                  <a:moveTo>
                    <a:pt x="120992" y="0"/>
                  </a:moveTo>
                  <a:cubicBezTo>
                    <a:pt x="109259" y="0"/>
                    <a:pt x="97655" y="4050"/>
                    <a:pt x="87915" y="11476"/>
                  </a:cubicBezTo>
                  <a:cubicBezTo>
                    <a:pt x="83672" y="14722"/>
                    <a:pt x="79686" y="18194"/>
                    <a:pt x="75797" y="21762"/>
                  </a:cubicBezTo>
                  <a:cubicBezTo>
                    <a:pt x="77147" y="24848"/>
                    <a:pt x="78143" y="28416"/>
                    <a:pt x="78143" y="32209"/>
                  </a:cubicBezTo>
                  <a:cubicBezTo>
                    <a:pt x="78143" y="32241"/>
                    <a:pt x="78143" y="32273"/>
                    <a:pt x="78143" y="32305"/>
                  </a:cubicBezTo>
                  <a:cubicBezTo>
                    <a:pt x="78143" y="43910"/>
                    <a:pt x="69014" y="53296"/>
                    <a:pt x="69014" y="53296"/>
                  </a:cubicBezTo>
                  <a:cubicBezTo>
                    <a:pt x="69014" y="53296"/>
                    <a:pt x="62168" y="46353"/>
                    <a:pt x="60207" y="36966"/>
                  </a:cubicBezTo>
                  <a:cubicBezTo>
                    <a:pt x="59210" y="37963"/>
                    <a:pt x="58214" y="38959"/>
                    <a:pt x="57217" y="39956"/>
                  </a:cubicBezTo>
                  <a:cubicBezTo>
                    <a:pt x="58696" y="40727"/>
                    <a:pt x="60143" y="41756"/>
                    <a:pt x="61364" y="43138"/>
                  </a:cubicBezTo>
                  <a:cubicBezTo>
                    <a:pt x="65286" y="47510"/>
                    <a:pt x="65543" y="53842"/>
                    <a:pt x="65543" y="55417"/>
                  </a:cubicBezTo>
                  <a:cubicBezTo>
                    <a:pt x="65543" y="55674"/>
                    <a:pt x="65543" y="55803"/>
                    <a:pt x="65543" y="55803"/>
                  </a:cubicBezTo>
                  <a:cubicBezTo>
                    <a:pt x="65543" y="55803"/>
                    <a:pt x="59146" y="55353"/>
                    <a:pt x="54646" y="51464"/>
                  </a:cubicBezTo>
                  <a:cubicBezTo>
                    <a:pt x="53232" y="50788"/>
                    <a:pt x="51431" y="49921"/>
                    <a:pt x="49374" y="48796"/>
                  </a:cubicBezTo>
                  <a:cubicBezTo>
                    <a:pt x="49085" y="48667"/>
                    <a:pt x="48796" y="48506"/>
                    <a:pt x="48506" y="48345"/>
                  </a:cubicBezTo>
                  <a:cubicBezTo>
                    <a:pt x="41531" y="54774"/>
                    <a:pt x="34202" y="60785"/>
                    <a:pt x="25877" y="65832"/>
                  </a:cubicBezTo>
                  <a:cubicBezTo>
                    <a:pt x="9933" y="75508"/>
                    <a:pt x="0" y="89908"/>
                    <a:pt x="0" y="109356"/>
                  </a:cubicBezTo>
                  <a:cubicBezTo>
                    <a:pt x="0" y="114370"/>
                    <a:pt x="676" y="119738"/>
                    <a:pt x="2058" y="125428"/>
                  </a:cubicBezTo>
                  <a:cubicBezTo>
                    <a:pt x="8422" y="151690"/>
                    <a:pt x="28898" y="167569"/>
                    <a:pt x="51946" y="167569"/>
                  </a:cubicBezTo>
                  <a:cubicBezTo>
                    <a:pt x="53296" y="167569"/>
                    <a:pt x="54646" y="167537"/>
                    <a:pt x="56028" y="167409"/>
                  </a:cubicBezTo>
                  <a:cubicBezTo>
                    <a:pt x="60335" y="167055"/>
                    <a:pt x="64707" y="166862"/>
                    <a:pt x="69079" y="166862"/>
                  </a:cubicBezTo>
                  <a:cubicBezTo>
                    <a:pt x="85408" y="166862"/>
                    <a:pt x="101705" y="169627"/>
                    <a:pt x="115720" y="177502"/>
                  </a:cubicBezTo>
                  <a:cubicBezTo>
                    <a:pt x="119931" y="179881"/>
                    <a:pt x="125042" y="181070"/>
                    <a:pt x="130700" y="181070"/>
                  </a:cubicBezTo>
                  <a:cubicBezTo>
                    <a:pt x="146193" y="181070"/>
                    <a:pt x="165737" y="172166"/>
                    <a:pt x="182709" y="154358"/>
                  </a:cubicBezTo>
                  <a:cubicBezTo>
                    <a:pt x="190745" y="145904"/>
                    <a:pt x="193542" y="136068"/>
                    <a:pt x="193542" y="125942"/>
                  </a:cubicBezTo>
                  <a:cubicBezTo>
                    <a:pt x="193542" y="119096"/>
                    <a:pt x="192256" y="112120"/>
                    <a:pt x="190488" y="105338"/>
                  </a:cubicBezTo>
                  <a:cubicBezTo>
                    <a:pt x="187788" y="94955"/>
                    <a:pt x="186020" y="84315"/>
                    <a:pt x="183931" y="73772"/>
                  </a:cubicBezTo>
                  <a:cubicBezTo>
                    <a:pt x="182420" y="66346"/>
                    <a:pt x="180780" y="58953"/>
                    <a:pt x="178530" y="51721"/>
                  </a:cubicBezTo>
                  <a:cubicBezTo>
                    <a:pt x="171941" y="30762"/>
                    <a:pt x="158858" y="9515"/>
                    <a:pt x="136421" y="2379"/>
                  </a:cubicBezTo>
                  <a:cubicBezTo>
                    <a:pt x="131342" y="772"/>
                    <a:pt x="126167" y="0"/>
                    <a:pt x="1209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244;p64">
              <a:extLst>
                <a:ext uri="{FF2B5EF4-FFF2-40B4-BE49-F238E27FC236}">
                  <a16:creationId xmlns:a16="http://schemas.microsoft.com/office/drawing/2014/main" id="{1172BD72-13D8-2D46-4041-35115C58B4FF}"/>
                </a:ext>
              </a:extLst>
            </p:cNvPr>
            <p:cNvSpPr/>
            <p:nvPr/>
          </p:nvSpPr>
          <p:spPr>
            <a:xfrm>
              <a:off x="2412500" y="519875"/>
              <a:ext cx="132625" cy="207650"/>
            </a:xfrm>
            <a:custGeom>
              <a:avLst/>
              <a:gdLst/>
              <a:ahLst/>
              <a:cxnLst/>
              <a:rect l="l" t="t" r="r" b="b"/>
              <a:pathLst>
                <a:path w="5305" h="8306" extrusionOk="0">
                  <a:moveTo>
                    <a:pt x="2754" y="1"/>
                  </a:moveTo>
                  <a:cubicBezTo>
                    <a:pt x="2398" y="1"/>
                    <a:pt x="2038" y="96"/>
                    <a:pt x="1704" y="302"/>
                  </a:cubicBezTo>
                  <a:cubicBezTo>
                    <a:pt x="161" y="1266"/>
                    <a:pt x="0" y="4545"/>
                    <a:pt x="386" y="6120"/>
                  </a:cubicBezTo>
                  <a:cubicBezTo>
                    <a:pt x="418" y="6249"/>
                    <a:pt x="1190" y="8306"/>
                    <a:pt x="1222" y="8306"/>
                  </a:cubicBezTo>
                  <a:cubicBezTo>
                    <a:pt x="1222" y="8306"/>
                    <a:pt x="3729" y="6313"/>
                    <a:pt x="4372" y="5059"/>
                  </a:cubicBezTo>
                  <a:cubicBezTo>
                    <a:pt x="4919" y="3966"/>
                    <a:pt x="5304" y="2424"/>
                    <a:pt x="4758" y="1299"/>
                  </a:cubicBezTo>
                  <a:cubicBezTo>
                    <a:pt x="4356" y="494"/>
                    <a:pt x="3566" y="1"/>
                    <a:pt x="2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245;p64">
              <a:extLst>
                <a:ext uri="{FF2B5EF4-FFF2-40B4-BE49-F238E27FC236}">
                  <a16:creationId xmlns:a16="http://schemas.microsoft.com/office/drawing/2014/main" id="{71584189-EAC1-8A92-C50B-095B36F96113}"/>
                </a:ext>
              </a:extLst>
            </p:cNvPr>
            <p:cNvSpPr/>
            <p:nvPr/>
          </p:nvSpPr>
          <p:spPr>
            <a:xfrm>
              <a:off x="1792100" y="970475"/>
              <a:ext cx="143875" cy="203075"/>
            </a:xfrm>
            <a:custGeom>
              <a:avLst/>
              <a:gdLst/>
              <a:ahLst/>
              <a:cxnLst/>
              <a:rect l="l" t="t" r="r" b="b"/>
              <a:pathLst>
                <a:path w="5755" h="8123" extrusionOk="0">
                  <a:moveTo>
                    <a:pt x="2663" y="0"/>
                  </a:moveTo>
                  <a:cubicBezTo>
                    <a:pt x="1887" y="0"/>
                    <a:pt x="1133" y="393"/>
                    <a:pt x="772" y="1179"/>
                  </a:cubicBezTo>
                  <a:cubicBezTo>
                    <a:pt x="1" y="2851"/>
                    <a:pt x="1672" y="5679"/>
                    <a:pt x="2862" y="6772"/>
                  </a:cubicBezTo>
                  <a:cubicBezTo>
                    <a:pt x="2957" y="6867"/>
                    <a:pt x="4714" y="8123"/>
                    <a:pt x="4758" y="8123"/>
                  </a:cubicBezTo>
                  <a:cubicBezTo>
                    <a:pt x="4758" y="8123"/>
                    <a:pt x="4758" y="8123"/>
                    <a:pt x="4758" y="8122"/>
                  </a:cubicBezTo>
                  <a:cubicBezTo>
                    <a:pt x="4758" y="8122"/>
                    <a:pt x="5755" y="5101"/>
                    <a:pt x="5594" y="3686"/>
                  </a:cubicBezTo>
                  <a:cubicBezTo>
                    <a:pt x="5466" y="2465"/>
                    <a:pt x="4951" y="986"/>
                    <a:pt x="3826" y="311"/>
                  </a:cubicBezTo>
                  <a:cubicBezTo>
                    <a:pt x="3466" y="104"/>
                    <a:pt x="3062" y="0"/>
                    <a:pt x="2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246;p64">
              <a:extLst>
                <a:ext uri="{FF2B5EF4-FFF2-40B4-BE49-F238E27FC236}">
                  <a16:creationId xmlns:a16="http://schemas.microsoft.com/office/drawing/2014/main" id="{2FB7E646-9685-B9A2-BC56-3B4E9AECB713}"/>
                </a:ext>
              </a:extLst>
            </p:cNvPr>
            <p:cNvSpPr/>
            <p:nvPr/>
          </p:nvSpPr>
          <p:spPr>
            <a:xfrm>
              <a:off x="2946900" y="802250"/>
              <a:ext cx="463700" cy="1052750"/>
            </a:xfrm>
            <a:custGeom>
              <a:avLst/>
              <a:gdLst/>
              <a:ahLst/>
              <a:cxnLst/>
              <a:rect l="l" t="t" r="r" b="b"/>
              <a:pathLst>
                <a:path w="18548" h="42110" extrusionOk="0">
                  <a:moveTo>
                    <a:pt x="9194" y="0"/>
                  </a:moveTo>
                  <a:cubicBezTo>
                    <a:pt x="9194" y="0"/>
                    <a:pt x="0" y="9483"/>
                    <a:pt x="65" y="21087"/>
                  </a:cubicBezTo>
                  <a:cubicBezTo>
                    <a:pt x="97" y="32724"/>
                    <a:pt x="9354" y="42110"/>
                    <a:pt x="9354" y="42110"/>
                  </a:cubicBezTo>
                  <a:cubicBezTo>
                    <a:pt x="9354" y="42110"/>
                    <a:pt x="18548" y="32659"/>
                    <a:pt x="18483" y="21023"/>
                  </a:cubicBezTo>
                  <a:cubicBezTo>
                    <a:pt x="18451" y="9387"/>
                    <a:pt x="9194" y="0"/>
                    <a:pt x="9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247;p64">
              <a:extLst>
                <a:ext uri="{FF2B5EF4-FFF2-40B4-BE49-F238E27FC236}">
                  <a16:creationId xmlns:a16="http://schemas.microsoft.com/office/drawing/2014/main" id="{FD6BD4E8-264A-80D3-8E99-2B8EE34CB838}"/>
                </a:ext>
              </a:extLst>
            </p:cNvPr>
            <p:cNvSpPr/>
            <p:nvPr/>
          </p:nvSpPr>
          <p:spPr>
            <a:xfrm>
              <a:off x="1520500" y="464425"/>
              <a:ext cx="1581525" cy="1453275"/>
            </a:xfrm>
            <a:custGeom>
              <a:avLst/>
              <a:gdLst/>
              <a:ahLst/>
              <a:cxnLst/>
              <a:rect l="l" t="t" r="r" b="b"/>
              <a:pathLst>
                <a:path w="63261" h="58131" extrusionOk="0">
                  <a:moveTo>
                    <a:pt x="47124" y="44758"/>
                  </a:moveTo>
                  <a:cubicBezTo>
                    <a:pt x="47542" y="46879"/>
                    <a:pt x="48377" y="49322"/>
                    <a:pt x="49920" y="51476"/>
                  </a:cubicBezTo>
                  <a:cubicBezTo>
                    <a:pt x="49117" y="51090"/>
                    <a:pt x="48217" y="50672"/>
                    <a:pt x="47285" y="50190"/>
                  </a:cubicBezTo>
                  <a:cubicBezTo>
                    <a:pt x="46577" y="49837"/>
                    <a:pt x="45838" y="49451"/>
                    <a:pt x="45067" y="49033"/>
                  </a:cubicBezTo>
                  <a:cubicBezTo>
                    <a:pt x="45195" y="48712"/>
                    <a:pt x="46288" y="46301"/>
                    <a:pt x="46385" y="44919"/>
                  </a:cubicBezTo>
                  <a:cubicBezTo>
                    <a:pt x="46610" y="44886"/>
                    <a:pt x="46867" y="44822"/>
                    <a:pt x="47124" y="44758"/>
                  </a:cubicBezTo>
                  <a:close/>
                  <a:moveTo>
                    <a:pt x="26629" y="1"/>
                  </a:moveTo>
                  <a:cubicBezTo>
                    <a:pt x="26482" y="1"/>
                    <a:pt x="26338" y="15"/>
                    <a:pt x="26198" y="45"/>
                  </a:cubicBezTo>
                  <a:cubicBezTo>
                    <a:pt x="24912" y="302"/>
                    <a:pt x="24301" y="1652"/>
                    <a:pt x="24687" y="2841"/>
                  </a:cubicBezTo>
                  <a:cubicBezTo>
                    <a:pt x="25105" y="4063"/>
                    <a:pt x="26455" y="4899"/>
                    <a:pt x="27580" y="5284"/>
                  </a:cubicBezTo>
                  <a:cubicBezTo>
                    <a:pt x="28155" y="5487"/>
                    <a:pt x="29054" y="5546"/>
                    <a:pt x="29898" y="5546"/>
                  </a:cubicBezTo>
                  <a:cubicBezTo>
                    <a:pt x="30798" y="5546"/>
                    <a:pt x="31636" y="5478"/>
                    <a:pt x="31952" y="5445"/>
                  </a:cubicBezTo>
                  <a:cubicBezTo>
                    <a:pt x="32370" y="5831"/>
                    <a:pt x="32755" y="6217"/>
                    <a:pt x="33205" y="6667"/>
                  </a:cubicBezTo>
                  <a:cubicBezTo>
                    <a:pt x="33977" y="7470"/>
                    <a:pt x="34845" y="8402"/>
                    <a:pt x="35745" y="9463"/>
                  </a:cubicBezTo>
                  <a:cubicBezTo>
                    <a:pt x="35970" y="9720"/>
                    <a:pt x="36195" y="10042"/>
                    <a:pt x="36452" y="10331"/>
                  </a:cubicBezTo>
                  <a:cubicBezTo>
                    <a:pt x="35938" y="9913"/>
                    <a:pt x="35230" y="9367"/>
                    <a:pt x="35166" y="9303"/>
                  </a:cubicBezTo>
                  <a:cubicBezTo>
                    <a:pt x="34261" y="8734"/>
                    <a:pt x="32599" y="8166"/>
                    <a:pt x="31170" y="8166"/>
                  </a:cubicBezTo>
                  <a:cubicBezTo>
                    <a:pt x="30417" y="8166"/>
                    <a:pt x="29729" y="8324"/>
                    <a:pt x="29252" y="8724"/>
                  </a:cubicBezTo>
                  <a:cubicBezTo>
                    <a:pt x="28223" y="9560"/>
                    <a:pt x="28319" y="11038"/>
                    <a:pt x="29187" y="11906"/>
                  </a:cubicBezTo>
                  <a:cubicBezTo>
                    <a:pt x="29882" y="12577"/>
                    <a:pt x="30934" y="12819"/>
                    <a:pt x="31917" y="12819"/>
                  </a:cubicBezTo>
                  <a:cubicBezTo>
                    <a:pt x="32253" y="12819"/>
                    <a:pt x="32581" y="12791"/>
                    <a:pt x="32884" y="12742"/>
                  </a:cubicBezTo>
                  <a:cubicBezTo>
                    <a:pt x="34137" y="12581"/>
                    <a:pt x="36388" y="11167"/>
                    <a:pt x="36870" y="10845"/>
                  </a:cubicBezTo>
                  <a:cubicBezTo>
                    <a:pt x="37384" y="11520"/>
                    <a:pt x="37898" y="12228"/>
                    <a:pt x="38381" y="12999"/>
                  </a:cubicBezTo>
                  <a:cubicBezTo>
                    <a:pt x="39248" y="14285"/>
                    <a:pt x="40084" y="15731"/>
                    <a:pt x="40759" y="17306"/>
                  </a:cubicBezTo>
                  <a:cubicBezTo>
                    <a:pt x="40791" y="17371"/>
                    <a:pt x="40824" y="17467"/>
                    <a:pt x="40856" y="17564"/>
                  </a:cubicBezTo>
                  <a:cubicBezTo>
                    <a:pt x="40663" y="17306"/>
                    <a:pt x="39377" y="16021"/>
                    <a:pt x="39281" y="15956"/>
                  </a:cubicBezTo>
                  <a:cubicBezTo>
                    <a:pt x="38355" y="15197"/>
                    <a:pt x="36449" y="14333"/>
                    <a:pt x="34907" y="14333"/>
                  </a:cubicBezTo>
                  <a:cubicBezTo>
                    <a:pt x="34360" y="14333"/>
                    <a:pt x="33858" y="14442"/>
                    <a:pt x="33462" y="14703"/>
                  </a:cubicBezTo>
                  <a:cubicBezTo>
                    <a:pt x="32370" y="15442"/>
                    <a:pt x="32273" y="16921"/>
                    <a:pt x="33077" y="17885"/>
                  </a:cubicBezTo>
                  <a:cubicBezTo>
                    <a:pt x="33810" y="18795"/>
                    <a:pt x="35160" y="19115"/>
                    <a:pt x="36319" y="19115"/>
                  </a:cubicBezTo>
                  <a:cubicBezTo>
                    <a:pt x="36430" y="19115"/>
                    <a:pt x="36538" y="19112"/>
                    <a:pt x="36645" y="19107"/>
                  </a:cubicBezTo>
                  <a:cubicBezTo>
                    <a:pt x="38027" y="19074"/>
                    <a:pt x="40791" y="17692"/>
                    <a:pt x="40888" y="17628"/>
                  </a:cubicBezTo>
                  <a:cubicBezTo>
                    <a:pt x="41499" y="19107"/>
                    <a:pt x="42013" y="20682"/>
                    <a:pt x="42431" y="22289"/>
                  </a:cubicBezTo>
                  <a:cubicBezTo>
                    <a:pt x="42752" y="23478"/>
                    <a:pt x="43041" y="24668"/>
                    <a:pt x="43299" y="25857"/>
                  </a:cubicBezTo>
                  <a:cubicBezTo>
                    <a:pt x="43009" y="25535"/>
                    <a:pt x="41820" y="24346"/>
                    <a:pt x="41724" y="24282"/>
                  </a:cubicBezTo>
                  <a:cubicBezTo>
                    <a:pt x="40775" y="23523"/>
                    <a:pt x="38880" y="22658"/>
                    <a:pt x="37345" y="22658"/>
                  </a:cubicBezTo>
                  <a:cubicBezTo>
                    <a:pt x="36800" y="22658"/>
                    <a:pt x="36301" y="22767"/>
                    <a:pt x="35905" y="23028"/>
                  </a:cubicBezTo>
                  <a:cubicBezTo>
                    <a:pt x="34813" y="23768"/>
                    <a:pt x="34716" y="25246"/>
                    <a:pt x="35520" y="26211"/>
                  </a:cubicBezTo>
                  <a:cubicBezTo>
                    <a:pt x="36284" y="27159"/>
                    <a:pt x="37718" y="27467"/>
                    <a:pt x="38908" y="27467"/>
                  </a:cubicBezTo>
                  <a:cubicBezTo>
                    <a:pt x="38968" y="27467"/>
                    <a:pt x="39028" y="27466"/>
                    <a:pt x="39088" y="27464"/>
                  </a:cubicBezTo>
                  <a:cubicBezTo>
                    <a:pt x="40438" y="27400"/>
                    <a:pt x="43074" y="26082"/>
                    <a:pt x="43299" y="25986"/>
                  </a:cubicBezTo>
                  <a:cubicBezTo>
                    <a:pt x="43427" y="26532"/>
                    <a:pt x="43556" y="27078"/>
                    <a:pt x="43652" y="27625"/>
                  </a:cubicBezTo>
                  <a:cubicBezTo>
                    <a:pt x="44038" y="29425"/>
                    <a:pt x="44392" y="31225"/>
                    <a:pt x="44809" y="32993"/>
                  </a:cubicBezTo>
                  <a:cubicBezTo>
                    <a:pt x="44938" y="33604"/>
                    <a:pt x="45099" y="34182"/>
                    <a:pt x="45292" y="34793"/>
                  </a:cubicBezTo>
                  <a:cubicBezTo>
                    <a:pt x="44842" y="34343"/>
                    <a:pt x="44006" y="33507"/>
                    <a:pt x="43942" y="33443"/>
                  </a:cubicBezTo>
                  <a:cubicBezTo>
                    <a:pt x="42993" y="32684"/>
                    <a:pt x="41098" y="31820"/>
                    <a:pt x="39550" y="31820"/>
                  </a:cubicBezTo>
                  <a:cubicBezTo>
                    <a:pt x="39001" y="31820"/>
                    <a:pt x="38495" y="31928"/>
                    <a:pt x="38091" y="32189"/>
                  </a:cubicBezTo>
                  <a:cubicBezTo>
                    <a:pt x="36998" y="32929"/>
                    <a:pt x="36934" y="34407"/>
                    <a:pt x="37706" y="35372"/>
                  </a:cubicBezTo>
                  <a:cubicBezTo>
                    <a:pt x="38439" y="36281"/>
                    <a:pt x="39816" y="36602"/>
                    <a:pt x="40979" y="36602"/>
                  </a:cubicBezTo>
                  <a:cubicBezTo>
                    <a:pt x="41090" y="36602"/>
                    <a:pt x="41199" y="36599"/>
                    <a:pt x="41306" y="36593"/>
                  </a:cubicBezTo>
                  <a:cubicBezTo>
                    <a:pt x="42495" y="36561"/>
                    <a:pt x="44745" y="35500"/>
                    <a:pt x="45388" y="35179"/>
                  </a:cubicBezTo>
                  <a:cubicBezTo>
                    <a:pt x="45645" y="36175"/>
                    <a:pt x="45967" y="37172"/>
                    <a:pt x="46288" y="38136"/>
                  </a:cubicBezTo>
                  <a:cubicBezTo>
                    <a:pt x="46449" y="38522"/>
                    <a:pt x="46577" y="38972"/>
                    <a:pt x="46738" y="39358"/>
                  </a:cubicBezTo>
                  <a:cubicBezTo>
                    <a:pt x="46835" y="39550"/>
                    <a:pt x="46899" y="39743"/>
                    <a:pt x="46995" y="39936"/>
                  </a:cubicBezTo>
                  <a:cubicBezTo>
                    <a:pt x="46770" y="39936"/>
                    <a:pt x="46642" y="39904"/>
                    <a:pt x="46642" y="39904"/>
                  </a:cubicBezTo>
                  <a:lnTo>
                    <a:pt x="46642" y="39904"/>
                  </a:lnTo>
                  <a:cubicBezTo>
                    <a:pt x="46642" y="39904"/>
                    <a:pt x="46610" y="40483"/>
                    <a:pt x="46674" y="41415"/>
                  </a:cubicBezTo>
                  <a:cubicBezTo>
                    <a:pt x="45663" y="40676"/>
                    <a:pt x="44294" y="40031"/>
                    <a:pt x="43145" y="40031"/>
                  </a:cubicBezTo>
                  <a:cubicBezTo>
                    <a:pt x="42795" y="40031"/>
                    <a:pt x="42466" y="40090"/>
                    <a:pt x="42174" y="40226"/>
                  </a:cubicBezTo>
                  <a:cubicBezTo>
                    <a:pt x="40984" y="40772"/>
                    <a:pt x="40663" y="42218"/>
                    <a:pt x="41306" y="43311"/>
                  </a:cubicBezTo>
                  <a:cubicBezTo>
                    <a:pt x="41370" y="43440"/>
                    <a:pt x="41466" y="43569"/>
                    <a:pt x="41595" y="43697"/>
                  </a:cubicBezTo>
                  <a:cubicBezTo>
                    <a:pt x="41788" y="45111"/>
                    <a:pt x="42591" y="46719"/>
                    <a:pt x="43299" y="47522"/>
                  </a:cubicBezTo>
                  <a:cubicBezTo>
                    <a:pt x="43363" y="47619"/>
                    <a:pt x="44295" y="48455"/>
                    <a:pt x="44745" y="48872"/>
                  </a:cubicBezTo>
                  <a:cubicBezTo>
                    <a:pt x="44295" y="48615"/>
                    <a:pt x="43845" y="48358"/>
                    <a:pt x="43363" y="48101"/>
                  </a:cubicBezTo>
                  <a:cubicBezTo>
                    <a:pt x="42688" y="47715"/>
                    <a:pt x="41981" y="47297"/>
                    <a:pt x="41306" y="46912"/>
                  </a:cubicBezTo>
                  <a:cubicBezTo>
                    <a:pt x="40952" y="46687"/>
                    <a:pt x="40599" y="46462"/>
                    <a:pt x="40245" y="46237"/>
                  </a:cubicBezTo>
                  <a:cubicBezTo>
                    <a:pt x="39859" y="46012"/>
                    <a:pt x="39538" y="45754"/>
                    <a:pt x="39216" y="45497"/>
                  </a:cubicBezTo>
                  <a:cubicBezTo>
                    <a:pt x="38702" y="45144"/>
                    <a:pt x="38188" y="44726"/>
                    <a:pt x="37706" y="44340"/>
                  </a:cubicBezTo>
                  <a:cubicBezTo>
                    <a:pt x="38123" y="43665"/>
                    <a:pt x="39345" y="41672"/>
                    <a:pt x="39506" y="40515"/>
                  </a:cubicBezTo>
                  <a:cubicBezTo>
                    <a:pt x="39698" y="39325"/>
                    <a:pt x="39602" y="37750"/>
                    <a:pt x="38702" y="36818"/>
                  </a:cubicBezTo>
                  <a:cubicBezTo>
                    <a:pt x="38264" y="36364"/>
                    <a:pt x="37671" y="36123"/>
                    <a:pt x="37080" y="36123"/>
                  </a:cubicBezTo>
                  <a:cubicBezTo>
                    <a:pt x="36498" y="36123"/>
                    <a:pt x="35918" y="36356"/>
                    <a:pt x="35488" y="36850"/>
                  </a:cubicBezTo>
                  <a:cubicBezTo>
                    <a:pt x="34330" y="38233"/>
                    <a:pt x="35198" y="41415"/>
                    <a:pt x="36066" y="42765"/>
                  </a:cubicBezTo>
                  <a:cubicBezTo>
                    <a:pt x="36098" y="42829"/>
                    <a:pt x="36291" y="43086"/>
                    <a:pt x="36548" y="43408"/>
                  </a:cubicBezTo>
                  <a:cubicBezTo>
                    <a:pt x="36098" y="43022"/>
                    <a:pt x="35616" y="42604"/>
                    <a:pt x="35134" y="42186"/>
                  </a:cubicBezTo>
                  <a:cubicBezTo>
                    <a:pt x="33784" y="40965"/>
                    <a:pt x="32466" y="39711"/>
                    <a:pt x="31148" y="38425"/>
                  </a:cubicBezTo>
                  <a:cubicBezTo>
                    <a:pt x="30859" y="38168"/>
                    <a:pt x="30602" y="37911"/>
                    <a:pt x="30312" y="37654"/>
                  </a:cubicBezTo>
                  <a:cubicBezTo>
                    <a:pt x="30666" y="37075"/>
                    <a:pt x="32016" y="34954"/>
                    <a:pt x="32209" y="33732"/>
                  </a:cubicBezTo>
                  <a:cubicBezTo>
                    <a:pt x="32370" y="32543"/>
                    <a:pt x="32273" y="30968"/>
                    <a:pt x="31373" y="30036"/>
                  </a:cubicBezTo>
                  <a:cubicBezTo>
                    <a:pt x="30932" y="29578"/>
                    <a:pt x="30333" y="29328"/>
                    <a:pt x="29741" y="29328"/>
                  </a:cubicBezTo>
                  <a:cubicBezTo>
                    <a:pt x="29168" y="29328"/>
                    <a:pt x="28602" y="29562"/>
                    <a:pt x="28191" y="30068"/>
                  </a:cubicBezTo>
                  <a:cubicBezTo>
                    <a:pt x="27001" y="31450"/>
                    <a:pt x="27869" y="34600"/>
                    <a:pt x="28737" y="35982"/>
                  </a:cubicBezTo>
                  <a:cubicBezTo>
                    <a:pt x="28769" y="36047"/>
                    <a:pt x="29027" y="36368"/>
                    <a:pt x="29316" y="36722"/>
                  </a:cubicBezTo>
                  <a:cubicBezTo>
                    <a:pt x="28577" y="36047"/>
                    <a:pt x="27837" y="35372"/>
                    <a:pt x="27098" y="34729"/>
                  </a:cubicBezTo>
                  <a:cubicBezTo>
                    <a:pt x="25780" y="33604"/>
                    <a:pt x="24430" y="32575"/>
                    <a:pt x="23016" y="31675"/>
                  </a:cubicBezTo>
                  <a:cubicBezTo>
                    <a:pt x="23144" y="31482"/>
                    <a:pt x="24783" y="29007"/>
                    <a:pt x="24976" y="27657"/>
                  </a:cubicBezTo>
                  <a:cubicBezTo>
                    <a:pt x="25169" y="26468"/>
                    <a:pt x="25073" y="24893"/>
                    <a:pt x="24173" y="23960"/>
                  </a:cubicBezTo>
                  <a:cubicBezTo>
                    <a:pt x="23735" y="23507"/>
                    <a:pt x="23134" y="23265"/>
                    <a:pt x="22538" y="23265"/>
                  </a:cubicBezTo>
                  <a:cubicBezTo>
                    <a:pt x="21953" y="23265"/>
                    <a:pt x="21373" y="23499"/>
                    <a:pt x="20958" y="23993"/>
                  </a:cubicBezTo>
                  <a:cubicBezTo>
                    <a:pt x="19801" y="25375"/>
                    <a:pt x="20669" y="28557"/>
                    <a:pt x="21537" y="29907"/>
                  </a:cubicBezTo>
                  <a:cubicBezTo>
                    <a:pt x="21601" y="30004"/>
                    <a:pt x="22533" y="31161"/>
                    <a:pt x="22855" y="31579"/>
                  </a:cubicBezTo>
                  <a:lnTo>
                    <a:pt x="22823" y="31547"/>
                  </a:lnTo>
                  <a:cubicBezTo>
                    <a:pt x="21344" y="30614"/>
                    <a:pt x="19833" y="29907"/>
                    <a:pt x="18355" y="29329"/>
                  </a:cubicBezTo>
                  <a:cubicBezTo>
                    <a:pt x="16876" y="28718"/>
                    <a:pt x="15462" y="28300"/>
                    <a:pt x="14112" y="27914"/>
                  </a:cubicBezTo>
                  <a:cubicBezTo>
                    <a:pt x="12794" y="27561"/>
                    <a:pt x="11572" y="27303"/>
                    <a:pt x="10447" y="27078"/>
                  </a:cubicBezTo>
                  <a:cubicBezTo>
                    <a:pt x="9868" y="26950"/>
                    <a:pt x="9322" y="26886"/>
                    <a:pt x="8808" y="26789"/>
                  </a:cubicBezTo>
                  <a:lnTo>
                    <a:pt x="8840" y="26757"/>
                  </a:lnTo>
                  <a:cubicBezTo>
                    <a:pt x="8872" y="26757"/>
                    <a:pt x="7008" y="25535"/>
                    <a:pt x="6879" y="25471"/>
                  </a:cubicBezTo>
                  <a:cubicBezTo>
                    <a:pt x="6067" y="25074"/>
                    <a:pt x="4688" y="24728"/>
                    <a:pt x="3412" y="24728"/>
                  </a:cubicBezTo>
                  <a:cubicBezTo>
                    <a:pt x="2416" y="24728"/>
                    <a:pt x="1482" y="24939"/>
                    <a:pt x="932" y="25503"/>
                  </a:cubicBezTo>
                  <a:cubicBezTo>
                    <a:pt x="0" y="26468"/>
                    <a:pt x="257" y="27914"/>
                    <a:pt x="1222" y="28718"/>
                  </a:cubicBezTo>
                  <a:cubicBezTo>
                    <a:pt x="1831" y="29175"/>
                    <a:pt x="2632" y="29350"/>
                    <a:pt x="3424" y="29350"/>
                  </a:cubicBezTo>
                  <a:cubicBezTo>
                    <a:pt x="3969" y="29350"/>
                    <a:pt x="4511" y="29267"/>
                    <a:pt x="4983" y="29136"/>
                  </a:cubicBezTo>
                  <a:cubicBezTo>
                    <a:pt x="6204" y="28846"/>
                    <a:pt x="8229" y="27239"/>
                    <a:pt x="8711" y="26853"/>
                  </a:cubicBezTo>
                  <a:cubicBezTo>
                    <a:pt x="9258" y="26950"/>
                    <a:pt x="9804" y="27046"/>
                    <a:pt x="10447" y="27207"/>
                  </a:cubicBezTo>
                  <a:cubicBezTo>
                    <a:pt x="11540" y="27432"/>
                    <a:pt x="12761" y="27721"/>
                    <a:pt x="14079" y="28107"/>
                  </a:cubicBezTo>
                  <a:cubicBezTo>
                    <a:pt x="14433" y="28236"/>
                    <a:pt x="14787" y="28364"/>
                    <a:pt x="15172" y="28461"/>
                  </a:cubicBezTo>
                  <a:cubicBezTo>
                    <a:pt x="14497" y="28396"/>
                    <a:pt x="13597" y="28300"/>
                    <a:pt x="13501" y="28300"/>
                  </a:cubicBezTo>
                  <a:cubicBezTo>
                    <a:pt x="11894" y="28332"/>
                    <a:pt x="8776" y="29361"/>
                    <a:pt x="8261" y="31096"/>
                  </a:cubicBezTo>
                  <a:cubicBezTo>
                    <a:pt x="7876" y="32350"/>
                    <a:pt x="8743" y="33539"/>
                    <a:pt x="9997" y="33797"/>
                  </a:cubicBezTo>
                  <a:cubicBezTo>
                    <a:pt x="10147" y="33824"/>
                    <a:pt x="10299" y="33836"/>
                    <a:pt x="10452" y="33836"/>
                  </a:cubicBezTo>
                  <a:cubicBezTo>
                    <a:pt x="11575" y="33836"/>
                    <a:pt x="12741" y="33154"/>
                    <a:pt x="13533" y="32447"/>
                  </a:cubicBezTo>
                  <a:cubicBezTo>
                    <a:pt x="14465" y="31579"/>
                    <a:pt x="15558" y="29200"/>
                    <a:pt x="15783" y="28654"/>
                  </a:cubicBezTo>
                  <a:cubicBezTo>
                    <a:pt x="16587" y="28943"/>
                    <a:pt x="17422" y="29232"/>
                    <a:pt x="18258" y="29586"/>
                  </a:cubicBezTo>
                  <a:cubicBezTo>
                    <a:pt x="19673" y="30229"/>
                    <a:pt x="21183" y="30936"/>
                    <a:pt x="22598" y="31900"/>
                  </a:cubicBezTo>
                  <a:cubicBezTo>
                    <a:pt x="22694" y="31932"/>
                    <a:pt x="22758" y="31997"/>
                    <a:pt x="22823" y="32061"/>
                  </a:cubicBezTo>
                  <a:cubicBezTo>
                    <a:pt x="22501" y="31964"/>
                    <a:pt x="20733" y="31579"/>
                    <a:pt x="20605" y="31579"/>
                  </a:cubicBezTo>
                  <a:cubicBezTo>
                    <a:pt x="20452" y="31563"/>
                    <a:pt x="20284" y="31556"/>
                    <a:pt x="20105" y="31556"/>
                  </a:cubicBezTo>
                  <a:cubicBezTo>
                    <a:pt x="18408" y="31556"/>
                    <a:pt x="15716" y="32252"/>
                    <a:pt x="15076" y="33764"/>
                  </a:cubicBezTo>
                  <a:cubicBezTo>
                    <a:pt x="14562" y="34954"/>
                    <a:pt x="15301" y="36240"/>
                    <a:pt x="16490" y="36625"/>
                  </a:cubicBezTo>
                  <a:cubicBezTo>
                    <a:pt x="16759" y="36708"/>
                    <a:pt x="17036" y="36745"/>
                    <a:pt x="17316" y="36745"/>
                  </a:cubicBezTo>
                  <a:cubicBezTo>
                    <a:pt x="18342" y="36745"/>
                    <a:pt x="19397" y="36249"/>
                    <a:pt x="20155" y="35693"/>
                  </a:cubicBezTo>
                  <a:cubicBezTo>
                    <a:pt x="21312" y="34857"/>
                    <a:pt x="22823" y="32189"/>
                    <a:pt x="22887" y="32093"/>
                  </a:cubicBezTo>
                  <a:cubicBezTo>
                    <a:pt x="24205" y="32993"/>
                    <a:pt x="25491" y="34022"/>
                    <a:pt x="26744" y="35115"/>
                  </a:cubicBezTo>
                  <a:cubicBezTo>
                    <a:pt x="27676" y="35918"/>
                    <a:pt x="28544" y="36786"/>
                    <a:pt x="29444" y="37654"/>
                  </a:cubicBezTo>
                  <a:cubicBezTo>
                    <a:pt x="29027" y="37525"/>
                    <a:pt x="27355" y="37204"/>
                    <a:pt x="27259" y="37172"/>
                  </a:cubicBezTo>
                  <a:cubicBezTo>
                    <a:pt x="27124" y="37161"/>
                    <a:pt x="26978" y="37156"/>
                    <a:pt x="26825" y="37156"/>
                  </a:cubicBezTo>
                  <a:cubicBezTo>
                    <a:pt x="25108" y="37156"/>
                    <a:pt x="22347" y="37824"/>
                    <a:pt x="21698" y="39358"/>
                  </a:cubicBezTo>
                  <a:cubicBezTo>
                    <a:pt x="21183" y="40579"/>
                    <a:pt x="21923" y="41865"/>
                    <a:pt x="23144" y="42218"/>
                  </a:cubicBezTo>
                  <a:cubicBezTo>
                    <a:pt x="23406" y="42301"/>
                    <a:pt x="23678" y="42338"/>
                    <a:pt x="23954" y="42338"/>
                  </a:cubicBezTo>
                  <a:cubicBezTo>
                    <a:pt x="24965" y="42338"/>
                    <a:pt x="26026" y="41842"/>
                    <a:pt x="26809" y="41286"/>
                  </a:cubicBezTo>
                  <a:cubicBezTo>
                    <a:pt x="27901" y="40483"/>
                    <a:pt x="29380" y="37943"/>
                    <a:pt x="29509" y="37718"/>
                  </a:cubicBezTo>
                  <a:cubicBezTo>
                    <a:pt x="29894" y="38104"/>
                    <a:pt x="30312" y="38490"/>
                    <a:pt x="30698" y="38908"/>
                  </a:cubicBezTo>
                  <a:cubicBezTo>
                    <a:pt x="32016" y="40193"/>
                    <a:pt x="33302" y="41479"/>
                    <a:pt x="34620" y="42733"/>
                  </a:cubicBezTo>
                  <a:cubicBezTo>
                    <a:pt x="35070" y="43183"/>
                    <a:pt x="35552" y="43569"/>
                    <a:pt x="36002" y="43986"/>
                  </a:cubicBezTo>
                  <a:cubicBezTo>
                    <a:pt x="35391" y="43858"/>
                    <a:pt x="34234" y="43601"/>
                    <a:pt x="34137" y="43601"/>
                  </a:cubicBezTo>
                  <a:cubicBezTo>
                    <a:pt x="33984" y="43585"/>
                    <a:pt x="33817" y="43578"/>
                    <a:pt x="33638" y="43578"/>
                  </a:cubicBezTo>
                  <a:cubicBezTo>
                    <a:pt x="31940" y="43578"/>
                    <a:pt x="29248" y="44274"/>
                    <a:pt x="28609" y="45787"/>
                  </a:cubicBezTo>
                  <a:cubicBezTo>
                    <a:pt x="28094" y="46976"/>
                    <a:pt x="28834" y="48262"/>
                    <a:pt x="30023" y="48647"/>
                  </a:cubicBezTo>
                  <a:cubicBezTo>
                    <a:pt x="30278" y="48728"/>
                    <a:pt x="30542" y="48764"/>
                    <a:pt x="30811" y="48764"/>
                  </a:cubicBezTo>
                  <a:cubicBezTo>
                    <a:pt x="31828" y="48764"/>
                    <a:pt x="32899" y="48249"/>
                    <a:pt x="33687" y="47715"/>
                  </a:cubicBezTo>
                  <a:cubicBezTo>
                    <a:pt x="34684" y="47008"/>
                    <a:pt x="35970" y="44886"/>
                    <a:pt x="36323" y="44276"/>
                  </a:cubicBezTo>
                  <a:cubicBezTo>
                    <a:pt x="37095" y="44951"/>
                    <a:pt x="37898" y="45594"/>
                    <a:pt x="38702" y="46204"/>
                  </a:cubicBezTo>
                  <a:cubicBezTo>
                    <a:pt x="39056" y="46462"/>
                    <a:pt x="39377" y="46751"/>
                    <a:pt x="39731" y="46976"/>
                  </a:cubicBezTo>
                  <a:cubicBezTo>
                    <a:pt x="40084" y="47201"/>
                    <a:pt x="40438" y="47458"/>
                    <a:pt x="40791" y="47683"/>
                  </a:cubicBezTo>
                  <a:cubicBezTo>
                    <a:pt x="41531" y="48133"/>
                    <a:pt x="42206" y="48551"/>
                    <a:pt x="42881" y="48937"/>
                  </a:cubicBezTo>
                  <a:cubicBezTo>
                    <a:pt x="43234" y="49162"/>
                    <a:pt x="43556" y="49355"/>
                    <a:pt x="43909" y="49547"/>
                  </a:cubicBezTo>
                  <a:cubicBezTo>
                    <a:pt x="43299" y="49290"/>
                    <a:pt x="42302" y="48937"/>
                    <a:pt x="42206" y="48905"/>
                  </a:cubicBezTo>
                  <a:cubicBezTo>
                    <a:pt x="41750" y="48793"/>
                    <a:pt x="41153" y="48727"/>
                    <a:pt x="40511" y="48727"/>
                  </a:cubicBezTo>
                  <a:cubicBezTo>
                    <a:pt x="38931" y="48727"/>
                    <a:pt x="37082" y="49126"/>
                    <a:pt x="36420" y="50222"/>
                  </a:cubicBezTo>
                  <a:cubicBezTo>
                    <a:pt x="35713" y="51348"/>
                    <a:pt x="36259" y="52730"/>
                    <a:pt x="37384" y="53276"/>
                  </a:cubicBezTo>
                  <a:cubicBezTo>
                    <a:pt x="37779" y="53463"/>
                    <a:pt x="38219" y="53541"/>
                    <a:pt x="38669" y="53541"/>
                  </a:cubicBezTo>
                  <a:cubicBezTo>
                    <a:pt x="39538" y="53541"/>
                    <a:pt x="40446" y="53250"/>
                    <a:pt x="41145" y="52890"/>
                  </a:cubicBezTo>
                  <a:cubicBezTo>
                    <a:pt x="42334" y="52280"/>
                    <a:pt x="44134" y="50062"/>
                    <a:pt x="44359" y="49805"/>
                  </a:cubicBezTo>
                  <a:cubicBezTo>
                    <a:pt x="45195" y="50287"/>
                    <a:pt x="45999" y="50737"/>
                    <a:pt x="46770" y="51123"/>
                  </a:cubicBezTo>
                  <a:cubicBezTo>
                    <a:pt x="48827" y="52248"/>
                    <a:pt x="50628" y="53115"/>
                    <a:pt x="52042" y="53791"/>
                  </a:cubicBezTo>
                  <a:cubicBezTo>
                    <a:pt x="56542" y="57680"/>
                    <a:pt x="62939" y="58130"/>
                    <a:pt x="62939" y="58130"/>
                  </a:cubicBezTo>
                  <a:cubicBezTo>
                    <a:pt x="62939" y="58130"/>
                    <a:pt x="63260" y="50480"/>
                    <a:pt x="58760" y="45465"/>
                  </a:cubicBezTo>
                  <a:cubicBezTo>
                    <a:pt x="57153" y="43633"/>
                    <a:pt x="55096" y="42411"/>
                    <a:pt x="53167" y="41576"/>
                  </a:cubicBezTo>
                  <a:cubicBezTo>
                    <a:pt x="53296" y="41447"/>
                    <a:pt x="53392" y="41286"/>
                    <a:pt x="53488" y="41158"/>
                  </a:cubicBezTo>
                  <a:cubicBezTo>
                    <a:pt x="54163" y="40161"/>
                    <a:pt x="54742" y="38683"/>
                    <a:pt x="54292" y="37461"/>
                  </a:cubicBezTo>
                  <a:cubicBezTo>
                    <a:pt x="53975" y="36558"/>
                    <a:pt x="53138" y="35951"/>
                    <a:pt x="52247" y="35951"/>
                  </a:cubicBezTo>
                  <a:cubicBezTo>
                    <a:pt x="51965" y="35951"/>
                    <a:pt x="51677" y="36012"/>
                    <a:pt x="51399" y="36143"/>
                  </a:cubicBezTo>
                  <a:cubicBezTo>
                    <a:pt x="50145" y="36722"/>
                    <a:pt x="49535" y="38747"/>
                    <a:pt x="49406" y="40354"/>
                  </a:cubicBezTo>
                  <a:cubicBezTo>
                    <a:pt x="48892" y="40258"/>
                    <a:pt x="48442" y="40161"/>
                    <a:pt x="48056" y="40097"/>
                  </a:cubicBezTo>
                  <a:cubicBezTo>
                    <a:pt x="47895" y="39743"/>
                    <a:pt x="47735" y="39358"/>
                    <a:pt x="47574" y="38972"/>
                  </a:cubicBezTo>
                  <a:cubicBezTo>
                    <a:pt x="47381" y="38586"/>
                    <a:pt x="47252" y="38200"/>
                    <a:pt x="47092" y="37815"/>
                  </a:cubicBezTo>
                  <a:cubicBezTo>
                    <a:pt x="46899" y="37236"/>
                    <a:pt x="46674" y="36625"/>
                    <a:pt x="46481" y="36015"/>
                  </a:cubicBezTo>
                  <a:cubicBezTo>
                    <a:pt x="47220" y="35693"/>
                    <a:pt x="49342" y="34697"/>
                    <a:pt x="50113" y="33829"/>
                  </a:cubicBezTo>
                  <a:cubicBezTo>
                    <a:pt x="50917" y="32929"/>
                    <a:pt x="51720" y="31579"/>
                    <a:pt x="51463" y="30293"/>
                  </a:cubicBezTo>
                  <a:cubicBezTo>
                    <a:pt x="51274" y="29266"/>
                    <a:pt x="50404" y="28467"/>
                    <a:pt x="49387" y="28467"/>
                  </a:cubicBezTo>
                  <a:cubicBezTo>
                    <a:pt x="49194" y="28467"/>
                    <a:pt x="48995" y="28496"/>
                    <a:pt x="48795" y="28557"/>
                  </a:cubicBezTo>
                  <a:cubicBezTo>
                    <a:pt x="47060" y="29071"/>
                    <a:pt x="46031" y="32189"/>
                    <a:pt x="45999" y="33797"/>
                  </a:cubicBezTo>
                  <a:cubicBezTo>
                    <a:pt x="45999" y="33861"/>
                    <a:pt x="46031" y="34214"/>
                    <a:pt x="46063" y="34600"/>
                  </a:cubicBezTo>
                  <a:cubicBezTo>
                    <a:pt x="45870" y="34022"/>
                    <a:pt x="45709" y="33411"/>
                    <a:pt x="45549" y="32800"/>
                  </a:cubicBezTo>
                  <a:cubicBezTo>
                    <a:pt x="45099" y="31064"/>
                    <a:pt x="44681" y="29264"/>
                    <a:pt x="44295" y="27464"/>
                  </a:cubicBezTo>
                  <a:cubicBezTo>
                    <a:pt x="44199" y="27111"/>
                    <a:pt x="44102" y="26725"/>
                    <a:pt x="44006" y="26371"/>
                  </a:cubicBezTo>
                  <a:cubicBezTo>
                    <a:pt x="44617" y="26082"/>
                    <a:pt x="46931" y="25053"/>
                    <a:pt x="47767" y="24121"/>
                  </a:cubicBezTo>
                  <a:cubicBezTo>
                    <a:pt x="48570" y="23221"/>
                    <a:pt x="49342" y="21871"/>
                    <a:pt x="49117" y="20585"/>
                  </a:cubicBezTo>
                  <a:cubicBezTo>
                    <a:pt x="48926" y="19551"/>
                    <a:pt x="48044" y="18770"/>
                    <a:pt x="47017" y="18770"/>
                  </a:cubicBezTo>
                  <a:cubicBezTo>
                    <a:pt x="46831" y="18770"/>
                    <a:pt x="46641" y="18795"/>
                    <a:pt x="46449" y="18849"/>
                  </a:cubicBezTo>
                  <a:cubicBezTo>
                    <a:pt x="44681" y="19364"/>
                    <a:pt x="43652" y="22482"/>
                    <a:pt x="43620" y="24121"/>
                  </a:cubicBezTo>
                  <a:cubicBezTo>
                    <a:pt x="43620" y="24153"/>
                    <a:pt x="43652" y="24571"/>
                    <a:pt x="43717" y="25021"/>
                  </a:cubicBezTo>
                  <a:cubicBezTo>
                    <a:pt x="43459" y="24057"/>
                    <a:pt x="43234" y="23093"/>
                    <a:pt x="42945" y="22160"/>
                  </a:cubicBezTo>
                  <a:cubicBezTo>
                    <a:pt x="42463" y="20489"/>
                    <a:pt x="41916" y="18882"/>
                    <a:pt x="41241" y="17371"/>
                  </a:cubicBezTo>
                  <a:cubicBezTo>
                    <a:pt x="41434" y="17274"/>
                    <a:pt x="44167" y="16117"/>
                    <a:pt x="45099" y="15089"/>
                  </a:cubicBezTo>
                  <a:cubicBezTo>
                    <a:pt x="45902" y="14188"/>
                    <a:pt x="46674" y="12806"/>
                    <a:pt x="46449" y="11553"/>
                  </a:cubicBezTo>
                  <a:cubicBezTo>
                    <a:pt x="46260" y="10526"/>
                    <a:pt x="45367" y="9726"/>
                    <a:pt x="44342" y="9726"/>
                  </a:cubicBezTo>
                  <a:cubicBezTo>
                    <a:pt x="44148" y="9726"/>
                    <a:pt x="43949" y="9755"/>
                    <a:pt x="43749" y="9817"/>
                  </a:cubicBezTo>
                  <a:cubicBezTo>
                    <a:pt x="42013" y="10331"/>
                    <a:pt x="40984" y="13449"/>
                    <a:pt x="40952" y="15056"/>
                  </a:cubicBezTo>
                  <a:cubicBezTo>
                    <a:pt x="40952" y="15181"/>
                    <a:pt x="41074" y="16585"/>
                    <a:pt x="41140" y="17134"/>
                  </a:cubicBezTo>
                  <a:lnTo>
                    <a:pt x="41140" y="17134"/>
                  </a:lnTo>
                  <a:cubicBezTo>
                    <a:pt x="40401" y="15532"/>
                    <a:pt x="39536" y="14121"/>
                    <a:pt x="38638" y="12806"/>
                  </a:cubicBezTo>
                  <a:cubicBezTo>
                    <a:pt x="37738" y="11520"/>
                    <a:pt x="36773" y="10363"/>
                    <a:pt x="35873" y="9303"/>
                  </a:cubicBezTo>
                  <a:cubicBezTo>
                    <a:pt x="34973" y="8274"/>
                    <a:pt x="34073" y="7374"/>
                    <a:pt x="33302" y="6602"/>
                  </a:cubicBezTo>
                  <a:cubicBezTo>
                    <a:pt x="32852" y="6152"/>
                    <a:pt x="32466" y="5799"/>
                    <a:pt x="32080" y="5445"/>
                  </a:cubicBezTo>
                  <a:lnTo>
                    <a:pt x="32112" y="5445"/>
                  </a:lnTo>
                  <a:cubicBezTo>
                    <a:pt x="32145" y="5445"/>
                    <a:pt x="31277" y="3420"/>
                    <a:pt x="31180" y="3291"/>
                  </a:cubicBezTo>
                  <a:cubicBezTo>
                    <a:pt x="30439" y="1988"/>
                    <a:pt x="28360" y="1"/>
                    <a:pt x="26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248;p64">
              <a:extLst>
                <a:ext uri="{FF2B5EF4-FFF2-40B4-BE49-F238E27FC236}">
                  <a16:creationId xmlns:a16="http://schemas.microsoft.com/office/drawing/2014/main" id="{96883CD0-AE32-7BF6-3296-F578021D70B1}"/>
                </a:ext>
              </a:extLst>
            </p:cNvPr>
            <p:cNvSpPr/>
            <p:nvPr/>
          </p:nvSpPr>
          <p:spPr>
            <a:xfrm>
              <a:off x="3260300" y="1467650"/>
              <a:ext cx="425950" cy="439600"/>
            </a:xfrm>
            <a:custGeom>
              <a:avLst/>
              <a:gdLst/>
              <a:ahLst/>
              <a:cxnLst/>
              <a:rect l="l" t="t" r="r" b="b"/>
              <a:pathLst>
                <a:path w="17038" h="17584" extrusionOk="0">
                  <a:moveTo>
                    <a:pt x="16973" y="0"/>
                  </a:moveTo>
                  <a:cubicBezTo>
                    <a:pt x="16973" y="0"/>
                    <a:pt x="9355" y="225"/>
                    <a:pt x="4662" y="5079"/>
                  </a:cubicBezTo>
                  <a:cubicBezTo>
                    <a:pt x="1" y="9933"/>
                    <a:pt x="33" y="17583"/>
                    <a:pt x="33" y="17583"/>
                  </a:cubicBezTo>
                  <a:cubicBezTo>
                    <a:pt x="33" y="17583"/>
                    <a:pt x="7683" y="17358"/>
                    <a:pt x="12376" y="12504"/>
                  </a:cubicBezTo>
                  <a:cubicBezTo>
                    <a:pt x="17037" y="7651"/>
                    <a:pt x="16973" y="0"/>
                    <a:pt x="169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249;p64">
              <a:extLst>
                <a:ext uri="{FF2B5EF4-FFF2-40B4-BE49-F238E27FC236}">
                  <a16:creationId xmlns:a16="http://schemas.microsoft.com/office/drawing/2014/main" id="{8F0B0E05-D26A-F386-25E8-42CAEBF579C4}"/>
                </a:ext>
              </a:extLst>
            </p:cNvPr>
            <p:cNvSpPr/>
            <p:nvPr/>
          </p:nvSpPr>
          <p:spPr>
            <a:xfrm>
              <a:off x="2417325" y="520175"/>
              <a:ext cx="120550" cy="207350"/>
            </a:xfrm>
            <a:custGeom>
              <a:avLst/>
              <a:gdLst/>
              <a:ahLst/>
              <a:cxnLst/>
              <a:rect l="l" t="t" r="r" b="b"/>
              <a:pathLst>
                <a:path w="4822" h="8294" extrusionOk="0">
                  <a:moveTo>
                    <a:pt x="2572" y="1"/>
                  </a:moveTo>
                  <a:cubicBezTo>
                    <a:pt x="2218" y="1"/>
                    <a:pt x="1833" y="97"/>
                    <a:pt x="1511" y="290"/>
                  </a:cubicBezTo>
                  <a:cubicBezTo>
                    <a:pt x="418" y="965"/>
                    <a:pt x="0" y="2829"/>
                    <a:pt x="0" y="4405"/>
                  </a:cubicBezTo>
                  <a:cubicBezTo>
                    <a:pt x="0" y="5047"/>
                    <a:pt x="65" y="5658"/>
                    <a:pt x="193" y="6108"/>
                  </a:cubicBezTo>
                  <a:cubicBezTo>
                    <a:pt x="225" y="6237"/>
                    <a:pt x="997" y="8294"/>
                    <a:pt x="1029" y="8294"/>
                  </a:cubicBezTo>
                  <a:cubicBezTo>
                    <a:pt x="1029" y="8294"/>
                    <a:pt x="3536" y="6301"/>
                    <a:pt x="4179" y="5047"/>
                  </a:cubicBezTo>
                  <a:cubicBezTo>
                    <a:pt x="4533" y="4340"/>
                    <a:pt x="4822" y="3408"/>
                    <a:pt x="4822" y="2572"/>
                  </a:cubicBezTo>
                  <a:cubicBezTo>
                    <a:pt x="4822" y="2122"/>
                    <a:pt x="4758" y="1672"/>
                    <a:pt x="4565" y="1287"/>
                  </a:cubicBezTo>
                  <a:cubicBezTo>
                    <a:pt x="4179" y="483"/>
                    <a:pt x="3375" y="1"/>
                    <a:pt x="25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250;p64">
              <a:extLst>
                <a:ext uri="{FF2B5EF4-FFF2-40B4-BE49-F238E27FC236}">
                  <a16:creationId xmlns:a16="http://schemas.microsoft.com/office/drawing/2014/main" id="{051BF2BD-0A05-7940-E166-B1AE4CF5F137}"/>
                </a:ext>
              </a:extLst>
            </p:cNvPr>
            <p:cNvSpPr/>
            <p:nvPr/>
          </p:nvSpPr>
          <p:spPr>
            <a:xfrm>
              <a:off x="1806575" y="970200"/>
              <a:ext cx="126200" cy="203350"/>
            </a:xfrm>
            <a:custGeom>
              <a:avLst/>
              <a:gdLst/>
              <a:ahLst/>
              <a:cxnLst/>
              <a:rect l="l" t="t" r="r" b="b"/>
              <a:pathLst>
                <a:path w="5048" h="8134" extrusionOk="0">
                  <a:moveTo>
                    <a:pt x="2090" y="1"/>
                  </a:moveTo>
                  <a:cubicBezTo>
                    <a:pt x="1286" y="1"/>
                    <a:pt x="547" y="419"/>
                    <a:pt x="193" y="1190"/>
                  </a:cubicBezTo>
                  <a:cubicBezTo>
                    <a:pt x="33" y="1479"/>
                    <a:pt x="1" y="1801"/>
                    <a:pt x="1" y="2154"/>
                  </a:cubicBezTo>
                  <a:cubicBezTo>
                    <a:pt x="1" y="3794"/>
                    <a:pt x="1286" y="5851"/>
                    <a:pt x="2283" y="6783"/>
                  </a:cubicBezTo>
                  <a:cubicBezTo>
                    <a:pt x="2379" y="6880"/>
                    <a:pt x="4147" y="8133"/>
                    <a:pt x="4179" y="8133"/>
                  </a:cubicBezTo>
                  <a:cubicBezTo>
                    <a:pt x="4179" y="8133"/>
                    <a:pt x="5047" y="5529"/>
                    <a:pt x="5047" y="4019"/>
                  </a:cubicBezTo>
                  <a:cubicBezTo>
                    <a:pt x="5047" y="3922"/>
                    <a:pt x="5047" y="3794"/>
                    <a:pt x="5015" y="3697"/>
                  </a:cubicBezTo>
                  <a:cubicBezTo>
                    <a:pt x="4887" y="2476"/>
                    <a:pt x="4372" y="997"/>
                    <a:pt x="3247" y="322"/>
                  </a:cubicBezTo>
                  <a:cubicBezTo>
                    <a:pt x="2894" y="129"/>
                    <a:pt x="2476" y="1"/>
                    <a:pt x="20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251;p64">
              <a:extLst>
                <a:ext uri="{FF2B5EF4-FFF2-40B4-BE49-F238E27FC236}">
                  <a16:creationId xmlns:a16="http://schemas.microsoft.com/office/drawing/2014/main" id="{EE50C3B2-B911-263A-768B-7FEEAD036D00}"/>
                </a:ext>
              </a:extLst>
            </p:cNvPr>
            <p:cNvSpPr/>
            <p:nvPr/>
          </p:nvSpPr>
          <p:spPr>
            <a:xfrm>
              <a:off x="2948500" y="802250"/>
              <a:ext cx="460500" cy="1052750"/>
            </a:xfrm>
            <a:custGeom>
              <a:avLst/>
              <a:gdLst/>
              <a:ahLst/>
              <a:cxnLst/>
              <a:rect l="l" t="t" r="r" b="b"/>
              <a:pathLst>
                <a:path w="18420" h="42110" extrusionOk="0">
                  <a:moveTo>
                    <a:pt x="9130" y="0"/>
                  </a:moveTo>
                  <a:cubicBezTo>
                    <a:pt x="9130" y="0"/>
                    <a:pt x="1" y="9419"/>
                    <a:pt x="1" y="20991"/>
                  </a:cubicBezTo>
                  <a:cubicBezTo>
                    <a:pt x="1" y="21023"/>
                    <a:pt x="1" y="21055"/>
                    <a:pt x="1" y="21087"/>
                  </a:cubicBezTo>
                  <a:cubicBezTo>
                    <a:pt x="33" y="32724"/>
                    <a:pt x="9290" y="42110"/>
                    <a:pt x="9290" y="42110"/>
                  </a:cubicBezTo>
                  <a:cubicBezTo>
                    <a:pt x="9290" y="42110"/>
                    <a:pt x="18419" y="32724"/>
                    <a:pt x="18419" y="21119"/>
                  </a:cubicBezTo>
                  <a:cubicBezTo>
                    <a:pt x="18419" y="21087"/>
                    <a:pt x="18419" y="21055"/>
                    <a:pt x="18419" y="21023"/>
                  </a:cubicBezTo>
                  <a:cubicBezTo>
                    <a:pt x="18387" y="9387"/>
                    <a:pt x="9130" y="0"/>
                    <a:pt x="91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252;p64">
              <a:extLst>
                <a:ext uri="{FF2B5EF4-FFF2-40B4-BE49-F238E27FC236}">
                  <a16:creationId xmlns:a16="http://schemas.microsoft.com/office/drawing/2014/main" id="{6621578F-00A8-E72C-B066-32F6D5DCD95D}"/>
                </a:ext>
              </a:extLst>
            </p:cNvPr>
            <p:cNvSpPr/>
            <p:nvPr/>
          </p:nvSpPr>
          <p:spPr>
            <a:xfrm>
              <a:off x="1529325" y="463925"/>
              <a:ext cx="1564650" cy="1453775"/>
            </a:xfrm>
            <a:custGeom>
              <a:avLst/>
              <a:gdLst/>
              <a:ahLst/>
              <a:cxnLst/>
              <a:rect l="l" t="t" r="r" b="b"/>
              <a:pathLst>
                <a:path w="62586" h="58151" extrusionOk="0">
                  <a:moveTo>
                    <a:pt x="46771" y="44778"/>
                  </a:moveTo>
                  <a:cubicBezTo>
                    <a:pt x="47189" y="46899"/>
                    <a:pt x="48024" y="49342"/>
                    <a:pt x="49567" y="51496"/>
                  </a:cubicBezTo>
                  <a:cubicBezTo>
                    <a:pt x="48764" y="51110"/>
                    <a:pt x="47864" y="50692"/>
                    <a:pt x="46932" y="50210"/>
                  </a:cubicBezTo>
                  <a:cubicBezTo>
                    <a:pt x="46224" y="49857"/>
                    <a:pt x="45485" y="49471"/>
                    <a:pt x="44714" y="49053"/>
                  </a:cubicBezTo>
                  <a:cubicBezTo>
                    <a:pt x="44842" y="48732"/>
                    <a:pt x="45935" y="46321"/>
                    <a:pt x="46032" y="44939"/>
                  </a:cubicBezTo>
                  <a:cubicBezTo>
                    <a:pt x="46257" y="44906"/>
                    <a:pt x="46514" y="44842"/>
                    <a:pt x="46771" y="44778"/>
                  </a:cubicBezTo>
                  <a:close/>
                  <a:moveTo>
                    <a:pt x="26263" y="1"/>
                  </a:moveTo>
                  <a:cubicBezTo>
                    <a:pt x="26134" y="1"/>
                    <a:pt x="26006" y="33"/>
                    <a:pt x="25845" y="65"/>
                  </a:cubicBezTo>
                  <a:cubicBezTo>
                    <a:pt x="24816" y="290"/>
                    <a:pt x="24238" y="1190"/>
                    <a:pt x="24238" y="2154"/>
                  </a:cubicBezTo>
                  <a:cubicBezTo>
                    <a:pt x="24238" y="2379"/>
                    <a:pt x="24270" y="2636"/>
                    <a:pt x="24334" y="2861"/>
                  </a:cubicBezTo>
                  <a:cubicBezTo>
                    <a:pt x="24752" y="4083"/>
                    <a:pt x="26102" y="4919"/>
                    <a:pt x="27227" y="5304"/>
                  </a:cubicBezTo>
                  <a:cubicBezTo>
                    <a:pt x="27806" y="5497"/>
                    <a:pt x="28674" y="5562"/>
                    <a:pt x="29509" y="5562"/>
                  </a:cubicBezTo>
                  <a:cubicBezTo>
                    <a:pt x="30409" y="5562"/>
                    <a:pt x="31277" y="5497"/>
                    <a:pt x="31599" y="5465"/>
                  </a:cubicBezTo>
                  <a:cubicBezTo>
                    <a:pt x="32017" y="5851"/>
                    <a:pt x="32402" y="6237"/>
                    <a:pt x="32852" y="6687"/>
                  </a:cubicBezTo>
                  <a:cubicBezTo>
                    <a:pt x="33624" y="7490"/>
                    <a:pt x="34492" y="8422"/>
                    <a:pt x="35392" y="9483"/>
                  </a:cubicBezTo>
                  <a:cubicBezTo>
                    <a:pt x="35617" y="9740"/>
                    <a:pt x="35842" y="10062"/>
                    <a:pt x="36099" y="10351"/>
                  </a:cubicBezTo>
                  <a:cubicBezTo>
                    <a:pt x="35585" y="9933"/>
                    <a:pt x="34877" y="9387"/>
                    <a:pt x="34813" y="9323"/>
                  </a:cubicBezTo>
                  <a:cubicBezTo>
                    <a:pt x="33913" y="8744"/>
                    <a:pt x="32242" y="8197"/>
                    <a:pt x="30795" y="8197"/>
                  </a:cubicBezTo>
                  <a:cubicBezTo>
                    <a:pt x="30056" y="8197"/>
                    <a:pt x="29381" y="8326"/>
                    <a:pt x="28899" y="8744"/>
                  </a:cubicBezTo>
                  <a:cubicBezTo>
                    <a:pt x="28384" y="9162"/>
                    <a:pt x="28159" y="9708"/>
                    <a:pt x="28159" y="10287"/>
                  </a:cubicBezTo>
                  <a:cubicBezTo>
                    <a:pt x="28159" y="10898"/>
                    <a:pt x="28384" y="11508"/>
                    <a:pt x="28834" y="11926"/>
                  </a:cubicBezTo>
                  <a:cubicBezTo>
                    <a:pt x="29541" y="12601"/>
                    <a:pt x="30570" y="12826"/>
                    <a:pt x="31567" y="12826"/>
                  </a:cubicBezTo>
                  <a:cubicBezTo>
                    <a:pt x="31920" y="12826"/>
                    <a:pt x="32242" y="12826"/>
                    <a:pt x="32531" y="12762"/>
                  </a:cubicBezTo>
                  <a:cubicBezTo>
                    <a:pt x="33784" y="12601"/>
                    <a:pt x="36035" y="11187"/>
                    <a:pt x="36517" y="10865"/>
                  </a:cubicBezTo>
                  <a:cubicBezTo>
                    <a:pt x="37031" y="11540"/>
                    <a:pt x="37545" y="12248"/>
                    <a:pt x="38028" y="13019"/>
                  </a:cubicBezTo>
                  <a:cubicBezTo>
                    <a:pt x="38895" y="14305"/>
                    <a:pt x="39731" y="15751"/>
                    <a:pt x="40406" y="17326"/>
                  </a:cubicBezTo>
                  <a:cubicBezTo>
                    <a:pt x="40438" y="17391"/>
                    <a:pt x="40471" y="17487"/>
                    <a:pt x="40503" y="17584"/>
                  </a:cubicBezTo>
                  <a:cubicBezTo>
                    <a:pt x="40310" y="17326"/>
                    <a:pt x="39024" y="16041"/>
                    <a:pt x="38928" y="15976"/>
                  </a:cubicBezTo>
                  <a:cubicBezTo>
                    <a:pt x="37995" y="15205"/>
                    <a:pt x="36099" y="14369"/>
                    <a:pt x="34556" y="14369"/>
                  </a:cubicBezTo>
                  <a:cubicBezTo>
                    <a:pt x="34010" y="14369"/>
                    <a:pt x="33495" y="14466"/>
                    <a:pt x="33109" y="14723"/>
                  </a:cubicBezTo>
                  <a:cubicBezTo>
                    <a:pt x="32499" y="15141"/>
                    <a:pt x="32177" y="15784"/>
                    <a:pt x="32177" y="16459"/>
                  </a:cubicBezTo>
                  <a:cubicBezTo>
                    <a:pt x="32177" y="16973"/>
                    <a:pt x="32370" y="17487"/>
                    <a:pt x="32724" y="17905"/>
                  </a:cubicBezTo>
                  <a:cubicBezTo>
                    <a:pt x="33463" y="18837"/>
                    <a:pt x="34877" y="19159"/>
                    <a:pt x="36035" y="19159"/>
                  </a:cubicBezTo>
                  <a:cubicBezTo>
                    <a:pt x="36131" y="19159"/>
                    <a:pt x="36227" y="19159"/>
                    <a:pt x="36292" y="19127"/>
                  </a:cubicBezTo>
                  <a:cubicBezTo>
                    <a:pt x="37674" y="19094"/>
                    <a:pt x="40438" y="17712"/>
                    <a:pt x="40535" y="17648"/>
                  </a:cubicBezTo>
                  <a:cubicBezTo>
                    <a:pt x="41146" y="19127"/>
                    <a:pt x="41660" y="20702"/>
                    <a:pt x="42078" y="22309"/>
                  </a:cubicBezTo>
                  <a:cubicBezTo>
                    <a:pt x="42399" y="23498"/>
                    <a:pt x="42688" y="24688"/>
                    <a:pt x="42946" y="25877"/>
                  </a:cubicBezTo>
                  <a:cubicBezTo>
                    <a:pt x="42656" y="25555"/>
                    <a:pt x="41467" y="24366"/>
                    <a:pt x="41371" y="24302"/>
                  </a:cubicBezTo>
                  <a:cubicBezTo>
                    <a:pt x="40438" y="23563"/>
                    <a:pt x="38542" y="22695"/>
                    <a:pt x="36999" y="22695"/>
                  </a:cubicBezTo>
                  <a:cubicBezTo>
                    <a:pt x="36452" y="22695"/>
                    <a:pt x="35938" y="22791"/>
                    <a:pt x="35552" y="23048"/>
                  </a:cubicBezTo>
                  <a:cubicBezTo>
                    <a:pt x="34942" y="23466"/>
                    <a:pt x="34620" y="24109"/>
                    <a:pt x="34620" y="24784"/>
                  </a:cubicBezTo>
                  <a:cubicBezTo>
                    <a:pt x="34620" y="25298"/>
                    <a:pt x="34813" y="25813"/>
                    <a:pt x="35167" y="26231"/>
                  </a:cubicBezTo>
                  <a:cubicBezTo>
                    <a:pt x="35906" y="27163"/>
                    <a:pt x="37320" y="27484"/>
                    <a:pt x="38478" y="27484"/>
                  </a:cubicBezTo>
                  <a:lnTo>
                    <a:pt x="38735" y="27484"/>
                  </a:lnTo>
                  <a:cubicBezTo>
                    <a:pt x="40085" y="27420"/>
                    <a:pt x="42721" y="26102"/>
                    <a:pt x="42946" y="26006"/>
                  </a:cubicBezTo>
                  <a:cubicBezTo>
                    <a:pt x="43074" y="26552"/>
                    <a:pt x="43203" y="27098"/>
                    <a:pt x="43299" y="27645"/>
                  </a:cubicBezTo>
                  <a:cubicBezTo>
                    <a:pt x="43685" y="29445"/>
                    <a:pt x="44039" y="31245"/>
                    <a:pt x="44456" y="33013"/>
                  </a:cubicBezTo>
                  <a:cubicBezTo>
                    <a:pt x="44585" y="33624"/>
                    <a:pt x="44746" y="34202"/>
                    <a:pt x="44939" y="34813"/>
                  </a:cubicBezTo>
                  <a:cubicBezTo>
                    <a:pt x="44489" y="34363"/>
                    <a:pt x="43653" y="33527"/>
                    <a:pt x="43589" y="33463"/>
                  </a:cubicBezTo>
                  <a:cubicBezTo>
                    <a:pt x="42656" y="32692"/>
                    <a:pt x="40728" y="31856"/>
                    <a:pt x="39217" y="31856"/>
                  </a:cubicBezTo>
                  <a:cubicBezTo>
                    <a:pt x="38638" y="31856"/>
                    <a:pt x="38156" y="31952"/>
                    <a:pt x="37738" y="32209"/>
                  </a:cubicBezTo>
                  <a:cubicBezTo>
                    <a:pt x="37128" y="32627"/>
                    <a:pt x="36838" y="33270"/>
                    <a:pt x="36838" y="33945"/>
                  </a:cubicBezTo>
                  <a:cubicBezTo>
                    <a:pt x="36838" y="34460"/>
                    <a:pt x="36999" y="34974"/>
                    <a:pt x="37353" y="35392"/>
                  </a:cubicBezTo>
                  <a:cubicBezTo>
                    <a:pt x="38124" y="36324"/>
                    <a:pt x="39538" y="36645"/>
                    <a:pt x="40696" y="36645"/>
                  </a:cubicBezTo>
                  <a:cubicBezTo>
                    <a:pt x="40792" y="36645"/>
                    <a:pt x="40856" y="36613"/>
                    <a:pt x="40953" y="36613"/>
                  </a:cubicBezTo>
                  <a:cubicBezTo>
                    <a:pt x="42142" y="36581"/>
                    <a:pt x="44392" y="35520"/>
                    <a:pt x="45035" y="35199"/>
                  </a:cubicBezTo>
                  <a:cubicBezTo>
                    <a:pt x="45292" y="36195"/>
                    <a:pt x="45614" y="37192"/>
                    <a:pt x="45935" y="38156"/>
                  </a:cubicBezTo>
                  <a:cubicBezTo>
                    <a:pt x="46096" y="38542"/>
                    <a:pt x="46224" y="38992"/>
                    <a:pt x="46385" y="39378"/>
                  </a:cubicBezTo>
                  <a:cubicBezTo>
                    <a:pt x="46482" y="39570"/>
                    <a:pt x="46546" y="39763"/>
                    <a:pt x="46642" y="39956"/>
                  </a:cubicBezTo>
                  <a:cubicBezTo>
                    <a:pt x="46417" y="39956"/>
                    <a:pt x="46289" y="39924"/>
                    <a:pt x="46289" y="39924"/>
                  </a:cubicBezTo>
                  <a:cubicBezTo>
                    <a:pt x="46289" y="39924"/>
                    <a:pt x="46289" y="40053"/>
                    <a:pt x="46289" y="40278"/>
                  </a:cubicBezTo>
                  <a:cubicBezTo>
                    <a:pt x="46289" y="40535"/>
                    <a:pt x="46289" y="40953"/>
                    <a:pt x="46321" y="41435"/>
                  </a:cubicBezTo>
                  <a:cubicBezTo>
                    <a:pt x="45292" y="40696"/>
                    <a:pt x="43910" y="40053"/>
                    <a:pt x="42785" y="40053"/>
                  </a:cubicBezTo>
                  <a:cubicBezTo>
                    <a:pt x="42431" y="40053"/>
                    <a:pt x="42110" y="40117"/>
                    <a:pt x="41821" y="40246"/>
                  </a:cubicBezTo>
                  <a:cubicBezTo>
                    <a:pt x="41017" y="40599"/>
                    <a:pt x="40631" y="41338"/>
                    <a:pt x="40631" y="42142"/>
                  </a:cubicBezTo>
                  <a:cubicBezTo>
                    <a:pt x="40631" y="42528"/>
                    <a:pt x="40728" y="42946"/>
                    <a:pt x="40953" y="43331"/>
                  </a:cubicBezTo>
                  <a:cubicBezTo>
                    <a:pt x="41017" y="43460"/>
                    <a:pt x="41113" y="43589"/>
                    <a:pt x="41242" y="43717"/>
                  </a:cubicBezTo>
                  <a:cubicBezTo>
                    <a:pt x="41435" y="45131"/>
                    <a:pt x="42238" y="46739"/>
                    <a:pt x="42946" y="47542"/>
                  </a:cubicBezTo>
                  <a:cubicBezTo>
                    <a:pt x="43010" y="47639"/>
                    <a:pt x="43942" y="48475"/>
                    <a:pt x="44392" y="48892"/>
                  </a:cubicBezTo>
                  <a:cubicBezTo>
                    <a:pt x="43942" y="48635"/>
                    <a:pt x="43492" y="48378"/>
                    <a:pt x="43010" y="48121"/>
                  </a:cubicBezTo>
                  <a:cubicBezTo>
                    <a:pt x="42335" y="47735"/>
                    <a:pt x="41628" y="47317"/>
                    <a:pt x="40953" y="46932"/>
                  </a:cubicBezTo>
                  <a:cubicBezTo>
                    <a:pt x="40599" y="46707"/>
                    <a:pt x="40246" y="46482"/>
                    <a:pt x="39892" y="46257"/>
                  </a:cubicBezTo>
                  <a:cubicBezTo>
                    <a:pt x="39506" y="46032"/>
                    <a:pt x="39185" y="45774"/>
                    <a:pt x="38863" y="45517"/>
                  </a:cubicBezTo>
                  <a:cubicBezTo>
                    <a:pt x="38349" y="45164"/>
                    <a:pt x="37835" y="44746"/>
                    <a:pt x="37353" y="44360"/>
                  </a:cubicBezTo>
                  <a:cubicBezTo>
                    <a:pt x="37770" y="43685"/>
                    <a:pt x="38992" y="41692"/>
                    <a:pt x="39153" y="40535"/>
                  </a:cubicBezTo>
                  <a:cubicBezTo>
                    <a:pt x="39217" y="40213"/>
                    <a:pt x="39249" y="39892"/>
                    <a:pt x="39249" y="39538"/>
                  </a:cubicBezTo>
                  <a:cubicBezTo>
                    <a:pt x="39249" y="38574"/>
                    <a:pt x="39024" y="37513"/>
                    <a:pt x="38349" y="36838"/>
                  </a:cubicBezTo>
                  <a:cubicBezTo>
                    <a:pt x="37899" y="36388"/>
                    <a:pt x="37288" y="36131"/>
                    <a:pt x="36710" y="36131"/>
                  </a:cubicBezTo>
                  <a:cubicBezTo>
                    <a:pt x="36131" y="36131"/>
                    <a:pt x="35552" y="36388"/>
                    <a:pt x="35135" y="36870"/>
                  </a:cubicBezTo>
                  <a:cubicBezTo>
                    <a:pt x="34749" y="37353"/>
                    <a:pt x="34588" y="38060"/>
                    <a:pt x="34588" y="38799"/>
                  </a:cubicBezTo>
                  <a:cubicBezTo>
                    <a:pt x="34588" y="40246"/>
                    <a:pt x="35135" y="41885"/>
                    <a:pt x="35713" y="42785"/>
                  </a:cubicBezTo>
                  <a:cubicBezTo>
                    <a:pt x="35745" y="42849"/>
                    <a:pt x="35938" y="43106"/>
                    <a:pt x="36195" y="43428"/>
                  </a:cubicBezTo>
                  <a:cubicBezTo>
                    <a:pt x="35745" y="43042"/>
                    <a:pt x="35263" y="42624"/>
                    <a:pt x="34781" y="42206"/>
                  </a:cubicBezTo>
                  <a:cubicBezTo>
                    <a:pt x="33431" y="40985"/>
                    <a:pt x="32113" y="39731"/>
                    <a:pt x="30795" y="38445"/>
                  </a:cubicBezTo>
                  <a:cubicBezTo>
                    <a:pt x="30506" y="38188"/>
                    <a:pt x="30249" y="37931"/>
                    <a:pt x="29959" y="37674"/>
                  </a:cubicBezTo>
                  <a:cubicBezTo>
                    <a:pt x="30313" y="37095"/>
                    <a:pt x="31663" y="34974"/>
                    <a:pt x="31856" y="33752"/>
                  </a:cubicBezTo>
                  <a:cubicBezTo>
                    <a:pt x="31888" y="33431"/>
                    <a:pt x="31920" y="33109"/>
                    <a:pt x="31920" y="32756"/>
                  </a:cubicBezTo>
                  <a:cubicBezTo>
                    <a:pt x="31920" y="31759"/>
                    <a:pt x="31695" y="30731"/>
                    <a:pt x="31020" y="30056"/>
                  </a:cubicBezTo>
                  <a:cubicBezTo>
                    <a:pt x="30570" y="29606"/>
                    <a:pt x="29991" y="29349"/>
                    <a:pt x="29381" y="29349"/>
                  </a:cubicBezTo>
                  <a:cubicBezTo>
                    <a:pt x="28802" y="29349"/>
                    <a:pt x="28256" y="29574"/>
                    <a:pt x="27838" y="30088"/>
                  </a:cubicBezTo>
                  <a:cubicBezTo>
                    <a:pt x="27420" y="30570"/>
                    <a:pt x="27259" y="31245"/>
                    <a:pt x="27259" y="32017"/>
                  </a:cubicBezTo>
                  <a:cubicBezTo>
                    <a:pt x="27259" y="33463"/>
                    <a:pt x="27838" y="35102"/>
                    <a:pt x="28384" y="36002"/>
                  </a:cubicBezTo>
                  <a:cubicBezTo>
                    <a:pt x="28416" y="36067"/>
                    <a:pt x="28674" y="36388"/>
                    <a:pt x="28963" y="36742"/>
                  </a:cubicBezTo>
                  <a:cubicBezTo>
                    <a:pt x="28224" y="36067"/>
                    <a:pt x="27484" y="35392"/>
                    <a:pt x="26745" y="34749"/>
                  </a:cubicBezTo>
                  <a:cubicBezTo>
                    <a:pt x="25427" y="33624"/>
                    <a:pt x="24077" y="32595"/>
                    <a:pt x="22663" y="31695"/>
                  </a:cubicBezTo>
                  <a:cubicBezTo>
                    <a:pt x="22791" y="31502"/>
                    <a:pt x="24430" y="29027"/>
                    <a:pt x="24623" y="27677"/>
                  </a:cubicBezTo>
                  <a:cubicBezTo>
                    <a:pt x="24688" y="27356"/>
                    <a:pt x="24720" y="27034"/>
                    <a:pt x="24720" y="26681"/>
                  </a:cubicBezTo>
                  <a:cubicBezTo>
                    <a:pt x="24720" y="25716"/>
                    <a:pt x="24463" y="24655"/>
                    <a:pt x="23820" y="23980"/>
                  </a:cubicBezTo>
                  <a:cubicBezTo>
                    <a:pt x="23370" y="23530"/>
                    <a:pt x="22759" y="23273"/>
                    <a:pt x="22180" y="23273"/>
                  </a:cubicBezTo>
                  <a:cubicBezTo>
                    <a:pt x="21602" y="23273"/>
                    <a:pt x="21023" y="23498"/>
                    <a:pt x="20605" y="24013"/>
                  </a:cubicBezTo>
                  <a:cubicBezTo>
                    <a:pt x="20220" y="24495"/>
                    <a:pt x="20059" y="25202"/>
                    <a:pt x="20059" y="25941"/>
                  </a:cubicBezTo>
                  <a:cubicBezTo>
                    <a:pt x="20059" y="27388"/>
                    <a:pt x="20605" y="29027"/>
                    <a:pt x="21184" y="29927"/>
                  </a:cubicBezTo>
                  <a:cubicBezTo>
                    <a:pt x="21248" y="30024"/>
                    <a:pt x="22180" y="31181"/>
                    <a:pt x="22502" y="31599"/>
                  </a:cubicBezTo>
                  <a:lnTo>
                    <a:pt x="22470" y="31567"/>
                  </a:lnTo>
                  <a:cubicBezTo>
                    <a:pt x="20991" y="30634"/>
                    <a:pt x="19480" y="29927"/>
                    <a:pt x="18002" y="29349"/>
                  </a:cubicBezTo>
                  <a:cubicBezTo>
                    <a:pt x="16523" y="28738"/>
                    <a:pt x="15109" y="28320"/>
                    <a:pt x="13759" y="27934"/>
                  </a:cubicBezTo>
                  <a:cubicBezTo>
                    <a:pt x="12441" y="27581"/>
                    <a:pt x="11219" y="27323"/>
                    <a:pt x="10094" y="27098"/>
                  </a:cubicBezTo>
                  <a:cubicBezTo>
                    <a:pt x="9515" y="26970"/>
                    <a:pt x="8969" y="26906"/>
                    <a:pt x="8455" y="26809"/>
                  </a:cubicBezTo>
                  <a:lnTo>
                    <a:pt x="8487" y="26777"/>
                  </a:lnTo>
                  <a:cubicBezTo>
                    <a:pt x="8487" y="26745"/>
                    <a:pt x="6655" y="25555"/>
                    <a:pt x="6526" y="25491"/>
                  </a:cubicBezTo>
                  <a:cubicBezTo>
                    <a:pt x="5722" y="25105"/>
                    <a:pt x="4340" y="24752"/>
                    <a:pt x="3087" y="24752"/>
                  </a:cubicBezTo>
                  <a:cubicBezTo>
                    <a:pt x="2090" y="24752"/>
                    <a:pt x="1126" y="24977"/>
                    <a:pt x="579" y="25523"/>
                  </a:cubicBezTo>
                  <a:cubicBezTo>
                    <a:pt x="194" y="25941"/>
                    <a:pt x="1" y="26456"/>
                    <a:pt x="1" y="26938"/>
                  </a:cubicBezTo>
                  <a:cubicBezTo>
                    <a:pt x="1" y="27613"/>
                    <a:pt x="322" y="28288"/>
                    <a:pt x="869" y="28738"/>
                  </a:cubicBezTo>
                  <a:cubicBezTo>
                    <a:pt x="1479" y="29188"/>
                    <a:pt x="2251" y="29381"/>
                    <a:pt x="3054" y="29381"/>
                  </a:cubicBezTo>
                  <a:cubicBezTo>
                    <a:pt x="3601" y="29381"/>
                    <a:pt x="4147" y="29284"/>
                    <a:pt x="4630" y="29156"/>
                  </a:cubicBezTo>
                  <a:cubicBezTo>
                    <a:pt x="5851" y="28866"/>
                    <a:pt x="7876" y="27259"/>
                    <a:pt x="8358" y="26873"/>
                  </a:cubicBezTo>
                  <a:cubicBezTo>
                    <a:pt x="8905" y="26970"/>
                    <a:pt x="9451" y="27066"/>
                    <a:pt x="10094" y="27227"/>
                  </a:cubicBezTo>
                  <a:cubicBezTo>
                    <a:pt x="11187" y="27452"/>
                    <a:pt x="12408" y="27741"/>
                    <a:pt x="13726" y="28127"/>
                  </a:cubicBezTo>
                  <a:cubicBezTo>
                    <a:pt x="14080" y="28256"/>
                    <a:pt x="14434" y="28384"/>
                    <a:pt x="14819" y="28481"/>
                  </a:cubicBezTo>
                  <a:cubicBezTo>
                    <a:pt x="14144" y="28416"/>
                    <a:pt x="13276" y="28320"/>
                    <a:pt x="13180" y="28320"/>
                  </a:cubicBezTo>
                  <a:lnTo>
                    <a:pt x="13148" y="28320"/>
                  </a:lnTo>
                  <a:cubicBezTo>
                    <a:pt x="11541" y="28352"/>
                    <a:pt x="8423" y="29381"/>
                    <a:pt x="7908" y="31116"/>
                  </a:cubicBezTo>
                  <a:cubicBezTo>
                    <a:pt x="7844" y="31309"/>
                    <a:pt x="7812" y="31502"/>
                    <a:pt x="7812" y="31695"/>
                  </a:cubicBezTo>
                  <a:cubicBezTo>
                    <a:pt x="7812" y="32724"/>
                    <a:pt x="8583" y="33592"/>
                    <a:pt x="9644" y="33817"/>
                  </a:cubicBezTo>
                  <a:cubicBezTo>
                    <a:pt x="9805" y="33817"/>
                    <a:pt x="9966" y="33849"/>
                    <a:pt x="10126" y="33849"/>
                  </a:cubicBezTo>
                  <a:cubicBezTo>
                    <a:pt x="11219" y="33849"/>
                    <a:pt x="12376" y="33174"/>
                    <a:pt x="13180" y="32467"/>
                  </a:cubicBezTo>
                  <a:cubicBezTo>
                    <a:pt x="14112" y="31599"/>
                    <a:pt x="15205" y="29220"/>
                    <a:pt x="15430" y="28674"/>
                  </a:cubicBezTo>
                  <a:cubicBezTo>
                    <a:pt x="16234" y="28963"/>
                    <a:pt x="17069" y="29252"/>
                    <a:pt x="17905" y="29606"/>
                  </a:cubicBezTo>
                  <a:cubicBezTo>
                    <a:pt x="19320" y="30249"/>
                    <a:pt x="20830" y="30956"/>
                    <a:pt x="22245" y="31920"/>
                  </a:cubicBezTo>
                  <a:cubicBezTo>
                    <a:pt x="22341" y="31952"/>
                    <a:pt x="22405" y="32017"/>
                    <a:pt x="22470" y="32081"/>
                  </a:cubicBezTo>
                  <a:cubicBezTo>
                    <a:pt x="22148" y="31984"/>
                    <a:pt x="20380" y="31599"/>
                    <a:pt x="20252" y="31599"/>
                  </a:cubicBezTo>
                  <a:cubicBezTo>
                    <a:pt x="20123" y="31599"/>
                    <a:pt x="19962" y="31567"/>
                    <a:pt x="19770" y="31567"/>
                  </a:cubicBezTo>
                  <a:cubicBezTo>
                    <a:pt x="18098" y="31567"/>
                    <a:pt x="15366" y="32274"/>
                    <a:pt x="14723" y="33784"/>
                  </a:cubicBezTo>
                  <a:cubicBezTo>
                    <a:pt x="14594" y="34042"/>
                    <a:pt x="14562" y="34331"/>
                    <a:pt x="14562" y="34588"/>
                  </a:cubicBezTo>
                  <a:cubicBezTo>
                    <a:pt x="14562" y="35520"/>
                    <a:pt x="15205" y="36356"/>
                    <a:pt x="16137" y="36645"/>
                  </a:cubicBezTo>
                  <a:cubicBezTo>
                    <a:pt x="16394" y="36742"/>
                    <a:pt x="16684" y="36774"/>
                    <a:pt x="16941" y="36774"/>
                  </a:cubicBezTo>
                  <a:cubicBezTo>
                    <a:pt x="17969" y="36774"/>
                    <a:pt x="19030" y="36260"/>
                    <a:pt x="19802" y="35713"/>
                  </a:cubicBezTo>
                  <a:cubicBezTo>
                    <a:pt x="20959" y="34877"/>
                    <a:pt x="22470" y="32209"/>
                    <a:pt x="22534" y="32113"/>
                  </a:cubicBezTo>
                  <a:cubicBezTo>
                    <a:pt x="23852" y="33013"/>
                    <a:pt x="25138" y="34042"/>
                    <a:pt x="26391" y="35135"/>
                  </a:cubicBezTo>
                  <a:cubicBezTo>
                    <a:pt x="27323" y="35938"/>
                    <a:pt x="28191" y="36806"/>
                    <a:pt x="29091" y="37674"/>
                  </a:cubicBezTo>
                  <a:cubicBezTo>
                    <a:pt x="28674" y="37545"/>
                    <a:pt x="27002" y="37224"/>
                    <a:pt x="26906" y="37192"/>
                  </a:cubicBezTo>
                  <a:lnTo>
                    <a:pt x="26423" y="37192"/>
                  </a:lnTo>
                  <a:cubicBezTo>
                    <a:pt x="24720" y="37192"/>
                    <a:pt x="21988" y="37867"/>
                    <a:pt x="21345" y="39378"/>
                  </a:cubicBezTo>
                  <a:cubicBezTo>
                    <a:pt x="21248" y="39635"/>
                    <a:pt x="21184" y="39924"/>
                    <a:pt x="21184" y="40181"/>
                  </a:cubicBezTo>
                  <a:cubicBezTo>
                    <a:pt x="21184" y="41113"/>
                    <a:pt x="21859" y="41949"/>
                    <a:pt x="22791" y="42238"/>
                  </a:cubicBezTo>
                  <a:cubicBezTo>
                    <a:pt x="23048" y="42335"/>
                    <a:pt x="23305" y="42367"/>
                    <a:pt x="23563" y="42367"/>
                  </a:cubicBezTo>
                  <a:cubicBezTo>
                    <a:pt x="24591" y="42367"/>
                    <a:pt x="25652" y="41853"/>
                    <a:pt x="26456" y="41306"/>
                  </a:cubicBezTo>
                  <a:cubicBezTo>
                    <a:pt x="27548" y="40503"/>
                    <a:pt x="29027" y="37963"/>
                    <a:pt x="29156" y="37738"/>
                  </a:cubicBezTo>
                  <a:cubicBezTo>
                    <a:pt x="29541" y="38124"/>
                    <a:pt x="29959" y="38510"/>
                    <a:pt x="30345" y="38928"/>
                  </a:cubicBezTo>
                  <a:cubicBezTo>
                    <a:pt x="31663" y="40213"/>
                    <a:pt x="32949" y="41499"/>
                    <a:pt x="34267" y="42753"/>
                  </a:cubicBezTo>
                  <a:cubicBezTo>
                    <a:pt x="34717" y="43203"/>
                    <a:pt x="35199" y="43589"/>
                    <a:pt x="35649" y="44006"/>
                  </a:cubicBezTo>
                  <a:cubicBezTo>
                    <a:pt x="35038" y="43878"/>
                    <a:pt x="33881" y="43621"/>
                    <a:pt x="33784" y="43621"/>
                  </a:cubicBezTo>
                  <a:cubicBezTo>
                    <a:pt x="33624" y="43621"/>
                    <a:pt x="33463" y="43589"/>
                    <a:pt x="33302" y="43589"/>
                  </a:cubicBezTo>
                  <a:cubicBezTo>
                    <a:pt x="31599" y="43589"/>
                    <a:pt x="28899" y="44296"/>
                    <a:pt x="28256" y="45807"/>
                  </a:cubicBezTo>
                  <a:cubicBezTo>
                    <a:pt x="28127" y="46064"/>
                    <a:pt x="28063" y="46353"/>
                    <a:pt x="28063" y="46610"/>
                  </a:cubicBezTo>
                  <a:cubicBezTo>
                    <a:pt x="28095" y="47542"/>
                    <a:pt x="28738" y="48378"/>
                    <a:pt x="29670" y="48667"/>
                  </a:cubicBezTo>
                  <a:cubicBezTo>
                    <a:pt x="29927" y="48732"/>
                    <a:pt x="30184" y="48796"/>
                    <a:pt x="30474" y="48796"/>
                  </a:cubicBezTo>
                  <a:cubicBezTo>
                    <a:pt x="31502" y="48796"/>
                    <a:pt x="32563" y="48282"/>
                    <a:pt x="33334" y="47735"/>
                  </a:cubicBezTo>
                  <a:cubicBezTo>
                    <a:pt x="34331" y="47028"/>
                    <a:pt x="35617" y="44906"/>
                    <a:pt x="35970" y="44296"/>
                  </a:cubicBezTo>
                  <a:cubicBezTo>
                    <a:pt x="36742" y="44971"/>
                    <a:pt x="37545" y="45614"/>
                    <a:pt x="38349" y="46224"/>
                  </a:cubicBezTo>
                  <a:cubicBezTo>
                    <a:pt x="38703" y="46482"/>
                    <a:pt x="39024" y="46771"/>
                    <a:pt x="39378" y="46996"/>
                  </a:cubicBezTo>
                  <a:cubicBezTo>
                    <a:pt x="39731" y="47221"/>
                    <a:pt x="40085" y="47478"/>
                    <a:pt x="40438" y="47703"/>
                  </a:cubicBezTo>
                  <a:cubicBezTo>
                    <a:pt x="41178" y="48153"/>
                    <a:pt x="41853" y="48571"/>
                    <a:pt x="42528" y="48957"/>
                  </a:cubicBezTo>
                  <a:cubicBezTo>
                    <a:pt x="42881" y="49182"/>
                    <a:pt x="43203" y="49375"/>
                    <a:pt x="43556" y="49567"/>
                  </a:cubicBezTo>
                  <a:cubicBezTo>
                    <a:pt x="42946" y="49310"/>
                    <a:pt x="41949" y="48957"/>
                    <a:pt x="41853" y="48925"/>
                  </a:cubicBezTo>
                  <a:cubicBezTo>
                    <a:pt x="41403" y="48828"/>
                    <a:pt x="40792" y="48764"/>
                    <a:pt x="40149" y="48764"/>
                  </a:cubicBezTo>
                  <a:cubicBezTo>
                    <a:pt x="38574" y="48764"/>
                    <a:pt x="36742" y="49150"/>
                    <a:pt x="36067" y="50242"/>
                  </a:cubicBezTo>
                  <a:cubicBezTo>
                    <a:pt x="35842" y="50596"/>
                    <a:pt x="35745" y="50950"/>
                    <a:pt x="35745" y="51303"/>
                  </a:cubicBezTo>
                  <a:cubicBezTo>
                    <a:pt x="35745" y="52139"/>
                    <a:pt x="36260" y="52910"/>
                    <a:pt x="37031" y="53296"/>
                  </a:cubicBezTo>
                  <a:cubicBezTo>
                    <a:pt x="37417" y="53489"/>
                    <a:pt x="37867" y="53553"/>
                    <a:pt x="38317" y="53553"/>
                  </a:cubicBezTo>
                  <a:cubicBezTo>
                    <a:pt x="39185" y="53553"/>
                    <a:pt x="40085" y="53264"/>
                    <a:pt x="40792" y="52910"/>
                  </a:cubicBezTo>
                  <a:cubicBezTo>
                    <a:pt x="41981" y="52300"/>
                    <a:pt x="43781" y="50082"/>
                    <a:pt x="44006" y="49825"/>
                  </a:cubicBezTo>
                  <a:cubicBezTo>
                    <a:pt x="44842" y="50307"/>
                    <a:pt x="45646" y="50757"/>
                    <a:pt x="46417" y="51143"/>
                  </a:cubicBezTo>
                  <a:cubicBezTo>
                    <a:pt x="48474" y="52268"/>
                    <a:pt x="50275" y="53135"/>
                    <a:pt x="51689" y="53811"/>
                  </a:cubicBezTo>
                  <a:cubicBezTo>
                    <a:pt x="56189" y="57700"/>
                    <a:pt x="62586" y="58150"/>
                    <a:pt x="62586" y="58150"/>
                  </a:cubicBezTo>
                  <a:cubicBezTo>
                    <a:pt x="62586" y="58150"/>
                    <a:pt x="62586" y="58021"/>
                    <a:pt x="62586" y="57764"/>
                  </a:cubicBezTo>
                  <a:cubicBezTo>
                    <a:pt x="62586" y="56189"/>
                    <a:pt x="62329" y="49857"/>
                    <a:pt x="58407" y="45485"/>
                  </a:cubicBezTo>
                  <a:cubicBezTo>
                    <a:pt x="56800" y="43653"/>
                    <a:pt x="54743" y="42431"/>
                    <a:pt x="52814" y="41596"/>
                  </a:cubicBezTo>
                  <a:cubicBezTo>
                    <a:pt x="52943" y="41467"/>
                    <a:pt x="53039" y="41306"/>
                    <a:pt x="53135" y="41178"/>
                  </a:cubicBezTo>
                  <a:cubicBezTo>
                    <a:pt x="53650" y="40406"/>
                    <a:pt x="54100" y="39378"/>
                    <a:pt x="54100" y="38413"/>
                  </a:cubicBezTo>
                  <a:cubicBezTo>
                    <a:pt x="54100" y="38092"/>
                    <a:pt x="54035" y="37770"/>
                    <a:pt x="53939" y="37481"/>
                  </a:cubicBezTo>
                  <a:cubicBezTo>
                    <a:pt x="53618" y="36581"/>
                    <a:pt x="52782" y="35970"/>
                    <a:pt x="51882" y="35970"/>
                  </a:cubicBezTo>
                  <a:cubicBezTo>
                    <a:pt x="51625" y="35970"/>
                    <a:pt x="51303" y="36035"/>
                    <a:pt x="51046" y="36163"/>
                  </a:cubicBezTo>
                  <a:cubicBezTo>
                    <a:pt x="49792" y="36742"/>
                    <a:pt x="49182" y="38767"/>
                    <a:pt x="49053" y="40374"/>
                  </a:cubicBezTo>
                  <a:cubicBezTo>
                    <a:pt x="48539" y="40278"/>
                    <a:pt x="48089" y="40181"/>
                    <a:pt x="47703" y="40117"/>
                  </a:cubicBezTo>
                  <a:cubicBezTo>
                    <a:pt x="47542" y="39763"/>
                    <a:pt x="47382" y="39378"/>
                    <a:pt x="47221" y="38992"/>
                  </a:cubicBezTo>
                  <a:cubicBezTo>
                    <a:pt x="47028" y="38606"/>
                    <a:pt x="46899" y="38220"/>
                    <a:pt x="46739" y="37835"/>
                  </a:cubicBezTo>
                  <a:cubicBezTo>
                    <a:pt x="46546" y="37256"/>
                    <a:pt x="46321" y="36645"/>
                    <a:pt x="46128" y="36035"/>
                  </a:cubicBezTo>
                  <a:cubicBezTo>
                    <a:pt x="46867" y="35713"/>
                    <a:pt x="48989" y="34717"/>
                    <a:pt x="49760" y="33849"/>
                  </a:cubicBezTo>
                  <a:cubicBezTo>
                    <a:pt x="50467" y="33077"/>
                    <a:pt x="51175" y="31920"/>
                    <a:pt x="51175" y="30795"/>
                  </a:cubicBezTo>
                  <a:cubicBezTo>
                    <a:pt x="51175" y="30634"/>
                    <a:pt x="51142" y="30474"/>
                    <a:pt x="51110" y="30313"/>
                  </a:cubicBezTo>
                  <a:cubicBezTo>
                    <a:pt x="50917" y="29284"/>
                    <a:pt x="50050" y="28481"/>
                    <a:pt x="49021" y="28481"/>
                  </a:cubicBezTo>
                  <a:cubicBezTo>
                    <a:pt x="48828" y="28481"/>
                    <a:pt x="48635" y="28513"/>
                    <a:pt x="48442" y="28577"/>
                  </a:cubicBezTo>
                  <a:cubicBezTo>
                    <a:pt x="46707" y="29091"/>
                    <a:pt x="45678" y="32209"/>
                    <a:pt x="45646" y="33817"/>
                  </a:cubicBezTo>
                  <a:cubicBezTo>
                    <a:pt x="45646" y="33881"/>
                    <a:pt x="45678" y="34234"/>
                    <a:pt x="45710" y="34620"/>
                  </a:cubicBezTo>
                  <a:cubicBezTo>
                    <a:pt x="45517" y="34042"/>
                    <a:pt x="45356" y="33431"/>
                    <a:pt x="45196" y="32820"/>
                  </a:cubicBezTo>
                  <a:cubicBezTo>
                    <a:pt x="44746" y="31084"/>
                    <a:pt x="44328" y="29284"/>
                    <a:pt x="43942" y="27484"/>
                  </a:cubicBezTo>
                  <a:cubicBezTo>
                    <a:pt x="43846" y="27131"/>
                    <a:pt x="43749" y="26745"/>
                    <a:pt x="43653" y="26391"/>
                  </a:cubicBezTo>
                  <a:cubicBezTo>
                    <a:pt x="44264" y="26102"/>
                    <a:pt x="46578" y="25073"/>
                    <a:pt x="47414" y="24141"/>
                  </a:cubicBezTo>
                  <a:cubicBezTo>
                    <a:pt x="48121" y="23370"/>
                    <a:pt x="48796" y="22212"/>
                    <a:pt x="48796" y="21087"/>
                  </a:cubicBezTo>
                  <a:cubicBezTo>
                    <a:pt x="48796" y="20927"/>
                    <a:pt x="48796" y="20766"/>
                    <a:pt x="48764" y="20605"/>
                  </a:cubicBezTo>
                  <a:cubicBezTo>
                    <a:pt x="48571" y="19577"/>
                    <a:pt x="47671" y="18773"/>
                    <a:pt x="46674" y="18773"/>
                  </a:cubicBezTo>
                  <a:cubicBezTo>
                    <a:pt x="46482" y="18773"/>
                    <a:pt x="46289" y="18805"/>
                    <a:pt x="46096" y="18869"/>
                  </a:cubicBezTo>
                  <a:cubicBezTo>
                    <a:pt x="44328" y="19384"/>
                    <a:pt x="43299" y="22502"/>
                    <a:pt x="43267" y="24141"/>
                  </a:cubicBezTo>
                  <a:cubicBezTo>
                    <a:pt x="43267" y="24205"/>
                    <a:pt x="43299" y="24591"/>
                    <a:pt x="43364" y="25041"/>
                  </a:cubicBezTo>
                  <a:cubicBezTo>
                    <a:pt x="43106" y="24077"/>
                    <a:pt x="42881" y="23113"/>
                    <a:pt x="42592" y="22180"/>
                  </a:cubicBezTo>
                  <a:cubicBezTo>
                    <a:pt x="42110" y="20509"/>
                    <a:pt x="41563" y="18902"/>
                    <a:pt x="40888" y="17391"/>
                  </a:cubicBezTo>
                  <a:cubicBezTo>
                    <a:pt x="41081" y="17294"/>
                    <a:pt x="43814" y="16137"/>
                    <a:pt x="44746" y="15109"/>
                  </a:cubicBezTo>
                  <a:cubicBezTo>
                    <a:pt x="45453" y="14305"/>
                    <a:pt x="46128" y="13180"/>
                    <a:pt x="46128" y="12055"/>
                  </a:cubicBezTo>
                  <a:cubicBezTo>
                    <a:pt x="46128" y="11894"/>
                    <a:pt x="46128" y="11733"/>
                    <a:pt x="46096" y="11573"/>
                  </a:cubicBezTo>
                  <a:cubicBezTo>
                    <a:pt x="45903" y="10544"/>
                    <a:pt x="45003" y="9740"/>
                    <a:pt x="44006" y="9740"/>
                  </a:cubicBezTo>
                  <a:cubicBezTo>
                    <a:pt x="43814" y="9740"/>
                    <a:pt x="43621" y="9773"/>
                    <a:pt x="43396" y="9837"/>
                  </a:cubicBezTo>
                  <a:cubicBezTo>
                    <a:pt x="41660" y="10351"/>
                    <a:pt x="40631" y="13469"/>
                    <a:pt x="40599" y="15076"/>
                  </a:cubicBezTo>
                  <a:cubicBezTo>
                    <a:pt x="40599" y="15233"/>
                    <a:pt x="40721" y="16606"/>
                    <a:pt x="40787" y="17154"/>
                  </a:cubicBezTo>
                  <a:lnTo>
                    <a:pt x="40787" y="17154"/>
                  </a:lnTo>
                  <a:cubicBezTo>
                    <a:pt x="40048" y="15552"/>
                    <a:pt x="39183" y="14141"/>
                    <a:pt x="38285" y="12826"/>
                  </a:cubicBezTo>
                  <a:cubicBezTo>
                    <a:pt x="37385" y="11540"/>
                    <a:pt x="36420" y="10383"/>
                    <a:pt x="35520" y="9323"/>
                  </a:cubicBezTo>
                  <a:cubicBezTo>
                    <a:pt x="34620" y="8294"/>
                    <a:pt x="33720" y="7394"/>
                    <a:pt x="32949" y="6622"/>
                  </a:cubicBezTo>
                  <a:cubicBezTo>
                    <a:pt x="32499" y="6172"/>
                    <a:pt x="32113" y="5819"/>
                    <a:pt x="31727" y="5465"/>
                  </a:cubicBezTo>
                  <a:lnTo>
                    <a:pt x="31759" y="5465"/>
                  </a:lnTo>
                  <a:cubicBezTo>
                    <a:pt x="31759" y="5369"/>
                    <a:pt x="30924" y="3408"/>
                    <a:pt x="30827" y="3311"/>
                  </a:cubicBezTo>
                  <a:cubicBezTo>
                    <a:pt x="30088" y="2026"/>
                    <a:pt x="27999" y="1"/>
                    <a:pt x="26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253;p64">
              <a:extLst>
                <a:ext uri="{FF2B5EF4-FFF2-40B4-BE49-F238E27FC236}">
                  <a16:creationId xmlns:a16="http://schemas.microsoft.com/office/drawing/2014/main" id="{E197F89B-9ED6-5180-6149-BED3CCFDB53B}"/>
                </a:ext>
              </a:extLst>
            </p:cNvPr>
            <p:cNvSpPr/>
            <p:nvPr/>
          </p:nvSpPr>
          <p:spPr>
            <a:xfrm>
              <a:off x="3261100" y="1467650"/>
              <a:ext cx="423525" cy="439600"/>
            </a:xfrm>
            <a:custGeom>
              <a:avLst/>
              <a:gdLst/>
              <a:ahLst/>
              <a:cxnLst/>
              <a:rect l="l" t="t" r="r" b="b"/>
              <a:pathLst>
                <a:path w="16941" h="17584" extrusionOk="0">
                  <a:moveTo>
                    <a:pt x="16941" y="0"/>
                  </a:moveTo>
                  <a:cubicBezTo>
                    <a:pt x="16941" y="0"/>
                    <a:pt x="9323" y="225"/>
                    <a:pt x="4630" y="5079"/>
                  </a:cubicBezTo>
                  <a:cubicBezTo>
                    <a:pt x="65" y="9836"/>
                    <a:pt x="1" y="17230"/>
                    <a:pt x="1" y="17583"/>
                  </a:cubicBezTo>
                  <a:cubicBezTo>
                    <a:pt x="1" y="17583"/>
                    <a:pt x="7651" y="17358"/>
                    <a:pt x="12344" y="12504"/>
                  </a:cubicBezTo>
                  <a:cubicBezTo>
                    <a:pt x="16909" y="7747"/>
                    <a:pt x="16941" y="354"/>
                    <a:pt x="16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254;p64">
              <a:extLst>
                <a:ext uri="{FF2B5EF4-FFF2-40B4-BE49-F238E27FC236}">
                  <a16:creationId xmlns:a16="http://schemas.microsoft.com/office/drawing/2014/main" id="{B85FBFE9-A498-9DF1-0990-631FF657D5C6}"/>
                </a:ext>
              </a:extLst>
            </p:cNvPr>
            <p:cNvSpPr/>
            <p:nvPr/>
          </p:nvSpPr>
          <p:spPr>
            <a:xfrm>
              <a:off x="2983875" y="802250"/>
              <a:ext cx="389775" cy="1053550"/>
            </a:xfrm>
            <a:custGeom>
              <a:avLst/>
              <a:gdLst/>
              <a:ahLst/>
              <a:cxnLst/>
              <a:rect l="l" t="t" r="r" b="b"/>
              <a:pathLst>
                <a:path w="15591" h="42142" extrusionOk="0">
                  <a:moveTo>
                    <a:pt x="7458" y="0"/>
                  </a:moveTo>
                  <a:lnTo>
                    <a:pt x="7522" y="14433"/>
                  </a:lnTo>
                  <a:lnTo>
                    <a:pt x="7522" y="14433"/>
                  </a:lnTo>
                  <a:lnTo>
                    <a:pt x="2764" y="10319"/>
                  </a:lnTo>
                  <a:lnTo>
                    <a:pt x="2443" y="10672"/>
                  </a:lnTo>
                  <a:lnTo>
                    <a:pt x="7522" y="15076"/>
                  </a:lnTo>
                  <a:lnTo>
                    <a:pt x="7586" y="25427"/>
                  </a:lnTo>
                  <a:lnTo>
                    <a:pt x="322" y="18998"/>
                  </a:lnTo>
                  <a:lnTo>
                    <a:pt x="0" y="19351"/>
                  </a:lnTo>
                  <a:lnTo>
                    <a:pt x="7586" y="26070"/>
                  </a:lnTo>
                  <a:lnTo>
                    <a:pt x="7618" y="35456"/>
                  </a:lnTo>
                  <a:lnTo>
                    <a:pt x="2186" y="31181"/>
                  </a:lnTo>
                  <a:lnTo>
                    <a:pt x="1864" y="31566"/>
                  </a:lnTo>
                  <a:lnTo>
                    <a:pt x="7618" y="36067"/>
                  </a:lnTo>
                  <a:lnTo>
                    <a:pt x="7650" y="42142"/>
                  </a:lnTo>
                  <a:lnTo>
                    <a:pt x="8133" y="42110"/>
                  </a:lnTo>
                  <a:lnTo>
                    <a:pt x="8068" y="31534"/>
                  </a:lnTo>
                  <a:lnTo>
                    <a:pt x="15590" y="24784"/>
                  </a:lnTo>
                  <a:lnTo>
                    <a:pt x="15269" y="24430"/>
                  </a:lnTo>
                  <a:lnTo>
                    <a:pt x="8068" y="30891"/>
                  </a:lnTo>
                  <a:lnTo>
                    <a:pt x="8036" y="22052"/>
                  </a:lnTo>
                  <a:lnTo>
                    <a:pt x="8068" y="22084"/>
                  </a:lnTo>
                  <a:lnTo>
                    <a:pt x="14433" y="12794"/>
                  </a:lnTo>
                  <a:lnTo>
                    <a:pt x="14047" y="12505"/>
                  </a:lnTo>
                  <a:lnTo>
                    <a:pt x="8036" y="21280"/>
                  </a:lnTo>
                  <a:lnTo>
                    <a:pt x="79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255;p64">
              <a:extLst>
                <a:ext uri="{FF2B5EF4-FFF2-40B4-BE49-F238E27FC236}">
                  <a16:creationId xmlns:a16="http://schemas.microsoft.com/office/drawing/2014/main" id="{FCF05CE2-2D8C-1F72-DDDF-7BABC9B88A91}"/>
                </a:ext>
              </a:extLst>
            </p:cNvPr>
            <p:cNvSpPr/>
            <p:nvPr/>
          </p:nvSpPr>
          <p:spPr>
            <a:xfrm>
              <a:off x="2682500" y="1458000"/>
              <a:ext cx="415500" cy="463700"/>
            </a:xfrm>
            <a:custGeom>
              <a:avLst/>
              <a:gdLst/>
              <a:ahLst/>
              <a:cxnLst/>
              <a:rect l="l" t="t" r="r" b="b"/>
              <a:pathLst>
                <a:path w="16620" h="18548" extrusionOk="0">
                  <a:moveTo>
                    <a:pt x="355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61"/>
                  </a:lnTo>
                  <a:lnTo>
                    <a:pt x="1994" y="6944"/>
                  </a:lnTo>
                  <a:lnTo>
                    <a:pt x="5851" y="6879"/>
                  </a:lnTo>
                  <a:lnTo>
                    <a:pt x="9676" y="11154"/>
                  </a:lnTo>
                  <a:lnTo>
                    <a:pt x="4276" y="11154"/>
                  </a:lnTo>
                  <a:lnTo>
                    <a:pt x="4276" y="11637"/>
                  </a:lnTo>
                  <a:lnTo>
                    <a:pt x="10094" y="11637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52" y="15976"/>
                  </a:lnTo>
                  <a:lnTo>
                    <a:pt x="16266" y="18548"/>
                  </a:lnTo>
                  <a:lnTo>
                    <a:pt x="16620" y="18226"/>
                  </a:lnTo>
                  <a:lnTo>
                    <a:pt x="12569" y="13662"/>
                  </a:lnTo>
                  <a:lnTo>
                    <a:pt x="13212" y="7908"/>
                  </a:lnTo>
                  <a:lnTo>
                    <a:pt x="12730" y="7844"/>
                  </a:lnTo>
                  <a:lnTo>
                    <a:pt x="12152" y="13212"/>
                  </a:lnTo>
                  <a:lnTo>
                    <a:pt x="8905" y="9579"/>
                  </a:lnTo>
                  <a:lnTo>
                    <a:pt x="8937" y="9579"/>
                  </a:lnTo>
                  <a:lnTo>
                    <a:pt x="8101" y="3118"/>
                  </a:lnTo>
                  <a:lnTo>
                    <a:pt x="7619" y="3183"/>
                  </a:lnTo>
                  <a:lnTo>
                    <a:pt x="8358" y="8969"/>
                  </a:lnTo>
                  <a:lnTo>
                    <a:pt x="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256;p64">
              <a:extLst>
                <a:ext uri="{FF2B5EF4-FFF2-40B4-BE49-F238E27FC236}">
                  <a16:creationId xmlns:a16="http://schemas.microsoft.com/office/drawing/2014/main" id="{CEE16944-790B-A765-BA9B-E42A1BB543C0}"/>
                </a:ext>
              </a:extLst>
            </p:cNvPr>
            <p:cNvSpPr/>
            <p:nvPr/>
          </p:nvSpPr>
          <p:spPr>
            <a:xfrm>
              <a:off x="3257100" y="1463625"/>
              <a:ext cx="432350" cy="447625"/>
            </a:xfrm>
            <a:custGeom>
              <a:avLst/>
              <a:gdLst/>
              <a:ahLst/>
              <a:cxnLst/>
              <a:rect l="l" t="t" r="r" b="b"/>
              <a:pathLst>
                <a:path w="17294" h="17905" extrusionOk="0">
                  <a:moveTo>
                    <a:pt x="16940" y="0"/>
                  </a:moveTo>
                  <a:lnTo>
                    <a:pt x="11283" y="5851"/>
                  </a:lnTo>
                  <a:lnTo>
                    <a:pt x="10994" y="2443"/>
                  </a:lnTo>
                  <a:lnTo>
                    <a:pt x="10511" y="2475"/>
                  </a:lnTo>
                  <a:lnTo>
                    <a:pt x="10833" y="6333"/>
                  </a:lnTo>
                  <a:lnTo>
                    <a:pt x="6879" y="10447"/>
                  </a:lnTo>
                  <a:lnTo>
                    <a:pt x="6461" y="5079"/>
                  </a:lnTo>
                  <a:lnTo>
                    <a:pt x="5979" y="5111"/>
                  </a:lnTo>
                  <a:lnTo>
                    <a:pt x="6429" y="10897"/>
                  </a:lnTo>
                  <a:lnTo>
                    <a:pt x="2829" y="14658"/>
                  </a:lnTo>
                  <a:lnTo>
                    <a:pt x="2315" y="10865"/>
                  </a:lnTo>
                  <a:lnTo>
                    <a:pt x="1832" y="10962"/>
                  </a:lnTo>
                  <a:lnTo>
                    <a:pt x="2411" y="15076"/>
                  </a:lnTo>
                  <a:lnTo>
                    <a:pt x="0" y="17583"/>
                  </a:lnTo>
                  <a:lnTo>
                    <a:pt x="354" y="17905"/>
                  </a:lnTo>
                  <a:lnTo>
                    <a:pt x="4565" y="13533"/>
                  </a:lnTo>
                  <a:lnTo>
                    <a:pt x="10383" y="13758"/>
                  </a:lnTo>
                  <a:lnTo>
                    <a:pt x="10383" y="13276"/>
                  </a:lnTo>
                  <a:lnTo>
                    <a:pt x="5015" y="13051"/>
                  </a:lnTo>
                  <a:lnTo>
                    <a:pt x="8390" y="9579"/>
                  </a:lnTo>
                  <a:lnTo>
                    <a:pt x="14754" y="8294"/>
                  </a:lnTo>
                  <a:lnTo>
                    <a:pt x="14658" y="7811"/>
                  </a:lnTo>
                  <a:lnTo>
                    <a:pt x="8968" y="8969"/>
                  </a:lnTo>
                  <a:lnTo>
                    <a:pt x="8968" y="8969"/>
                  </a:lnTo>
                  <a:lnTo>
                    <a:pt x="17294" y="322"/>
                  </a:lnTo>
                  <a:lnTo>
                    <a:pt x="169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257;p64">
              <a:extLst>
                <a:ext uri="{FF2B5EF4-FFF2-40B4-BE49-F238E27FC236}">
                  <a16:creationId xmlns:a16="http://schemas.microsoft.com/office/drawing/2014/main" id="{6BF5D65E-24BA-4FEB-CD0E-54394D23BB00}"/>
                </a:ext>
              </a:extLst>
            </p:cNvPr>
            <p:cNvSpPr/>
            <p:nvPr/>
          </p:nvSpPr>
          <p:spPr>
            <a:xfrm>
              <a:off x="3434700" y="1007975"/>
              <a:ext cx="226625" cy="229850"/>
            </a:xfrm>
            <a:custGeom>
              <a:avLst/>
              <a:gdLst/>
              <a:ahLst/>
              <a:cxnLst/>
              <a:rect l="l" t="t" r="r" b="b"/>
              <a:pathLst>
                <a:path w="9065" h="9194" extrusionOk="0">
                  <a:moveTo>
                    <a:pt x="4532" y="0"/>
                  </a:moveTo>
                  <a:cubicBezTo>
                    <a:pt x="2025" y="0"/>
                    <a:pt x="0" y="2058"/>
                    <a:pt x="0" y="4597"/>
                  </a:cubicBezTo>
                  <a:cubicBezTo>
                    <a:pt x="0" y="7137"/>
                    <a:pt x="2025" y="9194"/>
                    <a:pt x="4532" y="9194"/>
                  </a:cubicBezTo>
                  <a:cubicBezTo>
                    <a:pt x="7040" y="9194"/>
                    <a:pt x="9065" y="7137"/>
                    <a:pt x="9065" y="4597"/>
                  </a:cubicBezTo>
                  <a:cubicBezTo>
                    <a:pt x="9065" y="2058"/>
                    <a:pt x="7040" y="0"/>
                    <a:pt x="4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258;p64">
              <a:extLst>
                <a:ext uri="{FF2B5EF4-FFF2-40B4-BE49-F238E27FC236}">
                  <a16:creationId xmlns:a16="http://schemas.microsoft.com/office/drawing/2014/main" id="{E21DAACD-0467-AAEF-DEA7-5E2016326E60}"/>
                </a:ext>
              </a:extLst>
            </p:cNvPr>
            <p:cNvSpPr/>
            <p:nvPr/>
          </p:nvSpPr>
          <p:spPr>
            <a:xfrm>
              <a:off x="3428250" y="1001550"/>
              <a:ext cx="240325" cy="242700"/>
            </a:xfrm>
            <a:custGeom>
              <a:avLst/>
              <a:gdLst/>
              <a:ahLst/>
              <a:cxnLst/>
              <a:rect l="l" t="t" r="r" b="b"/>
              <a:pathLst>
                <a:path w="9613" h="9708" extrusionOk="0">
                  <a:moveTo>
                    <a:pt x="4790" y="547"/>
                  </a:moveTo>
                  <a:cubicBezTo>
                    <a:pt x="5980" y="547"/>
                    <a:pt x="7041" y="1029"/>
                    <a:pt x="7812" y="1800"/>
                  </a:cubicBezTo>
                  <a:cubicBezTo>
                    <a:pt x="8583" y="2572"/>
                    <a:pt x="9066" y="3665"/>
                    <a:pt x="9066" y="4854"/>
                  </a:cubicBezTo>
                  <a:cubicBezTo>
                    <a:pt x="9066" y="6043"/>
                    <a:pt x="8583" y="7136"/>
                    <a:pt x="7812" y="7908"/>
                  </a:cubicBezTo>
                  <a:cubicBezTo>
                    <a:pt x="7041" y="8679"/>
                    <a:pt x="5980" y="9161"/>
                    <a:pt x="4790" y="9161"/>
                  </a:cubicBezTo>
                  <a:cubicBezTo>
                    <a:pt x="3633" y="9161"/>
                    <a:pt x="2540" y="8679"/>
                    <a:pt x="1769" y="7908"/>
                  </a:cubicBezTo>
                  <a:cubicBezTo>
                    <a:pt x="997" y="7136"/>
                    <a:pt x="515" y="6043"/>
                    <a:pt x="515" y="4854"/>
                  </a:cubicBezTo>
                  <a:cubicBezTo>
                    <a:pt x="515" y="3665"/>
                    <a:pt x="997" y="2572"/>
                    <a:pt x="1769" y="1800"/>
                  </a:cubicBezTo>
                  <a:cubicBezTo>
                    <a:pt x="2540" y="1029"/>
                    <a:pt x="3633" y="547"/>
                    <a:pt x="4790" y="547"/>
                  </a:cubicBezTo>
                  <a:close/>
                  <a:moveTo>
                    <a:pt x="4790" y="0"/>
                  </a:moveTo>
                  <a:cubicBezTo>
                    <a:pt x="3473" y="0"/>
                    <a:pt x="2251" y="547"/>
                    <a:pt x="1383" y="1415"/>
                  </a:cubicBezTo>
                  <a:cubicBezTo>
                    <a:pt x="515" y="2315"/>
                    <a:pt x="1" y="3504"/>
                    <a:pt x="1" y="4854"/>
                  </a:cubicBezTo>
                  <a:cubicBezTo>
                    <a:pt x="1" y="6204"/>
                    <a:pt x="515" y="7394"/>
                    <a:pt x="1383" y="8294"/>
                  </a:cubicBezTo>
                  <a:cubicBezTo>
                    <a:pt x="2251" y="9161"/>
                    <a:pt x="3473" y="9708"/>
                    <a:pt x="4790" y="9708"/>
                  </a:cubicBezTo>
                  <a:cubicBezTo>
                    <a:pt x="6108" y="9708"/>
                    <a:pt x="7330" y="9161"/>
                    <a:pt x="8198" y="8294"/>
                  </a:cubicBezTo>
                  <a:cubicBezTo>
                    <a:pt x="9066" y="7394"/>
                    <a:pt x="9612" y="6204"/>
                    <a:pt x="9612" y="4854"/>
                  </a:cubicBezTo>
                  <a:cubicBezTo>
                    <a:pt x="9612" y="3504"/>
                    <a:pt x="9066" y="2315"/>
                    <a:pt x="8198" y="1415"/>
                  </a:cubicBezTo>
                  <a:cubicBezTo>
                    <a:pt x="7330" y="547"/>
                    <a:pt x="6108" y="0"/>
                    <a:pt x="4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259;p64">
              <a:extLst>
                <a:ext uri="{FF2B5EF4-FFF2-40B4-BE49-F238E27FC236}">
                  <a16:creationId xmlns:a16="http://schemas.microsoft.com/office/drawing/2014/main" id="{F3B04E07-18AF-5F63-3D0D-B0D885A4B7F9}"/>
                </a:ext>
              </a:extLst>
            </p:cNvPr>
            <p:cNvSpPr/>
            <p:nvPr/>
          </p:nvSpPr>
          <p:spPr>
            <a:xfrm>
              <a:off x="3804350" y="1436300"/>
              <a:ext cx="204950" cy="566025"/>
            </a:xfrm>
            <a:custGeom>
              <a:avLst/>
              <a:gdLst/>
              <a:ahLst/>
              <a:cxnLst/>
              <a:rect l="l" t="t" r="r" b="b"/>
              <a:pathLst>
                <a:path w="8198" h="22641" extrusionOk="0">
                  <a:moveTo>
                    <a:pt x="2361" y="0"/>
                  </a:moveTo>
                  <a:cubicBezTo>
                    <a:pt x="2352" y="0"/>
                    <a:pt x="2347" y="0"/>
                    <a:pt x="2347" y="0"/>
                  </a:cubicBezTo>
                  <a:lnTo>
                    <a:pt x="0" y="8101"/>
                  </a:lnTo>
                  <a:cubicBezTo>
                    <a:pt x="0" y="8101"/>
                    <a:pt x="1801" y="19351"/>
                    <a:pt x="1993" y="20284"/>
                  </a:cubicBezTo>
                  <a:cubicBezTo>
                    <a:pt x="2131" y="21083"/>
                    <a:pt x="2979" y="22640"/>
                    <a:pt x="4496" y="22640"/>
                  </a:cubicBezTo>
                  <a:cubicBezTo>
                    <a:pt x="4747" y="22640"/>
                    <a:pt x="5017" y="22598"/>
                    <a:pt x="5304" y="22502"/>
                  </a:cubicBezTo>
                  <a:cubicBezTo>
                    <a:pt x="7362" y="21859"/>
                    <a:pt x="8197" y="20187"/>
                    <a:pt x="8004" y="18805"/>
                  </a:cubicBezTo>
                  <a:cubicBezTo>
                    <a:pt x="7812" y="17423"/>
                    <a:pt x="5594" y="7522"/>
                    <a:pt x="5047" y="3729"/>
                  </a:cubicBezTo>
                  <a:cubicBezTo>
                    <a:pt x="4496" y="88"/>
                    <a:pt x="2547" y="0"/>
                    <a:pt x="2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260;p64">
              <a:extLst>
                <a:ext uri="{FF2B5EF4-FFF2-40B4-BE49-F238E27FC236}">
                  <a16:creationId xmlns:a16="http://schemas.microsoft.com/office/drawing/2014/main" id="{A7179EEE-49F6-AA8F-F9A0-E07FAFC624E1}"/>
                </a:ext>
              </a:extLst>
            </p:cNvPr>
            <p:cNvSpPr/>
            <p:nvPr/>
          </p:nvSpPr>
          <p:spPr>
            <a:xfrm>
              <a:off x="3797925" y="1429875"/>
              <a:ext cx="213775" cy="579425"/>
            </a:xfrm>
            <a:custGeom>
              <a:avLst/>
              <a:gdLst/>
              <a:ahLst/>
              <a:cxnLst/>
              <a:rect l="l" t="t" r="r" b="b"/>
              <a:pathLst>
                <a:path w="8551" h="23177" extrusionOk="0">
                  <a:moveTo>
                    <a:pt x="2800" y="563"/>
                  </a:moveTo>
                  <a:cubicBezTo>
                    <a:pt x="3001" y="595"/>
                    <a:pt x="3326" y="689"/>
                    <a:pt x="3665" y="965"/>
                  </a:cubicBezTo>
                  <a:cubicBezTo>
                    <a:pt x="4179" y="1383"/>
                    <a:pt x="4758" y="2250"/>
                    <a:pt x="5015" y="4018"/>
                  </a:cubicBezTo>
                  <a:cubicBezTo>
                    <a:pt x="5304" y="5915"/>
                    <a:pt x="6011" y="9354"/>
                    <a:pt x="6654" y="12472"/>
                  </a:cubicBezTo>
                  <a:cubicBezTo>
                    <a:pt x="6976" y="14047"/>
                    <a:pt x="7297" y="15526"/>
                    <a:pt x="7522" y="16715"/>
                  </a:cubicBezTo>
                  <a:cubicBezTo>
                    <a:pt x="7779" y="17905"/>
                    <a:pt x="7940" y="18773"/>
                    <a:pt x="8004" y="19094"/>
                  </a:cubicBezTo>
                  <a:cubicBezTo>
                    <a:pt x="8004" y="19223"/>
                    <a:pt x="8004" y="19319"/>
                    <a:pt x="8004" y="19448"/>
                  </a:cubicBezTo>
                  <a:cubicBezTo>
                    <a:pt x="8004" y="20637"/>
                    <a:pt x="7233" y="21955"/>
                    <a:pt x="5497" y="22501"/>
                  </a:cubicBezTo>
                  <a:cubicBezTo>
                    <a:pt x="5240" y="22598"/>
                    <a:pt x="4983" y="22630"/>
                    <a:pt x="4790" y="22630"/>
                  </a:cubicBezTo>
                  <a:cubicBezTo>
                    <a:pt x="4115" y="22630"/>
                    <a:pt x="3568" y="22309"/>
                    <a:pt x="3183" y="21859"/>
                  </a:cubicBezTo>
                  <a:cubicBezTo>
                    <a:pt x="2797" y="21409"/>
                    <a:pt x="2572" y="20830"/>
                    <a:pt x="2508" y="20508"/>
                  </a:cubicBezTo>
                  <a:cubicBezTo>
                    <a:pt x="2411" y="20058"/>
                    <a:pt x="1897" y="17005"/>
                    <a:pt x="1447" y="14047"/>
                  </a:cubicBezTo>
                  <a:cubicBezTo>
                    <a:pt x="1190" y="12601"/>
                    <a:pt x="965" y="11154"/>
                    <a:pt x="804" y="10062"/>
                  </a:cubicBezTo>
                  <a:cubicBezTo>
                    <a:pt x="675" y="9210"/>
                    <a:pt x="567" y="8586"/>
                    <a:pt x="529" y="8373"/>
                  </a:cubicBezTo>
                  <a:lnTo>
                    <a:pt x="529" y="8373"/>
                  </a:lnTo>
                  <a:lnTo>
                    <a:pt x="2800" y="563"/>
                  </a:lnTo>
                  <a:close/>
                  <a:moveTo>
                    <a:pt x="2604" y="0"/>
                  </a:moveTo>
                  <a:cubicBezTo>
                    <a:pt x="2475" y="0"/>
                    <a:pt x="2379" y="97"/>
                    <a:pt x="2347" y="193"/>
                  </a:cubicBezTo>
                  <a:lnTo>
                    <a:pt x="0" y="8261"/>
                  </a:lnTo>
                  <a:lnTo>
                    <a:pt x="0" y="8390"/>
                  </a:lnTo>
                  <a:cubicBezTo>
                    <a:pt x="0" y="8390"/>
                    <a:pt x="450" y="11219"/>
                    <a:pt x="900" y="14144"/>
                  </a:cubicBezTo>
                  <a:cubicBezTo>
                    <a:pt x="1383" y="17069"/>
                    <a:pt x="1865" y="20123"/>
                    <a:pt x="1961" y="20605"/>
                  </a:cubicBezTo>
                  <a:cubicBezTo>
                    <a:pt x="2058" y="21055"/>
                    <a:pt x="2315" y="21666"/>
                    <a:pt x="2797" y="22212"/>
                  </a:cubicBezTo>
                  <a:cubicBezTo>
                    <a:pt x="3247" y="22726"/>
                    <a:pt x="3922" y="23176"/>
                    <a:pt x="4790" y="23176"/>
                  </a:cubicBezTo>
                  <a:cubicBezTo>
                    <a:pt x="5047" y="23176"/>
                    <a:pt x="5336" y="23112"/>
                    <a:pt x="5658" y="23016"/>
                  </a:cubicBezTo>
                  <a:cubicBezTo>
                    <a:pt x="7619" y="22405"/>
                    <a:pt x="8551" y="20862"/>
                    <a:pt x="8551" y="19448"/>
                  </a:cubicBezTo>
                  <a:cubicBezTo>
                    <a:pt x="8551" y="19319"/>
                    <a:pt x="8551" y="19158"/>
                    <a:pt x="8519" y="19030"/>
                  </a:cubicBezTo>
                  <a:cubicBezTo>
                    <a:pt x="8454" y="18676"/>
                    <a:pt x="8294" y="17776"/>
                    <a:pt x="8069" y="16619"/>
                  </a:cubicBezTo>
                  <a:cubicBezTo>
                    <a:pt x="7329" y="13051"/>
                    <a:pt x="5979" y="6751"/>
                    <a:pt x="5561" y="3922"/>
                  </a:cubicBezTo>
                  <a:cubicBezTo>
                    <a:pt x="5272" y="2090"/>
                    <a:pt x="4629" y="1093"/>
                    <a:pt x="3986" y="547"/>
                  </a:cubicBezTo>
                  <a:cubicBezTo>
                    <a:pt x="3343" y="32"/>
                    <a:pt x="2733" y="0"/>
                    <a:pt x="2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261;p64">
              <a:extLst>
                <a:ext uri="{FF2B5EF4-FFF2-40B4-BE49-F238E27FC236}">
                  <a16:creationId xmlns:a16="http://schemas.microsoft.com/office/drawing/2014/main" id="{6221C2D6-95C7-9AFA-7467-F17CF6C6B222}"/>
                </a:ext>
              </a:extLst>
            </p:cNvPr>
            <p:cNvSpPr/>
            <p:nvPr/>
          </p:nvSpPr>
          <p:spPr>
            <a:xfrm>
              <a:off x="3106825" y="1594975"/>
              <a:ext cx="767475" cy="595950"/>
            </a:xfrm>
            <a:custGeom>
              <a:avLst/>
              <a:gdLst/>
              <a:ahLst/>
              <a:cxnLst/>
              <a:rect l="l" t="t" r="r" b="b"/>
              <a:pathLst>
                <a:path w="30699" h="23838" extrusionOk="0">
                  <a:moveTo>
                    <a:pt x="21971" y="1"/>
                  </a:moveTo>
                  <a:cubicBezTo>
                    <a:pt x="19140" y="1"/>
                    <a:pt x="15086" y="686"/>
                    <a:pt x="9386" y="2911"/>
                  </a:cubicBezTo>
                  <a:cubicBezTo>
                    <a:pt x="9386" y="2911"/>
                    <a:pt x="0" y="6865"/>
                    <a:pt x="0" y="8311"/>
                  </a:cubicBezTo>
                  <a:cubicBezTo>
                    <a:pt x="0" y="9758"/>
                    <a:pt x="5786" y="23837"/>
                    <a:pt x="5786" y="23837"/>
                  </a:cubicBezTo>
                  <a:lnTo>
                    <a:pt x="30698" y="17344"/>
                  </a:lnTo>
                  <a:lnTo>
                    <a:pt x="27901" y="1754"/>
                  </a:lnTo>
                  <a:cubicBezTo>
                    <a:pt x="27901" y="1754"/>
                    <a:pt x="26502" y="1"/>
                    <a:pt x="21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262;p64">
              <a:extLst>
                <a:ext uri="{FF2B5EF4-FFF2-40B4-BE49-F238E27FC236}">
                  <a16:creationId xmlns:a16="http://schemas.microsoft.com/office/drawing/2014/main" id="{181C63DF-B7BE-A1C4-A03D-6942D660C486}"/>
                </a:ext>
              </a:extLst>
            </p:cNvPr>
            <p:cNvSpPr/>
            <p:nvPr/>
          </p:nvSpPr>
          <p:spPr>
            <a:xfrm>
              <a:off x="3100400" y="1588175"/>
              <a:ext cx="781125" cy="609375"/>
            </a:xfrm>
            <a:custGeom>
              <a:avLst/>
              <a:gdLst/>
              <a:ahLst/>
              <a:cxnLst/>
              <a:rect l="l" t="t" r="r" b="b"/>
              <a:pathLst>
                <a:path w="31245" h="24375" extrusionOk="0">
                  <a:moveTo>
                    <a:pt x="22244" y="515"/>
                  </a:moveTo>
                  <a:cubicBezTo>
                    <a:pt x="24462" y="515"/>
                    <a:pt x="25908" y="965"/>
                    <a:pt x="26776" y="1383"/>
                  </a:cubicBezTo>
                  <a:cubicBezTo>
                    <a:pt x="27226" y="1576"/>
                    <a:pt x="27516" y="1801"/>
                    <a:pt x="27708" y="1929"/>
                  </a:cubicBezTo>
                  <a:cubicBezTo>
                    <a:pt x="27805" y="2026"/>
                    <a:pt x="27869" y="2090"/>
                    <a:pt x="27901" y="2122"/>
                  </a:cubicBezTo>
                  <a:lnTo>
                    <a:pt x="27915" y="2136"/>
                  </a:lnTo>
                  <a:lnTo>
                    <a:pt x="30634" y="17423"/>
                  </a:lnTo>
                  <a:lnTo>
                    <a:pt x="6207" y="23793"/>
                  </a:lnTo>
                  <a:lnTo>
                    <a:pt x="6207" y="23793"/>
                  </a:lnTo>
                  <a:cubicBezTo>
                    <a:pt x="6165" y="23693"/>
                    <a:pt x="6109" y="23561"/>
                    <a:pt x="6043" y="23402"/>
                  </a:cubicBezTo>
                  <a:cubicBezTo>
                    <a:pt x="5497" y="22052"/>
                    <a:pt x="4114" y="18645"/>
                    <a:pt x="2861" y="15398"/>
                  </a:cubicBezTo>
                  <a:cubicBezTo>
                    <a:pt x="2250" y="13791"/>
                    <a:pt x="1639" y="12216"/>
                    <a:pt x="1222" y="10994"/>
                  </a:cubicBezTo>
                  <a:cubicBezTo>
                    <a:pt x="996" y="10351"/>
                    <a:pt x="836" y="9805"/>
                    <a:pt x="707" y="9387"/>
                  </a:cubicBezTo>
                  <a:cubicBezTo>
                    <a:pt x="643" y="9194"/>
                    <a:pt x="611" y="9001"/>
                    <a:pt x="579" y="8873"/>
                  </a:cubicBezTo>
                  <a:cubicBezTo>
                    <a:pt x="546" y="8744"/>
                    <a:pt x="546" y="8615"/>
                    <a:pt x="546" y="8583"/>
                  </a:cubicBezTo>
                  <a:cubicBezTo>
                    <a:pt x="514" y="8583"/>
                    <a:pt x="546" y="8519"/>
                    <a:pt x="611" y="8423"/>
                  </a:cubicBezTo>
                  <a:cubicBezTo>
                    <a:pt x="707" y="8262"/>
                    <a:pt x="900" y="8037"/>
                    <a:pt x="1222" y="7812"/>
                  </a:cubicBezTo>
                  <a:cubicBezTo>
                    <a:pt x="2314" y="6976"/>
                    <a:pt x="4468" y="5851"/>
                    <a:pt x="6332" y="4983"/>
                  </a:cubicBezTo>
                  <a:cubicBezTo>
                    <a:pt x="7265" y="4533"/>
                    <a:pt x="8100" y="4147"/>
                    <a:pt x="8743" y="3858"/>
                  </a:cubicBezTo>
                  <a:cubicBezTo>
                    <a:pt x="9354" y="3569"/>
                    <a:pt x="9740" y="3408"/>
                    <a:pt x="9740" y="3408"/>
                  </a:cubicBezTo>
                  <a:cubicBezTo>
                    <a:pt x="15429" y="1190"/>
                    <a:pt x="19447" y="515"/>
                    <a:pt x="22244" y="515"/>
                  </a:cubicBezTo>
                  <a:close/>
                  <a:moveTo>
                    <a:pt x="22244" y="1"/>
                  </a:moveTo>
                  <a:cubicBezTo>
                    <a:pt x="19351" y="1"/>
                    <a:pt x="15269" y="676"/>
                    <a:pt x="9547" y="2926"/>
                  </a:cubicBezTo>
                  <a:cubicBezTo>
                    <a:pt x="9547" y="2926"/>
                    <a:pt x="7200" y="3922"/>
                    <a:pt x="4822" y="5112"/>
                  </a:cubicBezTo>
                  <a:cubicBezTo>
                    <a:pt x="3664" y="5690"/>
                    <a:pt x="2475" y="6333"/>
                    <a:pt x="1575" y="6912"/>
                  </a:cubicBezTo>
                  <a:cubicBezTo>
                    <a:pt x="1125" y="7201"/>
                    <a:pt x="771" y="7490"/>
                    <a:pt x="482" y="7748"/>
                  </a:cubicBezTo>
                  <a:cubicBezTo>
                    <a:pt x="354" y="7876"/>
                    <a:pt x="225" y="8005"/>
                    <a:pt x="129" y="8133"/>
                  </a:cubicBezTo>
                  <a:cubicBezTo>
                    <a:pt x="64" y="8262"/>
                    <a:pt x="0" y="8423"/>
                    <a:pt x="0" y="8583"/>
                  </a:cubicBezTo>
                  <a:cubicBezTo>
                    <a:pt x="0" y="8712"/>
                    <a:pt x="32" y="8873"/>
                    <a:pt x="64" y="9066"/>
                  </a:cubicBezTo>
                  <a:cubicBezTo>
                    <a:pt x="225" y="9773"/>
                    <a:pt x="675" y="11058"/>
                    <a:pt x="1222" y="12601"/>
                  </a:cubicBezTo>
                  <a:cubicBezTo>
                    <a:pt x="2925" y="17262"/>
                    <a:pt x="5786" y="24206"/>
                    <a:pt x="5786" y="24206"/>
                  </a:cubicBezTo>
                  <a:cubicBezTo>
                    <a:pt x="5839" y="24312"/>
                    <a:pt x="5937" y="24374"/>
                    <a:pt x="6042" y="24374"/>
                  </a:cubicBezTo>
                  <a:cubicBezTo>
                    <a:pt x="6063" y="24374"/>
                    <a:pt x="6085" y="24372"/>
                    <a:pt x="6107" y="24366"/>
                  </a:cubicBezTo>
                  <a:lnTo>
                    <a:pt x="31019" y="17873"/>
                  </a:lnTo>
                  <a:cubicBezTo>
                    <a:pt x="31148" y="17841"/>
                    <a:pt x="31244" y="17712"/>
                    <a:pt x="31212" y="17552"/>
                  </a:cubicBezTo>
                  <a:lnTo>
                    <a:pt x="28416" y="1962"/>
                  </a:lnTo>
                  <a:lnTo>
                    <a:pt x="28351" y="1833"/>
                  </a:lnTo>
                  <a:cubicBezTo>
                    <a:pt x="28319" y="1769"/>
                    <a:pt x="26808" y="1"/>
                    <a:pt x="22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263;p64">
              <a:extLst>
                <a:ext uri="{FF2B5EF4-FFF2-40B4-BE49-F238E27FC236}">
                  <a16:creationId xmlns:a16="http://schemas.microsoft.com/office/drawing/2014/main" id="{A3E94E9C-DC27-9BBB-0395-C98A327FF011}"/>
                </a:ext>
              </a:extLst>
            </p:cNvPr>
            <p:cNvSpPr/>
            <p:nvPr/>
          </p:nvSpPr>
          <p:spPr>
            <a:xfrm>
              <a:off x="3300475" y="1435225"/>
              <a:ext cx="606750" cy="742775"/>
            </a:xfrm>
            <a:custGeom>
              <a:avLst/>
              <a:gdLst/>
              <a:ahLst/>
              <a:cxnLst/>
              <a:rect l="l" t="t" r="r" b="b"/>
              <a:pathLst>
                <a:path w="24270" h="29711" extrusionOk="0">
                  <a:moveTo>
                    <a:pt x="17600" y="1"/>
                  </a:moveTo>
                  <a:cubicBezTo>
                    <a:pt x="15099" y="1"/>
                    <a:pt x="12134" y="159"/>
                    <a:pt x="10191" y="783"/>
                  </a:cubicBezTo>
                  <a:cubicBezTo>
                    <a:pt x="10191" y="783"/>
                    <a:pt x="7523" y="2422"/>
                    <a:pt x="5401" y="3644"/>
                  </a:cubicBezTo>
                  <a:cubicBezTo>
                    <a:pt x="3248" y="4833"/>
                    <a:pt x="1" y="6504"/>
                    <a:pt x="1" y="9848"/>
                  </a:cubicBezTo>
                  <a:cubicBezTo>
                    <a:pt x="1" y="13191"/>
                    <a:pt x="2412" y="26434"/>
                    <a:pt x="2412" y="27816"/>
                  </a:cubicBezTo>
                  <a:cubicBezTo>
                    <a:pt x="2412" y="28999"/>
                    <a:pt x="2482" y="29711"/>
                    <a:pt x="2503" y="29711"/>
                  </a:cubicBezTo>
                  <a:cubicBezTo>
                    <a:pt x="2506" y="29711"/>
                    <a:pt x="2508" y="29690"/>
                    <a:pt x="2508" y="29649"/>
                  </a:cubicBezTo>
                  <a:cubicBezTo>
                    <a:pt x="2508" y="29391"/>
                    <a:pt x="18805" y="24023"/>
                    <a:pt x="18805" y="24023"/>
                  </a:cubicBezTo>
                  <a:cubicBezTo>
                    <a:pt x="18805" y="24023"/>
                    <a:pt x="19834" y="19748"/>
                    <a:pt x="20670" y="17723"/>
                  </a:cubicBezTo>
                  <a:cubicBezTo>
                    <a:pt x="21506" y="15666"/>
                    <a:pt x="20670" y="13930"/>
                    <a:pt x="21602" y="10587"/>
                  </a:cubicBezTo>
                  <a:cubicBezTo>
                    <a:pt x="22534" y="7244"/>
                    <a:pt x="24270" y="5026"/>
                    <a:pt x="23531" y="2519"/>
                  </a:cubicBezTo>
                  <a:cubicBezTo>
                    <a:pt x="22791" y="43"/>
                    <a:pt x="22598" y="108"/>
                    <a:pt x="19930" y="43"/>
                  </a:cubicBezTo>
                  <a:cubicBezTo>
                    <a:pt x="19246" y="19"/>
                    <a:pt x="18450" y="1"/>
                    <a:pt x="17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264;p64">
              <a:extLst>
                <a:ext uri="{FF2B5EF4-FFF2-40B4-BE49-F238E27FC236}">
                  <a16:creationId xmlns:a16="http://schemas.microsoft.com/office/drawing/2014/main" id="{E4C847C9-6530-93BB-A147-C02D990A1A53}"/>
                </a:ext>
              </a:extLst>
            </p:cNvPr>
            <p:cNvSpPr/>
            <p:nvPr/>
          </p:nvSpPr>
          <p:spPr>
            <a:xfrm>
              <a:off x="3294050" y="1428275"/>
              <a:ext cx="605950" cy="757025"/>
            </a:xfrm>
            <a:custGeom>
              <a:avLst/>
              <a:gdLst/>
              <a:ahLst/>
              <a:cxnLst/>
              <a:rect l="l" t="t" r="r" b="b"/>
              <a:pathLst>
                <a:path w="24238" h="30281" extrusionOk="0">
                  <a:moveTo>
                    <a:pt x="17905" y="546"/>
                  </a:moveTo>
                  <a:cubicBezTo>
                    <a:pt x="18741" y="546"/>
                    <a:pt x="19512" y="546"/>
                    <a:pt x="20187" y="579"/>
                  </a:cubicBezTo>
                  <a:cubicBezTo>
                    <a:pt x="20863" y="611"/>
                    <a:pt x="21377" y="611"/>
                    <a:pt x="21763" y="643"/>
                  </a:cubicBezTo>
                  <a:cubicBezTo>
                    <a:pt x="22052" y="675"/>
                    <a:pt x="22245" y="739"/>
                    <a:pt x="22438" y="804"/>
                  </a:cubicBezTo>
                  <a:cubicBezTo>
                    <a:pt x="22663" y="900"/>
                    <a:pt x="22823" y="1061"/>
                    <a:pt x="22984" y="1382"/>
                  </a:cubicBezTo>
                  <a:cubicBezTo>
                    <a:pt x="23177" y="1704"/>
                    <a:pt x="23338" y="2186"/>
                    <a:pt x="23531" y="2893"/>
                  </a:cubicBezTo>
                  <a:cubicBezTo>
                    <a:pt x="23659" y="3279"/>
                    <a:pt x="23691" y="3664"/>
                    <a:pt x="23691" y="4050"/>
                  </a:cubicBezTo>
                  <a:cubicBezTo>
                    <a:pt x="23691" y="4982"/>
                    <a:pt x="23370" y="5979"/>
                    <a:pt x="22952" y="7072"/>
                  </a:cubicBezTo>
                  <a:cubicBezTo>
                    <a:pt x="22534" y="8165"/>
                    <a:pt x="21988" y="9386"/>
                    <a:pt x="21602" y="10801"/>
                  </a:cubicBezTo>
                  <a:cubicBezTo>
                    <a:pt x="21120" y="12504"/>
                    <a:pt x="21088" y="13790"/>
                    <a:pt x="21088" y="14915"/>
                  </a:cubicBezTo>
                  <a:cubicBezTo>
                    <a:pt x="21088" y="16040"/>
                    <a:pt x="21055" y="16940"/>
                    <a:pt x="20670" y="17904"/>
                  </a:cubicBezTo>
                  <a:cubicBezTo>
                    <a:pt x="20252" y="18933"/>
                    <a:pt x="19802" y="20508"/>
                    <a:pt x="19416" y="21826"/>
                  </a:cubicBezTo>
                  <a:cubicBezTo>
                    <a:pt x="19139" y="22885"/>
                    <a:pt x="18921" y="23766"/>
                    <a:pt x="18840" y="24097"/>
                  </a:cubicBezTo>
                  <a:lnTo>
                    <a:pt x="18840" y="24097"/>
                  </a:lnTo>
                  <a:cubicBezTo>
                    <a:pt x="18051" y="24357"/>
                    <a:pt x="14442" y="25551"/>
                    <a:pt x="10833" y="26744"/>
                  </a:cubicBezTo>
                  <a:cubicBezTo>
                    <a:pt x="8808" y="27451"/>
                    <a:pt x="6751" y="28159"/>
                    <a:pt x="5240" y="28673"/>
                  </a:cubicBezTo>
                  <a:cubicBezTo>
                    <a:pt x="4469" y="28962"/>
                    <a:pt x="3826" y="29187"/>
                    <a:pt x="3376" y="29380"/>
                  </a:cubicBezTo>
                  <a:cubicBezTo>
                    <a:pt x="3229" y="29422"/>
                    <a:pt x="3096" y="29478"/>
                    <a:pt x="2986" y="29520"/>
                  </a:cubicBezTo>
                  <a:lnTo>
                    <a:pt x="2986" y="29520"/>
                  </a:lnTo>
                  <a:cubicBezTo>
                    <a:pt x="2977" y="29197"/>
                    <a:pt x="2958" y="28712"/>
                    <a:pt x="2958" y="28094"/>
                  </a:cubicBezTo>
                  <a:cubicBezTo>
                    <a:pt x="2958" y="27869"/>
                    <a:pt x="2894" y="27516"/>
                    <a:pt x="2830" y="27034"/>
                  </a:cubicBezTo>
                  <a:cubicBezTo>
                    <a:pt x="2605" y="25266"/>
                    <a:pt x="2026" y="21762"/>
                    <a:pt x="1512" y="18322"/>
                  </a:cubicBezTo>
                  <a:cubicBezTo>
                    <a:pt x="997" y="14915"/>
                    <a:pt x="547" y="11540"/>
                    <a:pt x="547" y="10126"/>
                  </a:cubicBezTo>
                  <a:cubicBezTo>
                    <a:pt x="547" y="8550"/>
                    <a:pt x="1287" y="7361"/>
                    <a:pt x="2347" y="6429"/>
                  </a:cubicBezTo>
                  <a:cubicBezTo>
                    <a:pt x="3376" y="5465"/>
                    <a:pt x="4694" y="4757"/>
                    <a:pt x="5787" y="4147"/>
                  </a:cubicBezTo>
                  <a:cubicBezTo>
                    <a:pt x="7908" y="2957"/>
                    <a:pt x="10608" y="1286"/>
                    <a:pt x="10608" y="1286"/>
                  </a:cubicBezTo>
                  <a:lnTo>
                    <a:pt x="10597" y="1270"/>
                  </a:lnTo>
                  <a:lnTo>
                    <a:pt x="10597" y="1270"/>
                  </a:lnTo>
                  <a:cubicBezTo>
                    <a:pt x="12495" y="704"/>
                    <a:pt x="15421" y="546"/>
                    <a:pt x="17905" y="546"/>
                  </a:cubicBezTo>
                  <a:close/>
                  <a:moveTo>
                    <a:pt x="17905" y="0"/>
                  </a:moveTo>
                  <a:cubicBezTo>
                    <a:pt x="15366" y="0"/>
                    <a:pt x="12376" y="161"/>
                    <a:pt x="10383" y="804"/>
                  </a:cubicBezTo>
                  <a:lnTo>
                    <a:pt x="10319" y="804"/>
                  </a:lnTo>
                  <a:cubicBezTo>
                    <a:pt x="10319" y="804"/>
                    <a:pt x="10158" y="932"/>
                    <a:pt x="9869" y="1093"/>
                  </a:cubicBezTo>
                  <a:cubicBezTo>
                    <a:pt x="9001" y="1607"/>
                    <a:pt x="7105" y="2797"/>
                    <a:pt x="5498" y="3697"/>
                  </a:cubicBezTo>
                  <a:cubicBezTo>
                    <a:pt x="4437" y="4275"/>
                    <a:pt x="3087" y="5015"/>
                    <a:pt x="1994" y="6011"/>
                  </a:cubicBezTo>
                  <a:cubicBezTo>
                    <a:pt x="869" y="7040"/>
                    <a:pt x="1" y="8358"/>
                    <a:pt x="1" y="10126"/>
                  </a:cubicBezTo>
                  <a:cubicBezTo>
                    <a:pt x="1" y="10993"/>
                    <a:pt x="162" y="12440"/>
                    <a:pt x="387" y="14176"/>
                  </a:cubicBezTo>
                  <a:cubicBezTo>
                    <a:pt x="708" y="16779"/>
                    <a:pt x="1222" y="19994"/>
                    <a:pt x="1640" y="22726"/>
                  </a:cubicBezTo>
                  <a:cubicBezTo>
                    <a:pt x="1865" y="24076"/>
                    <a:pt x="2058" y="25298"/>
                    <a:pt x="2187" y="26230"/>
                  </a:cubicBezTo>
                  <a:cubicBezTo>
                    <a:pt x="2347" y="27194"/>
                    <a:pt x="2412" y="27869"/>
                    <a:pt x="2412" y="28094"/>
                  </a:cubicBezTo>
                  <a:cubicBezTo>
                    <a:pt x="2412" y="28705"/>
                    <a:pt x="2444" y="29187"/>
                    <a:pt x="2444" y="29509"/>
                  </a:cubicBezTo>
                  <a:cubicBezTo>
                    <a:pt x="2476" y="29669"/>
                    <a:pt x="2476" y="29798"/>
                    <a:pt x="2476" y="29894"/>
                  </a:cubicBezTo>
                  <a:lnTo>
                    <a:pt x="2508" y="30023"/>
                  </a:lnTo>
                  <a:lnTo>
                    <a:pt x="2508" y="30055"/>
                  </a:lnTo>
                  <a:lnTo>
                    <a:pt x="2540" y="30119"/>
                  </a:lnTo>
                  <a:lnTo>
                    <a:pt x="2572" y="30184"/>
                  </a:lnTo>
                  <a:cubicBezTo>
                    <a:pt x="2605" y="30216"/>
                    <a:pt x="2669" y="30248"/>
                    <a:pt x="2765" y="30280"/>
                  </a:cubicBezTo>
                  <a:cubicBezTo>
                    <a:pt x="2862" y="30280"/>
                    <a:pt x="2926" y="30216"/>
                    <a:pt x="2958" y="30184"/>
                  </a:cubicBezTo>
                  <a:cubicBezTo>
                    <a:pt x="2987" y="30155"/>
                    <a:pt x="3016" y="30126"/>
                    <a:pt x="3021" y="30097"/>
                  </a:cubicBezTo>
                  <a:lnTo>
                    <a:pt x="3021" y="30097"/>
                  </a:lnTo>
                  <a:cubicBezTo>
                    <a:pt x="3066" y="30081"/>
                    <a:pt x="3132" y="30056"/>
                    <a:pt x="3215" y="30023"/>
                  </a:cubicBezTo>
                  <a:cubicBezTo>
                    <a:pt x="3762" y="29766"/>
                    <a:pt x="5047" y="29316"/>
                    <a:pt x="6655" y="28769"/>
                  </a:cubicBezTo>
                  <a:cubicBezTo>
                    <a:pt x="9066" y="27901"/>
                    <a:pt x="12184" y="26873"/>
                    <a:pt x="14723" y="26037"/>
                  </a:cubicBezTo>
                  <a:cubicBezTo>
                    <a:pt x="15977" y="25587"/>
                    <a:pt x="17069" y="25233"/>
                    <a:pt x="17873" y="24976"/>
                  </a:cubicBezTo>
                  <a:cubicBezTo>
                    <a:pt x="18677" y="24719"/>
                    <a:pt x="19159" y="24558"/>
                    <a:pt x="19159" y="24558"/>
                  </a:cubicBezTo>
                  <a:cubicBezTo>
                    <a:pt x="19255" y="24526"/>
                    <a:pt x="19320" y="24430"/>
                    <a:pt x="19320" y="24366"/>
                  </a:cubicBezTo>
                  <a:cubicBezTo>
                    <a:pt x="19320" y="24366"/>
                    <a:pt x="19384" y="24076"/>
                    <a:pt x="19512" y="23658"/>
                  </a:cubicBezTo>
                  <a:cubicBezTo>
                    <a:pt x="19834" y="22373"/>
                    <a:pt x="20573" y="19576"/>
                    <a:pt x="21184" y="18097"/>
                  </a:cubicBezTo>
                  <a:cubicBezTo>
                    <a:pt x="21602" y="17004"/>
                    <a:pt x="21602" y="16008"/>
                    <a:pt x="21634" y="14915"/>
                  </a:cubicBezTo>
                  <a:cubicBezTo>
                    <a:pt x="21634" y="13822"/>
                    <a:pt x="21666" y="12569"/>
                    <a:pt x="22116" y="10929"/>
                  </a:cubicBezTo>
                  <a:cubicBezTo>
                    <a:pt x="22502" y="9579"/>
                    <a:pt x="23016" y="8390"/>
                    <a:pt x="23466" y="7265"/>
                  </a:cubicBezTo>
                  <a:cubicBezTo>
                    <a:pt x="23884" y="6172"/>
                    <a:pt x="24238" y="5111"/>
                    <a:pt x="24238" y="4050"/>
                  </a:cubicBezTo>
                  <a:cubicBezTo>
                    <a:pt x="24238" y="3600"/>
                    <a:pt x="24173" y="3182"/>
                    <a:pt x="24045" y="2732"/>
                  </a:cubicBezTo>
                  <a:cubicBezTo>
                    <a:pt x="23852" y="2089"/>
                    <a:pt x="23723" y="1639"/>
                    <a:pt x="23531" y="1254"/>
                  </a:cubicBezTo>
                  <a:cubicBezTo>
                    <a:pt x="23402" y="996"/>
                    <a:pt x="23273" y="771"/>
                    <a:pt x="23080" y="579"/>
                  </a:cubicBezTo>
                  <a:cubicBezTo>
                    <a:pt x="22791" y="321"/>
                    <a:pt x="22405" y="193"/>
                    <a:pt x="21955" y="129"/>
                  </a:cubicBezTo>
                  <a:cubicBezTo>
                    <a:pt x="21505" y="64"/>
                    <a:pt x="20959" y="64"/>
                    <a:pt x="20187" y="32"/>
                  </a:cubicBezTo>
                  <a:cubicBezTo>
                    <a:pt x="19512" y="0"/>
                    <a:pt x="18741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265;p64">
              <a:extLst>
                <a:ext uri="{FF2B5EF4-FFF2-40B4-BE49-F238E27FC236}">
                  <a16:creationId xmlns:a16="http://schemas.microsoft.com/office/drawing/2014/main" id="{CADC746C-6EBB-72A7-0261-57A9F8AEDE04}"/>
                </a:ext>
              </a:extLst>
            </p:cNvPr>
            <p:cNvSpPr/>
            <p:nvPr/>
          </p:nvSpPr>
          <p:spPr>
            <a:xfrm>
              <a:off x="3471650" y="1404675"/>
              <a:ext cx="296550" cy="281575"/>
            </a:xfrm>
            <a:custGeom>
              <a:avLst/>
              <a:gdLst/>
              <a:ahLst/>
              <a:cxnLst/>
              <a:rect l="l" t="t" r="r" b="b"/>
              <a:pathLst>
                <a:path w="11862" h="11263" extrusionOk="0">
                  <a:moveTo>
                    <a:pt x="3896" y="0"/>
                  </a:moveTo>
                  <a:cubicBezTo>
                    <a:pt x="3088" y="0"/>
                    <a:pt x="2433" y="172"/>
                    <a:pt x="2122" y="526"/>
                  </a:cubicBezTo>
                  <a:cubicBezTo>
                    <a:pt x="2122" y="526"/>
                    <a:pt x="933" y="1169"/>
                    <a:pt x="483" y="4158"/>
                  </a:cubicBezTo>
                  <a:cubicBezTo>
                    <a:pt x="1" y="7116"/>
                    <a:pt x="1" y="11262"/>
                    <a:pt x="1" y="11262"/>
                  </a:cubicBezTo>
                  <a:cubicBezTo>
                    <a:pt x="1" y="11262"/>
                    <a:pt x="5015" y="8498"/>
                    <a:pt x="5755" y="8402"/>
                  </a:cubicBezTo>
                  <a:cubicBezTo>
                    <a:pt x="5770" y="8399"/>
                    <a:pt x="5788" y="8398"/>
                    <a:pt x="5808" y="8398"/>
                  </a:cubicBezTo>
                  <a:cubicBezTo>
                    <a:pt x="6720" y="8398"/>
                    <a:pt x="11862" y="10523"/>
                    <a:pt x="11862" y="10523"/>
                  </a:cubicBezTo>
                  <a:cubicBezTo>
                    <a:pt x="11862" y="10523"/>
                    <a:pt x="11123" y="6280"/>
                    <a:pt x="9998" y="3323"/>
                  </a:cubicBezTo>
                  <a:cubicBezTo>
                    <a:pt x="9206" y="1181"/>
                    <a:pt x="6021" y="0"/>
                    <a:pt x="3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266;p64">
              <a:extLst>
                <a:ext uri="{FF2B5EF4-FFF2-40B4-BE49-F238E27FC236}">
                  <a16:creationId xmlns:a16="http://schemas.microsoft.com/office/drawing/2014/main" id="{46B078B8-D054-9259-0BC8-1EE63C1B0812}"/>
                </a:ext>
              </a:extLst>
            </p:cNvPr>
            <p:cNvSpPr/>
            <p:nvPr/>
          </p:nvSpPr>
          <p:spPr>
            <a:xfrm>
              <a:off x="3465225" y="1397725"/>
              <a:ext cx="310225" cy="295550"/>
            </a:xfrm>
            <a:custGeom>
              <a:avLst/>
              <a:gdLst/>
              <a:ahLst/>
              <a:cxnLst/>
              <a:rect l="l" t="t" r="r" b="b"/>
              <a:pathLst>
                <a:path w="12409" h="11822" extrusionOk="0">
                  <a:moveTo>
                    <a:pt x="4179" y="547"/>
                  </a:moveTo>
                  <a:cubicBezTo>
                    <a:pt x="5176" y="547"/>
                    <a:pt x="6494" y="836"/>
                    <a:pt x="7587" y="1383"/>
                  </a:cubicBezTo>
                  <a:cubicBezTo>
                    <a:pt x="8712" y="1929"/>
                    <a:pt x="9644" y="2701"/>
                    <a:pt x="9997" y="3697"/>
                  </a:cubicBezTo>
                  <a:cubicBezTo>
                    <a:pt x="10576" y="5144"/>
                    <a:pt x="11026" y="6944"/>
                    <a:pt x="11348" y="8358"/>
                  </a:cubicBezTo>
                  <a:cubicBezTo>
                    <a:pt x="11508" y="9097"/>
                    <a:pt x="11637" y="9708"/>
                    <a:pt x="11733" y="10158"/>
                  </a:cubicBezTo>
                  <a:cubicBezTo>
                    <a:pt x="11745" y="10242"/>
                    <a:pt x="11757" y="10319"/>
                    <a:pt x="11769" y="10389"/>
                  </a:cubicBezTo>
                  <a:lnTo>
                    <a:pt x="11769" y="10389"/>
                  </a:lnTo>
                  <a:cubicBezTo>
                    <a:pt x="11272" y="10182"/>
                    <a:pt x="10420" y="9833"/>
                    <a:pt x="9515" y="9483"/>
                  </a:cubicBezTo>
                  <a:cubicBezTo>
                    <a:pt x="8808" y="9226"/>
                    <a:pt x="8069" y="8969"/>
                    <a:pt x="7458" y="8776"/>
                  </a:cubicBezTo>
                  <a:cubicBezTo>
                    <a:pt x="7169" y="8647"/>
                    <a:pt x="6879" y="8583"/>
                    <a:pt x="6654" y="8519"/>
                  </a:cubicBezTo>
                  <a:cubicBezTo>
                    <a:pt x="6397" y="8455"/>
                    <a:pt x="6204" y="8422"/>
                    <a:pt x="6044" y="8422"/>
                  </a:cubicBezTo>
                  <a:lnTo>
                    <a:pt x="5979" y="8422"/>
                  </a:lnTo>
                  <a:cubicBezTo>
                    <a:pt x="5819" y="8455"/>
                    <a:pt x="5658" y="8487"/>
                    <a:pt x="5433" y="8583"/>
                  </a:cubicBezTo>
                  <a:cubicBezTo>
                    <a:pt x="4694" y="8905"/>
                    <a:pt x="3376" y="9580"/>
                    <a:pt x="2219" y="10190"/>
                  </a:cubicBezTo>
                  <a:cubicBezTo>
                    <a:pt x="1538" y="10560"/>
                    <a:pt x="916" y="10894"/>
                    <a:pt x="531" y="11100"/>
                  </a:cubicBezTo>
                  <a:lnTo>
                    <a:pt x="531" y="11100"/>
                  </a:lnTo>
                  <a:cubicBezTo>
                    <a:pt x="535" y="11029"/>
                    <a:pt x="540" y="10951"/>
                    <a:pt x="547" y="10865"/>
                  </a:cubicBezTo>
                  <a:cubicBezTo>
                    <a:pt x="547" y="9547"/>
                    <a:pt x="643" y="6654"/>
                    <a:pt x="997" y="4469"/>
                  </a:cubicBezTo>
                  <a:cubicBezTo>
                    <a:pt x="1222" y="3022"/>
                    <a:pt x="1608" y="2154"/>
                    <a:pt x="1961" y="1672"/>
                  </a:cubicBezTo>
                  <a:cubicBezTo>
                    <a:pt x="2122" y="1415"/>
                    <a:pt x="2283" y="1254"/>
                    <a:pt x="2379" y="1158"/>
                  </a:cubicBezTo>
                  <a:cubicBezTo>
                    <a:pt x="2411" y="1126"/>
                    <a:pt x="2476" y="1093"/>
                    <a:pt x="2508" y="1061"/>
                  </a:cubicBezTo>
                  <a:lnTo>
                    <a:pt x="2604" y="997"/>
                  </a:lnTo>
                  <a:cubicBezTo>
                    <a:pt x="2701" y="868"/>
                    <a:pt x="2894" y="740"/>
                    <a:pt x="3183" y="676"/>
                  </a:cubicBezTo>
                  <a:cubicBezTo>
                    <a:pt x="3440" y="579"/>
                    <a:pt x="3794" y="547"/>
                    <a:pt x="4179" y="547"/>
                  </a:cubicBezTo>
                  <a:close/>
                  <a:moveTo>
                    <a:pt x="4179" y="1"/>
                  </a:moveTo>
                  <a:cubicBezTo>
                    <a:pt x="3761" y="1"/>
                    <a:pt x="3344" y="65"/>
                    <a:pt x="3022" y="161"/>
                  </a:cubicBezTo>
                  <a:cubicBezTo>
                    <a:pt x="2700" y="249"/>
                    <a:pt x="2431" y="390"/>
                    <a:pt x="2240" y="585"/>
                  </a:cubicBezTo>
                  <a:lnTo>
                    <a:pt x="2240" y="585"/>
                  </a:lnTo>
                  <a:cubicBezTo>
                    <a:pt x="2102" y="664"/>
                    <a:pt x="916" y="1453"/>
                    <a:pt x="451" y="4372"/>
                  </a:cubicBezTo>
                  <a:cubicBezTo>
                    <a:pt x="1" y="7394"/>
                    <a:pt x="1" y="11540"/>
                    <a:pt x="1" y="11540"/>
                  </a:cubicBezTo>
                  <a:cubicBezTo>
                    <a:pt x="1" y="11637"/>
                    <a:pt x="33" y="11733"/>
                    <a:pt x="129" y="11798"/>
                  </a:cubicBezTo>
                  <a:cubicBezTo>
                    <a:pt x="161" y="11814"/>
                    <a:pt x="210" y="11822"/>
                    <a:pt x="258" y="11822"/>
                  </a:cubicBezTo>
                  <a:cubicBezTo>
                    <a:pt x="306" y="11822"/>
                    <a:pt x="354" y="11814"/>
                    <a:pt x="386" y="11798"/>
                  </a:cubicBezTo>
                  <a:cubicBezTo>
                    <a:pt x="386" y="11798"/>
                    <a:pt x="708" y="11605"/>
                    <a:pt x="1190" y="11348"/>
                  </a:cubicBezTo>
                  <a:cubicBezTo>
                    <a:pt x="1897" y="10962"/>
                    <a:pt x="2990" y="10383"/>
                    <a:pt x="3986" y="9869"/>
                  </a:cubicBezTo>
                  <a:cubicBezTo>
                    <a:pt x="4469" y="9612"/>
                    <a:pt x="4951" y="9387"/>
                    <a:pt x="5304" y="9226"/>
                  </a:cubicBezTo>
                  <a:cubicBezTo>
                    <a:pt x="5497" y="9130"/>
                    <a:pt x="5658" y="9065"/>
                    <a:pt x="5787" y="9033"/>
                  </a:cubicBezTo>
                  <a:cubicBezTo>
                    <a:pt x="5915" y="8969"/>
                    <a:pt x="6012" y="8937"/>
                    <a:pt x="6044" y="8937"/>
                  </a:cubicBezTo>
                  <a:cubicBezTo>
                    <a:pt x="6108" y="8937"/>
                    <a:pt x="6301" y="8969"/>
                    <a:pt x="6494" y="9033"/>
                  </a:cubicBezTo>
                  <a:cubicBezTo>
                    <a:pt x="7265" y="9226"/>
                    <a:pt x="8680" y="9740"/>
                    <a:pt x="9837" y="10190"/>
                  </a:cubicBezTo>
                  <a:cubicBezTo>
                    <a:pt x="10447" y="10415"/>
                    <a:pt x="10994" y="10640"/>
                    <a:pt x="11380" y="10801"/>
                  </a:cubicBezTo>
                  <a:cubicBezTo>
                    <a:pt x="11765" y="10962"/>
                    <a:pt x="12023" y="11058"/>
                    <a:pt x="12023" y="11058"/>
                  </a:cubicBezTo>
                  <a:cubicBezTo>
                    <a:pt x="12063" y="11072"/>
                    <a:pt x="12102" y="11079"/>
                    <a:pt x="12140" y="11079"/>
                  </a:cubicBezTo>
                  <a:cubicBezTo>
                    <a:pt x="12193" y="11079"/>
                    <a:pt x="12242" y="11064"/>
                    <a:pt x="12280" y="11026"/>
                  </a:cubicBezTo>
                  <a:cubicBezTo>
                    <a:pt x="12344" y="10962"/>
                    <a:pt x="12408" y="10865"/>
                    <a:pt x="12376" y="10769"/>
                  </a:cubicBezTo>
                  <a:cubicBezTo>
                    <a:pt x="12376" y="10769"/>
                    <a:pt x="11637" y="6494"/>
                    <a:pt x="10512" y="3504"/>
                  </a:cubicBezTo>
                  <a:cubicBezTo>
                    <a:pt x="10062" y="2347"/>
                    <a:pt x="9033" y="1479"/>
                    <a:pt x="7844" y="901"/>
                  </a:cubicBezTo>
                  <a:cubicBezTo>
                    <a:pt x="6622" y="322"/>
                    <a:pt x="5272" y="1"/>
                    <a:pt x="4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4267;p64">
              <a:extLst>
                <a:ext uri="{FF2B5EF4-FFF2-40B4-BE49-F238E27FC236}">
                  <a16:creationId xmlns:a16="http://schemas.microsoft.com/office/drawing/2014/main" id="{C66F020F-A0A7-414B-98D8-B3885407F1AC}"/>
                </a:ext>
              </a:extLst>
            </p:cNvPr>
            <p:cNvSpPr/>
            <p:nvPr/>
          </p:nvSpPr>
          <p:spPr>
            <a:xfrm>
              <a:off x="3502200" y="1399325"/>
              <a:ext cx="156725" cy="307825"/>
            </a:xfrm>
            <a:custGeom>
              <a:avLst/>
              <a:gdLst/>
              <a:ahLst/>
              <a:cxnLst/>
              <a:rect l="l" t="t" r="r" b="b"/>
              <a:pathLst>
                <a:path w="6269" h="12313" extrusionOk="0">
                  <a:moveTo>
                    <a:pt x="0" y="1"/>
                  </a:moveTo>
                  <a:cubicBezTo>
                    <a:pt x="0" y="1"/>
                    <a:pt x="32" y="129"/>
                    <a:pt x="64" y="322"/>
                  </a:cubicBezTo>
                  <a:cubicBezTo>
                    <a:pt x="450" y="1576"/>
                    <a:pt x="1768" y="6205"/>
                    <a:pt x="2572" y="8519"/>
                  </a:cubicBezTo>
                  <a:cubicBezTo>
                    <a:pt x="3504" y="11219"/>
                    <a:pt x="4886" y="12312"/>
                    <a:pt x="4886" y="12312"/>
                  </a:cubicBezTo>
                  <a:lnTo>
                    <a:pt x="6268" y="6783"/>
                  </a:lnTo>
                  <a:cubicBezTo>
                    <a:pt x="6268" y="6783"/>
                    <a:pt x="836" y="14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4268;p64">
              <a:extLst>
                <a:ext uri="{FF2B5EF4-FFF2-40B4-BE49-F238E27FC236}">
                  <a16:creationId xmlns:a16="http://schemas.microsoft.com/office/drawing/2014/main" id="{46AB52C9-34C4-CB2A-D93B-F97348928ADC}"/>
                </a:ext>
              </a:extLst>
            </p:cNvPr>
            <p:cNvSpPr/>
            <p:nvPr/>
          </p:nvSpPr>
          <p:spPr>
            <a:xfrm>
              <a:off x="3494150" y="1392900"/>
              <a:ext cx="172000" cy="321200"/>
            </a:xfrm>
            <a:custGeom>
              <a:avLst/>
              <a:gdLst/>
              <a:ahLst/>
              <a:cxnLst/>
              <a:rect l="l" t="t" r="r" b="b"/>
              <a:pathLst>
                <a:path w="6880" h="12848" extrusionOk="0">
                  <a:moveTo>
                    <a:pt x="957" y="1566"/>
                  </a:moveTo>
                  <a:cubicBezTo>
                    <a:pt x="1108" y="1743"/>
                    <a:pt x="1272" y="1929"/>
                    <a:pt x="1447" y="2122"/>
                  </a:cubicBezTo>
                  <a:cubicBezTo>
                    <a:pt x="3115" y="3988"/>
                    <a:pt x="5702" y="6499"/>
                    <a:pt x="6302" y="7100"/>
                  </a:cubicBezTo>
                  <a:lnTo>
                    <a:pt x="6302" y="7100"/>
                  </a:lnTo>
                  <a:lnTo>
                    <a:pt x="5062" y="12062"/>
                  </a:lnTo>
                  <a:lnTo>
                    <a:pt x="5062" y="12062"/>
                  </a:lnTo>
                  <a:cubicBezTo>
                    <a:pt x="4616" y="11571"/>
                    <a:pt x="3788" y="10505"/>
                    <a:pt x="3151" y="8712"/>
                  </a:cubicBezTo>
                  <a:cubicBezTo>
                    <a:pt x="2501" y="6840"/>
                    <a:pt x="1515" y="3456"/>
                    <a:pt x="957" y="1566"/>
                  </a:cubicBezTo>
                  <a:close/>
                  <a:moveTo>
                    <a:pt x="328" y="1"/>
                  </a:moveTo>
                  <a:cubicBezTo>
                    <a:pt x="283" y="1"/>
                    <a:pt x="236" y="11"/>
                    <a:pt x="194" y="33"/>
                  </a:cubicBezTo>
                  <a:cubicBezTo>
                    <a:pt x="65" y="65"/>
                    <a:pt x="1" y="194"/>
                    <a:pt x="65" y="354"/>
                  </a:cubicBezTo>
                  <a:cubicBezTo>
                    <a:pt x="65" y="354"/>
                    <a:pt x="68" y="364"/>
                    <a:pt x="73" y="382"/>
                  </a:cubicBezTo>
                  <a:lnTo>
                    <a:pt x="73" y="382"/>
                  </a:lnTo>
                  <a:lnTo>
                    <a:pt x="65" y="386"/>
                  </a:lnTo>
                  <a:cubicBezTo>
                    <a:pt x="71" y="395"/>
                    <a:pt x="76" y="404"/>
                    <a:pt x="82" y="413"/>
                  </a:cubicBezTo>
                  <a:lnTo>
                    <a:pt x="82" y="413"/>
                  </a:lnTo>
                  <a:cubicBezTo>
                    <a:pt x="94" y="461"/>
                    <a:pt x="112" y="538"/>
                    <a:pt x="129" y="644"/>
                  </a:cubicBezTo>
                  <a:cubicBezTo>
                    <a:pt x="515" y="1897"/>
                    <a:pt x="1833" y="6558"/>
                    <a:pt x="2637" y="8873"/>
                  </a:cubicBezTo>
                  <a:cubicBezTo>
                    <a:pt x="3601" y="11605"/>
                    <a:pt x="5015" y="12762"/>
                    <a:pt x="5047" y="12794"/>
                  </a:cubicBezTo>
                  <a:cubicBezTo>
                    <a:pt x="5085" y="12832"/>
                    <a:pt x="5134" y="12847"/>
                    <a:pt x="5187" y="12847"/>
                  </a:cubicBezTo>
                  <a:cubicBezTo>
                    <a:pt x="5225" y="12847"/>
                    <a:pt x="5265" y="12840"/>
                    <a:pt x="5305" y="12826"/>
                  </a:cubicBezTo>
                  <a:cubicBezTo>
                    <a:pt x="5401" y="12794"/>
                    <a:pt x="5465" y="12730"/>
                    <a:pt x="5465" y="12633"/>
                  </a:cubicBezTo>
                  <a:lnTo>
                    <a:pt x="6880" y="7105"/>
                  </a:lnTo>
                  <a:cubicBezTo>
                    <a:pt x="6880" y="7008"/>
                    <a:pt x="6848" y="6912"/>
                    <a:pt x="6783" y="6847"/>
                  </a:cubicBezTo>
                  <a:cubicBezTo>
                    <a:pt x="6783" y="6847"/>
                    <a:pt x="6462" y="6494"/>
                    <a:pt x="5915" y="5980"/>
                  </a:cubicBezTo>
                  <a:cubicBezTo>
                    <a:pt x="5144" y="5208"/>
                    <a:pt x="3955" y="4019"/>
                    <a:pt x="2862" y="2862"/>
                  </a:cubicBezTo>
                  <a:cubicBezTo>
                    <a:pt x="2315" y="2315"/>
                    <a:pt x="1801" y="1736"/>
                    <a:pt x="1415" y="1254"/>
                  </a:cubicBezTo>
                  <a:cubicBezTo>
                    <a:pt x="997" y="772"/>
                    <a:pt x="676" y="386"/>
                    <a:pt x="547" y="129"/>
                  </a:cubicBezTo>
                  <a:cubicBezTo>
                    <a:pt x="504" y="44"/>
                    <a:pt x="419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4269;p64">
              <a:extLst>
                <a:ext uri="{FF2B5EF4-FFF2-40B4-BE49-F238E27FC236}">
                  <a16:creationId xmlns:a16="http://schemas.microsoft.com/office/drawing/2014/main" id="{63D295EB-1981-C0D4-32A1-5B24560EE149}"/>
                </a:ext>
              </a:extLst>
            </p:cNvPr>
            <p:cNvSpPr/>
            <p:nvPr/>
          </p:nvSpPr>
          <p:spPr>
            <a:xfrm>
              <a:off x="3432275" y="1102075"/>
              <a:ext cx="359250" cy="500225"/>
            </a:xfrm>
            <a:custGeom>
              <a:avLst/>
              <a:gdLst/>
              <a:ahLst/>
              <a:cxnLst/>
              <a:rect l="l" t="t" r="r" b="b"/>
              <a:pathLst>
                <a:path w="14370" h="20009" extrusionOk="0">
                  <a:moveTo>
                    <a:pt x="7203" y="0"/>
                  </a:moveTo>
                  <a:cubicBezTo>
                    <a:pt x="5995" y="0"/>
                    <a:pt x="2837" y="474"/>
                    <a:pt x="1576" y="5237"/>
                  </a:cubicBezTo>
                  <a:cubicBezTo>
                    <a:pt x="1" y="11151"/>
                    <a:pt x="5112" y="16262"/>
                    <a:pt x="6590" y="18191"/>
                  </a:cubicBezTo>
                  <a:cubicBezTo>
                    <a:pt x="7446" y="19326"/>
                    <a:pt x="8517" y="20008"/>
                    <a:pt x="9504" y="20008"/>
                  </a:cubicBezTo>
                  <a:cubicBezTo>
                    <a:pt x="10223" y="20008"/>
                    <a:pt x="10897" y="19647"/>
                    <a:pt x="11412" y="18834"/>
                  </a:cubicBezTo>
                  <a:cubicBezTo>
                    <a:pt x="13244" y="15877"/>
                    <a:pt x="13791" y="14398"/>
                    <a:pt x="14080" y="10509"/>
                  </a:cubicBezTo>
                  <a:cubicBezTo>
                    <a:pt x="14369" y="6619"/>
                    <a:pt x="13887" y="4015"/>
                    <a:pt x="12151" y="1990"/>
                  </a:cubicBezTo>
                  <a:cubicBezTo>
                    <a:pt x="10489" y="86"/>
                    <a:pt x="8002" y="29"/>
                    <a:pt x="7711" y="29"/>
                  </a:cubicBezTo>
                  <a:cubicBezTo>
                    <a:pt x="7693" y="29"/>
                    <a:pt x="7683" y="29"/>
                    <a:pt x="7683" y="29"/>
                  </a:cubicBezTo>
                  <a:cubicBezTo>
                    <a:pt x="7683" y="29"/>
                    <a:pt x="7503" y="0"/>
                    <a:pt x="7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4270;p64">
              <a:extLst>
                <a:ext uri="{FF2B5EF4-FFF2-40B4-BE49-F238E27FC236}">
                  <a16:creationId xmlns:a16="http://schemas.microsoft.com/office/drawing/2014/main" id="{25D4F8D1-6FE8-AA9E-2938-21E4118B9A34}"/>
                </a:ext>
              </a:extLst>
            </p:cNvPr>
            <p:cNvSpPr/>
            <p:nvPr/>
          </p:nvSpPr>
          <p:spPr>
            <a:xfrm>
              <a:off x="3457200" y="1095575"/>
              <a:ext cx="335925" cy="513525"/>
            </a:xfrm>
            <a:custGeom>
              <a:avLst/>
              <a:gdLst/>
              <a:ahLst/>
              <a:cxnLst/>
              <a:rect l="l" t="t" r="r" b="b"/>
              <a:pathLst>
                <a:path w="13437" h="20541" extrusionOk="0">
                  <a:moveTo>
                    <a:pt x="6558" y="547"/>
                  </a:moveTo>
                  <a:lnTo>
                    <a:pt x="6622" y="579"/>
                  </a:lnTo>
                  <a:lnTo>
                    <a:pt x="6750" y="579"/>
                  </a:lnTo>
                  <a:cubicBezTo>
                    <a:pt x="6911" y="579"/>
                    <a:pt x="7586" y="579"/>
                    <a:pt x="8422" y="836"/>
                  </a:cubicBezTo>
                  <a:cubicBezTo>
                    <a:pt x="9226" y="1061"/>
                    <a:pt x="10158" y="1543"/>
                    <a:pt x="10929" y="2411"/>
                  </a:cubicBezTo>
                  <a:cubicBezTo>
                    <a:pt x="12344" y="4050"/>
                    <a:pt x="12890" y="6011"/>
                    <a:pt x="12890" y="8840"/>
                  </a:cubicBezTo>
                  <a:cubicBezTo>
                    <a:pt x="12890" y="9419"/>
                    <a:pt x="12858" y="10061"/>
                    <a:pt x="12826" y="10736"/>
                  </a:cubicBezTo>
                  <a:cubicBezTo>
                    <a:pt x="12665" y="12697"/>
                    <a:pt x="12472" y="14015"/>
                    <a:pt x="12086" y="15205"/>
                  </a:cubicBezTo>
                  <a:cubicBezTo>
                    <a:pt x="11669" y="16394"/>
                    <a:pt x="11090" y="17487"/>
                    <a:pt x="10158" y="18965"/>
                  </a:cubicBezTo>
                  <a:cubicBezTo>
                    <a:pt x="9708" y="19705"/>
                    <a:pt x="9129" y="19994"/>
                    <a:pt x="8518" y="19994"/>
                  </a:cubicBezTo>
                  <a:cubicBezTo>
                    <a:pt x="7650" y="19994"/>
                    <a:pt x="6622" y="19383"/>
                    <a:pt x="5786" y="18290"/>
                  </a:cubicBezTo>
                  <a:cubicBezTo>
                    <a:pt x="5143" y="17423"/>
                    <a:pt x="3825" y="16008"/>
                    <a:pt x="2668" y="14176"/>
                  </a:cubicBezTo>
                  <a:cubicBezTo>
                    <a:pt x="1543" y="12376"/>
                    <a:pt x="547" y="10158"/>
                    <a:pt x="547" y="7779"/>
                  </a:cubicBezTo>
                  <a:cubicBezTo>
                    <a:pt x="547" y="7040"/>
                    <a:pt x="643" y="6301"/>
                    <a:pt x="836" y="5561"/>
                  </a:cubicBezTo>
                  <a:cubicBezTo>
                    <a:pt x="1447" y="3247"/>
                    <a:pt x="2507" y="1993"/>
                    <a:pt x="3568" y="1318"/>
                  </a:cubicBezTo>
                  <a:cubicBezTo>
                    <a:pt x="4597" y="643"/>
                    <a:pt x="5625" y="547"/>
                    <a:pt x="6204" y="547"/>
                  </a:cubicBezTo>
                  <a:close/>
                  <a:moveTo>
                    <a:pt x="6204" y="0"/>
                  </a:moveTo>
                  <a:cubicBezTo>
                    <a:pt x="5561" y="0"/>
                    <a:pt x="4436" y="129"/>
                    <a:pt x="3279" y="868"/>
                  </a:cubicBezTo>
                  <a:cubicBezTo>
                    <a:pt x="2122" y="1640"/>
                    <a:pt x="964" y="2990"/>
                    <a:pt x="322" y="5433"/>
                  </a:cubicBezTo>
                  <a:cubicBezTo>
                    <a:pt x="97" y="6236"/>
                    <a:pt x="0" y="7008"/>
                    <a:pt x="0" y="7779"/>
                  </a:cubicBezTo>
                  <a:cubicBezTo>
                    <a:pt x="0" y="10319"/>
                    <a:pt x="1061" y="12601"/>
                    <a:pt x="2218" y="14465"/>
                  </a:cubicBezTo>
                  <a:cubicBezTo>
                    <a:pt x="3407" y="16330"/>
                    <a:pt x="4757" y="17776"/>
                    <a:pt x="5368" y="18612"/>
                  </a:cubicBezTo>
                  <a:cubicBezTo>
                    <a:pt x="6268" y="19801"/>
                    <a:pt x="7393" y="20541"/>
                    <a:pt x="8518" y="20541"/>
                  </a:cubicBezTo>
                  <a:cubicBezTo>
                    <a:pt x="9322" y="20541"/>
                    <a:pt x="10093" y="20123"/>
                    <a:pt x="10640" y="19255"/>
                  </a:cubicBezTo>
                  <a:cubicBezTo>
                    <a:pt x="11572" y="17744"/>
                    <a:pt x="12183" y="16619"/>
                    <a:pt x="12601" y="15365"/>
                  </a:cubicBezTo>
                  <a:cubicBezTo>
                    <a:pt x="12986" y="14112"/>
                    <a:pt x="13211" y="12729"/>
                    <a:pt x="13340" y="10801"/>
                  </a:cubicBezTo>
                  <a:cubicBezTo>
                    <a:pt x="13404" y="10094"/>
                    <a:pt x="13436" y="9451"/>
                    <a:pt x="13436" y="8840"/>
                  </a:cubicBezTo>
                  <a:cubicBezTo>
                    <a:pt x="13436" y="5947"/>
                    <a:pt x="12858" y="3825"/>
                    <a:pt x="11347" y="2090"/>
                  </a:cubicBezTo>
                  <a:cubicBezTo>
                    <a:pt x="10479" y="1093"/>
                    <a:pt x="9451" y="579"/>
                    <a:pt x="8551" y="322"/>
                  </a:cubicBezTo>
                  <a:cubicBezTo>
                    <a:pt x="7683" y="64"/>
                    <a:pt x="6975" y="32"/>
                    <a:pt x="6750" y="32"/>
                  </a:cubicBezTo>
                  <a:cubicBezTo>
                    <a:pt x="6718" y="32"/>
                    <a:pt x="6525" y="0"/>
                    <a:pt x="6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4271;p64">
              <a:extLst>
                <a:ext uri="{FF2B5EF4-FFF2-40B4-BE49-F238E27FC236}">
                  <a16:creationId xmlns:a16="http://schemas.microsoft.com/office/drawing/2014/main" id="{E7CB3E6D-4388-FD59-91C5-627DBD989F4D}"/>
                </a:ext>
              </a:extLst>
            </p:cNvPr>
            <p:cNvSpPr/>
            <p:nvPr/>
          </p:nvSpPr>
          <p:spPr>
            <a:xfrm>
              <a:off x="3459600" y="1102075"/>
              <a:ext cx="323875" cy="276500"/>
            </a:xfrm>
            <a:custGeom>
              <a:avLst/>
              <a:gdLst/>
              <a:ahLst/>
              <a:cxnLst/>
              <a:rect l="l" t="t" r="r" b="b"/>
              <a:pathLst>
                <a:path w="12955" h="11060" extrusionOk="0">
                  <a:moveTo>
                    <a:pt x="6110" y="0"/>
                  </a:moveTo>
                  <a:cubicBezTo>
                    <a:pt x="4902" y="0"/>
                    <a:pt x="1744" y="474"/>
                    <a:pt x="483" y="5237"/>
                  </a:cubicBezTo>
                  <a:cubicBezTo>
                    <a:pt x="1" y="7037"/>
                    <a:pt x="161" y="8741"/>
                    <a:pt x="611" y="10348"/>
                  </a:cubicBezTo>
                  <a:cubicBezTo>
                    <a:pt x="772" y="9898"/>
                    <a:pt x="1029" y="9576"/>
                    <a:pt x="1415" y="9576"/>
                  </a:cubicBezTo>
                  <a:cubicBezTo>
                    <a:pt x="2507" y="9576"/>
                    <a:pt x="2599" y="11059"/>
                    <a:pt x="2956" y="11059"/>
                  </a:cubicBezTo>
                  <a:cubicBezTo>
                    <a:pt x="2967" y="11059"/>
                    <a:pt x="2979" y="11058"/>
                    <a:pt x="2990" y="11055"/>
                  </a:cubicBezTo>
                  <a:cubicBezTo>
                    <a:pt x="3344" y="10959"/>
                    <a:pt x="4854" y="9673"/>
                    <a:pt x="4565" y="8483"/>
                  </a:cubicBezTo>
                  <a:cubicBezTo>
                    <a:pt x="4276" y="7262"/>
                    <a:pt x="4661" y="6716"/>
                    <a:pt x="6590" y="6716"/>
                  </a:cubicBezTo>
                  <a:cubicBezTo>
                    <a:pt x="8348" y="6716"/>
                    <a:pt x="8892" y="7387"/>
                    <a:pt x="9449" y="7387"/>
                  </a:cubicBezTo>
                  <a:cubicBezTo>
                    <a:pt x="9513" y="7387"/>
                    <a:pt x="9577" y="7378"/>
                    <a:pt x="9644" y="7358"/>
                  </a:cubicBezTo>
                  <a:cubicBezTo>
                    <a:pt x="10319" y="7166"/>
                    <a:pt x="10769" y="5880"/>
                    <a:pt x="11412" y="5880"/>
                  </a:cubicBezTo>
                  <a:cubicBezTo>
                    <a:pt x="11830" y="5880"/>
                    <a:pt x="12376" y="6041"/>
                    <a:pt x="12955" y="6587"/>
                  </a:cubicBezTo>
                  <a:cubicBezTo>
                    <a:pt x="12730" y="4723"/>
                    <a:pt x="12119" y="3244"/>
                    <a:pt x="11058" y="1990"/>
                  </a:cubicBezTo>
                  <a:cubicBezTo>
                    <a:pt x="9396" y="86"/>
                    <a:pt x="6909" y="29"/>
                    <a:pt x="6618" y="29"/>
                  </a:cubicBezTo>
                  <a:cubicBezTo>
                    <a:pt x="6600" y="29"/>
                    <a:pt x="6590" y="29"/>
                    <a:pt x="6590" y="29"/>
                  </a:cubicBezTo>
                  <a:cubicBezTo>
                    <a:pt x="6590" y="29"/>
                    <a:pt x="6410" y="0"/>
                    <a:pt x="6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4272;p64">
              <a:extLst>
                <a:ext uri="{FF2B5EF4-FFF2-40B4-BE49-F238E27FC236}">
                  <a16:creationId xmlns:a16="http://schemas.microsoft.com/office/drawing/2014/main" id="{D15D081D-BDB4-9366-981B-13A0F1D32425}"/>
                </a:ext>
              </a:extLst>
            </p:cNvPr>
            <p:cNvSpPr/>
            <p:nvPr/>
          </p:nvSpPr>
          <p:spPr>
            <a:xfrm>
              <a:off x="3457200" y="1095575"/>
              <a:ext cx="333525" cy="290125"/>
            </a:xfrm>
            <a:custGeom>
              <a:avLst/>
              <a:gdLst/>
              <a:ahLst/>
              <a:cxnLst/>
              <a:rect l="l" t="t" r="r" b="b"/>
              <a:pathLst>
                <a:path w="13341" h="11605" extrusionOk="0">
                  <a:moveTo>
                    <a:pt x="6558" y="547"/>
                  </a:moveTo>
                  <a:lnTo>
                    <a:pt x="6622" y="579"/>
                  </a:lnTo>
                  <a:lnTo>
                    <a:pt x="6750" y="579"/>
                  </a:lnTo>
                  <a:cubicBezTo>
                    <a:pt x="6911" y="579"/>
                    <a:pt x="7586" y="579"/>
                    <a:pt x="8422" y="836"/>
                  </a:cubicBezTo>
                  <a:cubicBezTo>
                    <a:pt x="9226" y="1061"/>
                    <a:pt x="10158" y="1543"/>
                    <a:pt x="10929" y="2411"/>
                  </a:cubicBezTo>
                  <a:cubicBezTo>
                    <a:pt x="11859" y="3482"/>
                    <a:pt x="12419" y="4701"/>
                    <a:pt x="12694" y="6220"/>
                  </a:cubicBezTo>
                  <a:lnTo>
                    <a:pt x="12694" y="6220"/>
                  </a:lnTo>
                  <a:cubicBezTo>
                    <a:pt x="12264" y="5962"/>
                    <a:pt x="11846" y="5883"/>
                    <a:pt x="11508" y="5883"/>
                  </a:cubicBezTo>
                  <a:cubicBezTo>
                    <a:pt x="11251" y="5883"/>
                    <a:pt x="11058" y="6011"/>
                    <a:pt x="10865" y="6140"/>
                  </a:cubicBezTo>
                  <a:cubicBezTo>
                    <a:pt x="10640" y="6365"/>
                    <a:pt x="10415" y="6654"/>
                    <a:pt x="10222" y="6911"/>
                  </a:cubicBezTo>
                  <a:cubicBezTo>
                    <a:pt x="10029" y="7136"/>
                    <a:pt x="9804" y="7329"/>
                    <a:pt x="9676" y="7361"/>
                  </a:cubicBezTo>
                  <a:lnTo>
                    <a:pt x="9547" y="7393"/>
                  </a:lnTo>
                  <a:cubicBezTo>
                    <a:pt x="9483" y="7393"/>
                    <a:pt x="9354" y="7361"/>
                    <a:pt x="9226" y="7297"/>
                  </a:cubicBezTo>
                  <a:cubicBezTo>
                    <a:pt x="8792" y="7111"/>
                    <a:pt x="8120" y="6717"/>
                    <a:pt x="6836" y="6717"/>
                  </a:cubicBezTo>
                  <a:cubicBezTo>
                    <a:pt x="6787" y="6717"/>
                    <a:pt x="6737" y="6717"/>
                    <a:pt x="6686" y="6718"/>
                  </a:cubicBezTo>
                  <a:cubicBezTo>
                    <a:pt x="5883" y="6718"/>
                    <a:pt x="5304" y="6783"/>
                    <a:pt x="4918" y="7008"/>
                  </a:cubicBezTo>
                  <a:cubicBezTo>
                    <a:pt x="4693" y="7136"/>
                    <a:pt x="4532" y="7297"/>
                    <a:pt x="4436" y="7490"/>
                  </a:cubicBezTo>
                  <a:cubicBezTo>
                    <a:pt x="4340" y="7683"/>
                    <a:pt x="4307" y="7908"/>
                    <a:pt x="4307" y="8133"/>
                  </a:cubicBezTo>
                  <a:cubicBezTo>
                    <a:pt x="4307" y="8326"/>
                    <a:pt x="4340" y="8551"/>
                    <a:pt x="4404" y="8808"/>
                  </a:cubicBezTo>
                  <a:lnTo>
                    <a:pt x="4405" y="8808"/>
                  </a:lnTo>
                  <a:lnTo>
                    <a:pt x="4405" y="8808"/>
                  </a:lnTo>
                  <a:cubicBezTo>
                    <a:pt x="4411" y="8893"/>
                    <a:pt x="4436" y="8976"/>
                    <a:pt x="4436" y="9033"/>
                  </a:cubicBezTo>
                  <a:cubicBezTo>
                    <a:pt x="4436" y="9483"/>
                    <a:pt x="4147" y="9997"/>
                    <a:pt x="3825" y="10383"/>
                  </a:cubicBezTo>
                  <a:cubicBezTo>
                    <a:pt x="3632" y="10576"/>
                    <a:pt x="3472" y="10769"/>
                    <a:pt x="3311" y="10865"/>
                  </a:cubicBezTo>
                  <a:cubicBezTo>
                    <a:pt x="3247" y="10929"/>
                    <a:pt x="3150" y="10994"/>
                    <a:pt x="3118" y="11026"/>
                  </a:cubicBezTo>
                  <a:lnTo>
                    <a:pt x="3098" y="11036"/>
                  </a:lnTo>
                  <a:lnTo>
                    <a:pt x="3098" y="11036"/>
                  </a:lnTo>
                  <a:cubicBezTo>
                    <a:pt x="3071" y="10986"/>
                    <a:pt x="3021" y="10908"/>
                    <a:pt x="2957" y="10801"/>
                  </a:cubicBezTo>
                  <a:cubicBezTo>
                    <a:pt x="2861" y="10608"/>
                    <a:pt x="2732" y="10286"/>
                    <a:pt x="2507" y="10029"/>
                  </a:cubicBezTo>
                  <a:cubicBezTo>
                    <a:pt x="2282" y="9804"/>
                    <a:pt x="1961" y="9579"/>
                    <a:pt x="1511" y="9579"/>
                  </a:cubicBezTo>
                  <a:cubicBezTo>
                    <a:pt x="1222" y="9579"/>
                    <a:pt x="997" y="9708"/>
                    <a:pt x="836" y="9869"/>
                  </a:cubicBezTo>
                  <a:cubicBezTo>
                    <a:pt x="825" y="9881"/>
                    <a:pt x="815" y="9894"/>
                    <a:pt x="804" y="9907"/>
                  </a:cubicBezTo>
                  <a:lnTo>
                    <a:pt x="804" y="9907"/>
                  </a:lnTo>
                  <a:cubicBezTo>
                    <a:pt x="642" y="9218"/>
                    <a:pt x="547" y="8498"/>
                    <a:pt x="547" y="7779"/>
                  </a:cubicBezTo>
                  <a:cubicBezTo>
                    <a:pt x="547" y="7040"/>
                    <a:pt x="643" y="6301"/>
                    <a:pt x="836" y="5561"/>
                  </a:cubicBezTo>
                  <a:cubicBezTo>
                    <a:pt x="1447" y="3247"/>
                    <a:pt x="2507" y="1993"/>
                    <a:pt x="3568" y="1318"/>
                  </a:cubicBezTo>
                  <a:cubicBezTo>
                    <a:pt x="4597" y="643"/>
                    <a:pt x="5625" y="547"/>
                    <a:pt x="6204" y="547"/>
                  </a:cubicBezTo>
                  <a:close/>
                  <a:moveTo>
                    <a:pt x="6204" y="0"/>
                  </a:moveTo>
                  <a:cubicBezTo>
                    <a:pt x="5561" y="0"/>
                    <a:pt x="4436" y="129"/>
                    <a:pt x="3279" y="868"/>
                  </a:cubicBezTo>
                  <a:cubicBezTo>
                    <a:pt x="2122" y="1640"/>
                    <a:pt x="964" y="2990"/>
                    <a:pt x="322" y="5433"/>
                  </a:cubicBezTo>
                  <a:cubicBezTo>
                    <a:pt x="97" y="6236"/>
                    <a:pt x="0" y="7008"/>
                    <a:pt x="32" y="7779"/>
                  </a:cubicBezTo>
                  <a:cubicBezTo>
                    <a:pt x="0" y="8776"/>
                    <a:pt x="193" y="9740"/>
                    <a:pt x="450" y="10672"/>
                  </a:cubicBezTo>
                  <a:cubicBezTo>
                    <a:pt x="482" y="10769"/>
                    <a:pt x="579" y="10865"/>
                    <a:pt x="707" y="10865"/>
                  </a:cubicBezTo>
                  <a:cubicBezTo>
                    <a:pt x="804" y="10865"/>
                    <a:pt x="900" y="10801"/>
                    <a:pt x="964" y="10704"/>
                  </a:cubicBezTo>
                  <a:cubicBezTo>
                    <a:pt x="1029" y="10511"/>
                    <a:pt x="1125" y="10351"/>
                    <a:pt x="1222" y="10254"/>
                  </a:cubicBezTo>
                  <a:cubicBezTo>
                    <a:pt x="1318" y="10158"/>
                    <a:pt x="1382" y="10126"/>
                    <a:pt x="1511" y="10126"/>
                  </a:cubicBezTo>
                  <a:cubicBezTo>
                    <a:pt x="1704" y="10126"/>
                    <a:pt x="1864" y="10190"/>
                    <a:pt x="1993" y="10286"/>
                  </a:cubicBezTo>
                  <a:cubicBezTo>
                    <a:pt x="2186" y="10447"/>
                    <a:pt x="2347" y="10704"/>
                    <a:pt x="2443" y="10961"/>
                  </a:cubicBezTo>
                  <a:cubicBezTo>
                    <a:pt x="2507" y="11122"/>
                    <a:pt x="2572" y="11219"/>
                    <a:pt x="2636" y="11347"/>
                  </a:cubicBezTo>
                  <a:cubicBezTo>
                    <a:pt x="2700" y="11379"/>
                    <a:pt x="2732" y="11444"/>
                    <a:pt x="2797" y="11508"/>
                  </a:cubicBezTo>
                  <a:cubicBezTo>
                    <a:pt x="2861" y="11540"/>
                    <a:pt x="2957" y="11604"/>
                    <a:pt x="3054" y="11604"/>
                  </a:cubicBezTo>
                  <a:lnTo>
                    <a:pt x="3150" y="11572"/>
                  </a:lnTo>
                  <a:cubicBezTo>
                    <a:pt x="3247" y="11572"/>
                    <a:pt x="3311" y="11540"/>
                    <a:pt x="3375" y="11476"/>
                  </a:cubicBezTo>
                  <a:cubicBezTo>
                    <a:pt x="3665" y="11315"/>
                    <a:pt x="4018" y="10994"/>
                    <a:pt x="4372" y="10576"/>
                  </a:cubicBezTo>
                  <a:cubicBezTo>
                    <a:pt x="4693" y="10126"/>
                    <a:pt x="4950" y="9611"/>
                    <a:pt x="4950" y="9033"/>
                  </a:cubicBezTo>
                  <a:cubicBezTo>
                    <a:pt x="4950" y="8904"/>
                    <a:pt x="4950" y="8808"/>
                    <a:pt x="4918" y="8679"/>
                  </a:cubicBezTo>
                  <a:cubicBezTo>
                    <a:pt x="4854" y="8454"/>
                    <a:pt x="4854" y="8261"/>
                    <a:pt x="4854" y="8133"/>
                  </a:cubicBezTo>
                  <a:cubicBezTo>
                    <a:pt x="4854" y="7940"/>
                    <a:pt x="4886" y="7843"/>
                    <a:pt x="4918" y="7747"/>
                  </a:cubicBezTo>
                  <a:cubicBezTo>
                    <a:pt x="4983" y="7586"/>
                    <a:pt x="5111" y="7490"/>
                    <a:pt x="5400" y="7393"/>
                  </a:cubicBezTo>
                  <a:cubicBezTo>
                    <a:pt x="5690" y="7297"/>
                    <a:pt x="6108" y="7233"/>
                    <a:pt x="6686" y="7233"/>
                  </a:cubicBezTo>
                  <a:cubicBezTo>
                    <a:pt x="7522" y="7233"/>
                    <a:pt x="8068" y="7393"/>
                    <a:pt x="8486" y="7554"/>
                  </a:cubicBezTo>
                  <a:cubicBezTo>
                    <a:pt x="8679" y="7651"/>
                    <a:pt x="8840" y="7715"/>
                    <a:pt x="9033" y="7779"/>
                  </a:cubicBezTo>
                  <a:cubicBezTo>
                    <a:pt x="9193" y="7843"/>
                    <a:pt x="9354" y="7908"/>
                    <a:pt x="9547" y="7908"/>
                  </a:cubicBezTo>
                  <a:cubicBezTo>
                    <a:pt x="9643" y="7908"/>
                    <a:pt x="9740" y="7908"/>
                    <a:pt x="9836" y="7876"/>
                  </a:cubicBezTo>
                  <a:cubicBezTo>
                    <a:pt x="10061" y="7811"/>
                    <a:pt x="10254" y="7651"/>
                    <a:pt x="10415" y="7490"/>
                  </a:cubicBezTo>
                  <a:cubicBezTo>
                    <a:pt x="10640" y="7265"/>
                    <a:pt x="10833" y="6943"/>
                    <a:pt x="11026" y="6751"/>
                  </a:cubicBezTo>
                  <a:cubicBezTo>
                    <a:pt x="11122" y="6622"/>
                    <a:pt x="11219" y="6526"/>
                    <a:pt x="11315" y="6493"/>
                  </a:cubicBezTo>
                  <a:cubicBezTo>
                    <a:pt x="11411" y="6429"/>
                    <a:pt x="11444" y="6397"/>
                    <a:pt x="11508" y="6397"/>
                  </a:cubicBezTo>
                  <a:cubicBezTo>
                    <a:pt x="11861" y="6397"/>
                    <a:pt x="12344" y="6526"/>
                    <a:pt x="12858" y="7040"/>
                  </a:cubicBezTo>
                  <a:cubicBezTo>
                    <a:pt x="12917" y="7080"/>
                    <a:pt x="12977" y="7107"/>
                    <a:pt x="13044" y="7107"/>
                  </a:cubicBezTo>
                  <a:cubicBezTo>
                    <a:pt x="13086" y="7107"/>
                    <a:pt x="13130" y="7097"/>
                    <a:pt x="13179" y="7072"/>
                  </a:cubicBezTo>
                  <a:cubicBezTo>
                    <a:pt x="13276" y="7040"/>
                    <a:pt x="13340" y="6911"/>
                    <a:pt x="13308" y="6815"/>
                  </a:cubicBezTo>
                  <a:cubicBezTo>
                    <a:pt x="13083" y="4918"/>
                    <a:pt x="12472" y="3375"/>
                    <a:pt x="11347" y="2090"/>
                  </a:cubicBezTo>
                  <a:cubicBezTo>
                    <a:pt x="10479" y="1093"/>
                    <a:pt x="9451" y="579"/>
                    <a:pt x="8551" y="322"/>
                  </a:cubicBezTo>
                  <a:cubicBezTo>
                    <a:pt x="7683" y="64"/>
                    <a:pt x="6975" y="32"/>
                    <a:pt x="6750" y="32"/>
                  </a:cubicBezTo>
                  <a:cubicBezTo>
                    <a:pt x="6718" y="32"/>
                    <a:pt x="6525" y="0"/>
                    <a:pt x="6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4273;p64">
              <a:extLst>
                <a:ext uri="{FF2B5EF4-FFF2-40B4-BE49-F238E27FC236}">
                  <a16:creationId xmlns:a16="http://schemas.microsoft.com/office/drawing/2014/main" id="{24977822-EA13-77EA-2008-F9D3FA8B3796}"/>
                </a:ext>
              </a:extLst>
            </p:cNvPr>
            <p:cNvSpPr/>
            <p:nvPr/>
          </p:nvSpPr>
          <p:spPr>
            <a:xfrm>
              <a:off x="3464200" y="1340575"/>
              <a:ext cx="70150" cy="105400"/>
            </a:xfrm>
            <a:custGeom>
              <a:avLst/>
              <a:gdLst/>
              <a:ahLst/>
              <a:cxnLst/>
              <a:rect l="l" t="t" r="r" b="b"/>
              <a:pathLst>
                <a:path w="2806" h="4216" extrusionOk="0">
                  <a:moveTo>
                    <a:pt x="941" y="1"/>
                  </a:moveTo>
                  <a:cubicBezTo>
                    <a:pt x="298" y="1"/>
                    <a:pt x="0" y="616"/>
                    <a:pt x="395" y="1997"/>
                  </a:cubicBezTo>
                  <a:cubicBezTo>
                    <a:pt x="845" y="3572"/>
                    <a:pt x="1520" y="4215"/>
                    <a:pt x="1874" y="4215"/>
                  </a:cubicBezTo>
                  <a:cubicBezTo>
                    <a:pt x="2260" y="4215"/>
                    <a:pt x="2420" y="3669"/>
                    <a:pt x="2420" y="3669"/>
                  </a:cubicBezTo>
                  <a:lnTo>
                    <a:pt x="2806" y="2094"/>
                  </a:lnTo>
                  <a:cubicBezTo>
                    <a:pt x="2806" y="2094"/>
                    <a:pt x="2067" y="229"/>
                    <a:pt x="1231" y="36"/>
                  </a:cubicBezTo>
                  <a:cubicBezTo>
                    <a:pt x="1128" y="13"/>
                    <a:pt x="1031" y="1"/>
                    <a:pt x="9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4274;p64">
              <a:extLst>
                <a:ext uri="{FF2B5EF4-FFF2-40B4-BE49-F238E27FC236}">
                  <a16:creationId xmlns:a16="http://schemas.microsoft.com/office/drawing/2014/main" id="{53E30029-EE91-C6B0-AF43-3D8DE62DD61B}"/>
                </a:ext>
              </a:extLst>
            </p:cNvPr>
            <p:cNvSpPr/>
            <p:nvPr/>
          </p:nvSpPr>
          <p:spPr>
            <a:xfrm>
              <a:off x="3462825" y="1334250"/>
              <a:ext cx="78775" cy="118150"/>
            </a:xfrm>
            <a:custGeom>
              <a:avLst/>
              <a:gdLst/>
              <a:ahLst/>
              <a:cxnLst/>
              <a:rect l="l" t="t" r="r" b="b"/>
              <a:pathLst>
                <a:path w="3151" h="4726" extrusionOk="0">
                  <a:moveTo>
                    <a:pt x="997" y="0"/>
                  </a:moveTo>
                  <a:cubicBezTo>
                    <a:pt x="707" y="0"/>
                    <a:pt x="450" y="97"/>
                    <a:pt x="257" y="322"/>
                  </a:cubicBezTo>
                  <a:cubicBezTo>
                    <a:pt x="64" y="514"/>
                    <a:pt x="0" y="836"/>
                    <a:pt x="0" y="1189"/>
                  </a:cubicBezTo>
                  <a:cubicBezTo>
                    <a:pt x="0" y="1511"/>
                    <a:pt x="64" y="1864"/>
                    <a:pt x="193" y="2315"/>
                  </a:cubicBezTo>
                  <a:cubicBezTo>
                    <a:pt x="418" y="3118"/>
                    <a:pt x="707" y="3697"/>
                    <a:pt x="997" y="4115"/>
                  </a:cubicBezTo>
                  <a:cubicBezTo>
                    <a:pt x="1157" y="4307"/>
                    <a:pt x="1318" y="4436"/>
                    <a:pt x="1447" y="4565"/>
                  </a:cubicBezTo>
                  <a:cubicBezTo>
                    <a:pt x="1607" y="4661"/>
                    <a:pt x="1768" y="4725"/>
                    <a:pt x="1929" y="4725"/>
                  </a:cubicBezTo>
                  <a:cubicBezTo>
                    <a:pt x="2090" y="4725"/>
                    <a:pt x="2218" y="4661"/>
                    <a:pt x="2347" y="4597"/>
                  </a:cubicBezTo>
                  <a:cubicBezTo>
                    <a:pt x="2475" y="4468"/>
                    <a:pt x="2572" y="4340"/>
                    <a:pt x="2636" y="4211"/>
                  </a:cubicBezTo>
                  <a:cubicBezTo>
                    <a:pt x="2700" y="4082"/>
                    <a:pt x="2732" y="3986"/>
                    <a:pt x="2732" y="3986"/>
                  </a:cubicBezTo>
                  <a:cubicBezTo>
                    <a:pt x="2797" y="3857"/>
                    <a:pt x="2700" y="3697"/>
                    <a:pt x="2572" y="3665"/>
                  </a:cubicBezTo>
                  <a:cubicBezTo>
                    <a:pt x="2543" y="3650"/>
                    <a:pt x="2514" y="3644"/>
                    <a:pt x="2484" y="3644"/>
                  </a:cubicBezTo>
                  <a:cubicBezTo>
                    <a:pt x="2379" y="3644"/>
                    <a:pt x="2275" y="3725"/>
                    <a:pt x="2250" y="3825"/>
                  </a:cubicBezTo>
                  <a:lnTo>
                    <a:pt x="2218" y="3825"/>
                  </a:lnTo>
                  <a:cubicBezTo>
                    <a:pt x="2218" y="3825"/>
                    <a:pt x="2186" y="3954"/>
                    <a:pt x="2122" y="4050"/>
                  </a:cubicBezTo>
                  <a:lnTo>
                    <a:pt x="1993" y="4179"/>
                  </a:lnTo>
                  <a:lnTo>
                    <a:pt x="1929" y="4211"/>
                  </a:lnTo>
                  <a:cubicBezTo>
                    <a:pt x="1929" y="4211"/>
                    <a:pt x="1865" y="4179"/>
                    <a:pt x="1768" y="4115"/>
                  </a:cubicBezTo>
                  <a:cubicBezTo>
                    <a:pt x="1479" y="3922"/>
                    <a:pt x="1029" y="3311"/>
                    <a:pt x="707" y="2154"/>
                  </a:cubicBezTo>
                  <a:cubicBezTo>
                    <a:pt x="579" y="1768"/>
                    <a:pt x="547" y="1414"/>
                    <a:pt x="547" y="1189"/>
                  </a:cubicBezTo>
                  <a:cubicBezTo>
                    <a:pt x="547" y="900"/>
                    <a:pt x="611" y="739"/>
                    <a:pt x="675" y="643"/>
                  </a:cubicBezTo>
                  <a:cubicBezTo>
                    <a:pt x="739" y="579"/>
                    <a:pt x="836" y="547"/>
                    <a:pt x="997" y="514"/>
                  </a:cubicBezTo>
                  <a:cubicBezTo>
                    <a:pt x="1061" y="514"/>
                    <a:pt x="1125" y="547"/>
                    <a:pt x="1222" y="547"/>
                  </a:cubicBezTo>
                  <a:cubicBezTo>
                    <a:pt x="1350" y="579"/>
                    <a:pt x="1511" y="707"/>
                    <a:pt x="1672" y="868"/>
                  </a:cubicBezTo>
                  <a:cubicBezTo>
                    <a:pt x="1929" y="1157"/>
                    <a:pt x="2186" y="1543"/>
                    <a:pt x="2347" y="1864"/>
                  </a:cubicBezTo>
                  <a:cubicBezTo>
                    <a:pt x="2411" y="2025"/>
                    <a:pt x="2507" y="2154"/>
                    <a:pt x="2540" y="2282"/>
                  </a:cubicBezTo>
                  <a:cubicBezTo>
                    <a:pt x="2572" y="2315"/>
                    <a:pt x="2572" y="2379"/>
                    <a:pt x="2604" y="2379"/>
                  </a:cubicBezTo>
                  <a:lnTo>
                    <a:pt x="2604" y="2443"/>
                  </a:lnTo>
                  <a:cubicBezTo>
                    <a:pt x="2651" y="2537"/>
                    <a:pt x="2750" y="2597"/>
                    <a:pt x="2850" y="2597"/>
                  </a:cubicBezTo>
                  <a:cubicBezTo>
                    <a:pt x="2886" y="2597"/>
                    <a:pt x="2923" y="2589"/>
                    <a:pt x="2957" y="2572"/>
                  </a:cubicBezTo>
                  <a:cubicBezTo>
                    <a:pt x="3086" y="2540"/>
                    <a:pt x="3150" y="2379"/>
                    <a:pt x="3118" y="2218"/>
                  </a:cubicBezTo>
                  <a:cubicBezTo>
                    <a:pt x="3118" y="2218"/>
                    <a:pt x="2925" y="1768"/>
                    <a:pt x="2604" y="1254"/>
                  </a:cubicBezTo>
                  <a:cubicBezTo>
                    <a:pt x="2475" y="997"/>
                    <a:pt x="2282" y="739"/>
                    <a:pt x="2090" y="514"/>
                  </a:cubicBezTo>
                  <a:cubicBezTo>
                    <a:pt x="1865" y="289"/>
                    <a:pt x="1639" y="97"/>
                    <a:pt x="1350" y="32"/>
                  </a:cubicBezTo>
                  <a:cubicBezTo>
                    <a:pt x="1222" y="0"/>
                    <a:pt x="1093" y="0"/>
                    <a:pt x="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4275;p64">
              <a:extLst>
                <a:ext uri="{FF2B5EF4-FFF2-40B4-BE49-F238E27FC236}">
                  <a16:creationId xmlns:a16="http://schemas.microsoft.com/office/drawing/2014/main" id="{7C081807-68D5-2AD4-098A-2421FA5516EE}"/>
                </a:ext>
              </a:extLst>
            </p:cNvPr>
            <p:cNvSpPr/>
            <p:nvPr/>
          </p:nvSpPr>
          <p:spPr>
            <a:xfrm>
              <a:off x="3358350" y="1860450"/>
              <a:ext cx="196900" cy="140000"/>
            </a:xfrm>
            <a:custGeom>
              <a:avLst/>
              <a:gdLst/>
              <a:ahLst/>
              <a:cxnLst/>
              <a:rect l="l" t="t" r="r" b="b"/>
              <a:pathLst>
                <a:path w="7876" h="5600" extrusionOk="0">
                  <a:moveTo>
                    <a:pt x="286" y="1"/>
                  </a:moveTo>
                  <a:cubicBezTo>
                    <a:pt x="266" y="1"/>
                    <a:pt x="246" y="3"/>
                    <a:pt x="225" y="7"/>
                  </a:cubicBezTo>
                  <a:cubicBezTo>
                    <a:pt x="97" y="39"/>
                    <a:pt x="0" y="167"/>
                    <a:pt x="0" y="296"/>
                  </a:cubicBezTo>
                  <a:cubicBezTo>
                    <a:pt x="0" y="328"/>
                    <a:pt x="129" y="1100"/>
                    <a:pt x="515" y="2032"/>
                  </a:cubicBezTo>
                  <a:cubicBezTo>
                    <a:pt x="900" y="2932"/>
                    <a:pt x="1543" y="4057"/>
                    <a:pt x="2636" y="4764"/>
                  </a:cubicBezTo>
                  <a:cubicBezTo>
                    <a:pt x="3729" y="5439"/>
                    <a:pt x="4983" y="5600"/>
                    <a:pt x="5947" y="5600"/>
                  </a:cubicBezTo>
                  <a:cubicBezTo>
                    <a:pt x="6911" y="5600"/>
                    <a:pt x="7651" y="5439"/>
                    <a:pt x="7651" y="5439"/>
                  </a:cubicBezTo>
                  <a:cubicBezTo>
                    <a:pt x="7811" y="5407"/>
                    <a:pt x="7876" y="5246"/>
                    <a:pt x="7844" y="5118"/>
                  </a:cubicBezTo>
                  <a:cubicBezTo>
                    <a:pt x="7816" y="5006"/>
                    <a:pt x="7715" y="4919"/>
                    <a:pt x="7584" y="4919"/>
                  </a:cubicBezTo>
                  <a:cubicBezTo>
                    <a:pt x="7564" y="4919"/>
                    <a:pt x="7543" y="4921"/>
                    <a:pt x="7522" y="4925"/>
                  </a:cubicBezTo>
                  <a:lnTo>
                    <a:pt x="7490" y="4925"/>
                  </a:lnTo>
                  <a:cubicBezTo>
                    <a:pt x="7361" y="4957"/>
                    <a:pt x="6751" y="5086"/>
                    <a:pt x="5947" y="5086"/>
                  </a:cubicBezTo>
                  <a:cubicBezTo>
                    <a:pt x="5015" y="5086"/>
                    <a:pt x="3890" y="4925"/>
                    <a:pt x="2926" y="4314"/>
                  </a:cubicBezTo>
                  <a:cubicBezTo>
                    <a:pt x="1961" y="3703"/>
                    <a:pt x="1383" y="2675"/>
                    <a:pt x="997" y="1807"/>
                  </a:cubicBezTo>
                  <a:cubicBezTo>
                    <a:pt x="836" y="1389"/>
                    <a:pt x="708" y="971"/>
                    <a:pt x="643" y="682"/>
                  </a:cubicBezTo>
                  <a:cubicBezTo>
                    <a:pt x="611" y="553"/>
                    <a:pt x="579" y="425"/>
                    <a:pt x="579" y="360"/>
                  </a:cubicBezTo>
                  <a:lnTo>
                    <a:pt x="547" y="264"/>
                  </a:lnTo>
                  <a:lnTo>
                    <a:pt x="547" y="232"/>
                  </a:lnTo>
                  <a:cubicBezTo>
                    <a:pt x="519" y="92"/>
                    <a:pt x="418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4276;p64">
              <a:extLst>
                <a:ext uri="{FF2B5EF4-FFF2-40B4-BE49-F238E27FC236}">
                  <a16:creationId xmlns:a16="http://schemas.microsoft.com/office/drawing/2014/main" id="{5605FD8C-399F-B4E6-D643-760E801E49B3}"/>
                </a:ext>
              </a:extLst>
            </p:cNvPr>
            <p:cNvSpPr/>
            <p:nvPr/>
          </p:nvSpPr>
          <p:spPr>
            <a:xfrm>
              <a:off x="3617100" y="1700525"/>
              <a:ext cx="40225" cy="189850"/>
            </a:xfrm>
            <a:custGeom>
              <a:avLst/>
              <a:gdLst/>
              <a:ahLst/>
              <a:cxnLst/>
              <a:rect l="l" t="t" r="r" b="b"/>
              <a:pathLst>
                <a:path w="1609" h="7594" extrusionOk="0">
                  <a:moveTo>
                    <a:pt x="287" y="1"/>
                  </a:moveTo>
                  <a:cubicBezTo>
                    <a:pt x="268" y="1"/>
                    <a:pt x="247" y="3"/>
                    <a:pt x="226" y="7"/>
                  </a:cubicBezTo>
                  <a:cubicBezTo>
                    <a:pt x="97" y="71"/>
                    <a:pt x="1" y="200"/>
                    <a:pt x="33" y="361"/>
                  </a:cubicBezTo>
                  <a:cubicBezTo>
                    <a:pt x="33" y="361"/>
                    <a:pt x="97" y="586"/>
                    <a:pt x="194" y="1003"/>
                  </a:cubicBezTo>
                  <a:cubicBezTo>
                    <a:pt x="515" y="2225"/>
                    <a:pt x="1094" y="4925"/>
                    <a:pt x="1094" y="6629"/>
                  </a:cubicBezTo>
                  <a:cubicBezTo>
                    <a:pt x="1094" y="6854"/>
                    <a:pt x="1062" y="7079"/>
                    <a:pt x="1062" y="7272"/>
                  </a:cubicBezTo>
                  <a:cubicBezTo>
                    <a:pt x="1029" y="7432"/>
                    <a:pt x="1126" y="7561"/>
                    <a:pt x="1287" y="7593"/>
                  </a:cubicBezTo>
                  <a:cubicBezTo>
                    <a:pt x="1447" y="7593"/>
                    <a:pt x="1576" y="7497"/>
                    <a:pt x="1576" y="7336"/>
                  </a:cubicBezTo>
                  <a:cubicBezTo>
                    <a:pt x="1608" y="7143"/>
                    <a:pt x="1608" y="6886"/>
                    <a:pt x="1608" y="6629"/>
                  </a:cubicBezTo>
                  <a:cubicBezTo>
                    <a:pt x="1608" y="5407"/>
                    <a:pt x="1351" y="3832"/>
                    <a:pt x="1094" y="2514"/>
                  </a:cubicBezTo>
                  <a:cubicBezTo>
                    <a:pt x="837" y="1228"/>
                    <a:pt x="547" y="200"/>
                    <a:pt x="547" y="200"/>
                  </a:cubicBezTo>
                  <a:cubicBezTo>
                    <a:pt x="519" y="88"/>
                    <a:pt x="4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4277;p64">
              <a:extLst>
                <a:ext uri="{FF2B5EF4-FFF2-40B4-BE49-F238E27FC236}">
                  <a16:creationId xmlns:a16="http://schemas.microsoft.com/office/drawing/2014/main" id="{575D4621-EB9A-04F3-9E79-D1477B98DA34}"/>
                </a:ext>
              </a:extLst>
            </p:cNvPr>
            <p:cNvSpPr/>
            <p:nvPr/>
          </p:nvSpPr>
          <p:spPr>
            <a:xfrm>
              <a:off x="2852875" y="1675025"/>
              <a:ext cx="234675" cy="478400"/>
            </a:xfrm>
            <a:custGeom>
              <a:avLst/>
              <a:gdLst/>
              <a:ahLst/>
              <a:cxnLst/>
              <a:rect l="l" t="t" r="r" b="b"/>
              <a:pathLst>
                <a:path w="9387" h="19136" extrusionOk="0">
                  <a:moveTo>
                    <a:pt x="2842" y="0"/>
                  </a:moveTo>
                  <a:cubicBezTo>
                    <a:pt x="1898" y="0"/>
                    <a:pt x="884" y="1395"/>
                    <a:pt x="483" y="3888"/>
                  </a:cubicBezTo>
                  <a:cubicBezTo>
                    <a:pt x="1" y="6717"/>
                    <a:pt x="933" y="11956"/>
                    <a:pt x="1318" y="12535"/>
                  </a:cubicBezTo>
                  <a:cubicBezTo>
                    <a:pt x="1686" y="13056"/>
                    <a:pt x="4073" y="19136"/>
                    <a:pt x="6413" y="19136"/>
                  </a:cubicBezTo>
                  <a:cubicBezTo>
                    <a:pt x="6526" y="19136"/>
                    <a:pt x="6639" y="19122"/>
                    <a:pt x="6751" y="19092"/>
                  </a:cubicBezTo>
                  <a:cubicBezTo>
                    <a:pt x="9194" y="18417"/>
                    <a:pt x="9387" y="15813"/>
                    <a:pt x="8808" y="13724"/>
                  </a:cubicBezTo>
                  <a:cubicBezTo>
                    <a:pt x="8262" y="11667"/>
                    <a:pt x="6012" y="6331"/>
                    <a:pt x="5176" y="3438"/>
                  </a:cubicBezTo>
                  <a:cubicBezTo>
                    <a:pt x="4308" y="513"/>
                    <a:pt x="3183" y="63"/>
                    <a:pt x="3183" y="63"/>
                  </a:cubicBezTo>
                  <a:cubicBezTo>
                    <a:pt x="3071" y="21"/>
                    <a:pt x="2957" y="0"/>
                    <a:pt x="2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4278;p64">
              <a:extLst>
                <a:ext uri="{FF2B5EF4-FFF2-40B4-BE49-F238E27FC236}">
                  <a16:creationId xmlns:a16="http://schemas.microsoft.com/office/drawing/2014/main" id="{2A68FDB1-CD13-653A-D408-C097926CB808}"/>
                </a:ext>
              </a:extLst>
            </p:cNvPr>
            <p:cNvSpPr/>
            <p:nvPr/>
          </p:nvSpPr>
          <p:spPr>
            <a:xfrm>
              <a:off x="2854475" y="1667750"/>
              <a:ext cx="232275" cy="491825"/>
            </a:xfrm>
            <a:custGeom>
              <a:avLst/>
              <a:gdLst/>
              <a:ahLst/>
              <a:cxnLst/>
              <a:rect l="l" t="t" r="r" b="b"/>
              <a:pathLst>
                <a:path w="9291" h="19673" extrusionOk="0">
                  <a:moveTo>
                    <a:pt x="2797" y="547"/>
                  </a:moveTo>
                  <a:cubicBezTo>
                    <a:pt x="2862" y="547"/>
                    <a:pt x="2958" y="579"/>
                    <a:pt x="3022" y="579"/>
                  </a:cubicBezTo>
                  <a:lnTo>
                    <a:pt x="3055" y="611"/>
                  </a:lnTo>
                  <a:cubicBezTo>
                    <a:pt x="3247" y="739"/>
                    <a:pt x="4147" y="1382"/>
                    <a:pt x="4855" y="3793"/>
                  </a:cubicBezTo>
                  <a:cubicBezTo>
                    <a:pt x="5273" y="5272"/>
                    <a:pt x="6044" y="7329"/>
                    <a:pt x="6783" y="9290"/>
                  </a:cubicBezTo>
                  <a:cubicBezTo>
                    <a:pt x="7523" y="11251"/>
                    <a:pt x="8230" y="13083"/>
                    <a:pt x="8487" y="14112"/>
                  </a:cubicBezTo>
                  <a:cubicBezTo>
                    <a:pt x="8648" y="14690"/>
                    <a:pt x="8744" y="15301"/>
                    <a:pt x="8744" y="15912"/>
                  </a:cubicBezTo>
                  <a:cubicBezTo>
                    <a:pt x="8744" y="16651"/>
                    <a:pt x="8616" y="17358"/>
                    <a:pt x="8262" y="17905"/>
                  </a:cubicBezTo>
                  <a:cubicBezTo>
                    <a:pt x="7940" y="18451"/>
                    <a:pt x="7426" y="18901"/>
                    <a:pt x="6623" y="19126"/>
                  </a:cubicBezTo>
                  <a:cubicBezTo>
                    <a:pt x="6526" y="19126"/>
                    <a:pt x="6430" y="19158"/>
                    <a:pt x="6333" y="19158"/>
                  </a:cubicBezTo>
                  <a:cubicBezTo>
                    <a:pt x="6108" y="19158"/>
                    <a:pt x="5851" y="19062"/>
                    <a:pt x="5594" y="18933"/>
                  </a:cubicBezTo>
                  <a:cubicBezTo>
                    <a:pt x="5144" y="18676"/>
                    <a:pt x="4662" y="18162"/>
                    <a:pt x="4212" y="17583"/>
                  </a:cubicBezTo>
                  <a:cubicBezTo>
                    <a:pt x="3537" y="16683"/>
                    <a:pt x="2894" y="15558"/>
                    <a:pt x="2444" y="14594"/>
                  </a:cubicBezTo>
                  <a:cubicBezTo>
                    <a:pt x="2187" y="14112"/>
                    <a:pt x="1994" y="13694"/>
                    <a:pt x="1833" y="13340"/>
                  </a:cubicBezTo>
                  <a:cubicBezTo>
                    <a:pt x="1737" y="13179"/>
                    <a:pt x="1672" y="13051"/>
                    <a:pt x="1608" y="12922"/>
                  </a:cubicBezTo>
                  <a:cubicBezTo>
                    <a:pt x="1576" y="12826"/>
                    <a:pt x="1512" y="12729"/>
                    <a:pt x="1479" y="12665"/>
                  </a:cubicBezTo>
                  <a:cubicBezTo>
                    <a:pt x="1479" y="12665"/>
                    <a:pt x="1415" y="12569"/>
                    <a:pt x="1383" y="12408"/>
                  </a:cubicBezTo>
                  <a:cubicBezTo>
                    <a:pt x="1222" y="11958"/>
                    <a:pt x="997" y="10929"/>
                    <a:pt x="837" y="9772"/>
                  </a:cubicBezTo>
                  <a:cubicBezTo>
                    <a:pt x="676" y="8615"/>
                    <a:pt x="547" y="7233"/>
                    <a:pt x="547" y="6043"/>
                  </a:cubicBezTo>
                  <a:cubicBezTo>
                    <a:pt x="547" y="5368"/>
                    <a:pt x="579" y="4757"/>
                    <a:pt x="676" y="4243"/>
                  </a:cubicBezTo>
                  <a:cubicBezTo>
                    <a:pt x="869" y="2990"/>
                    <a:pt x="1222" y="2057"/>
                    <a:pt x="1640" y="1447"/>
                  </a:cubicBezTo>
                  <a:cubicBezTo>
                    <a:pt x="1833" y="1125"/>
                    <a:pt x="2026" y="900"/>
                    <a:pt x="2251" y="739"/>
                  </a:cubicBezTo>
                  <a:cubicBezTo>
                    <a:pt x="2444" y="611"/>
                    <a:pt x="2637" y="547"/>
                    <a:pt x="2797" y="547"/>
                  </a:cubicBezTo>
                  <a:close/>
                  <a:moveTo>
                    <a:pt x="2797" y="0"/>
                  </a:moveTo>
                  <a:cubicBezTo>
                    <a:pt x="2476" y="0"/>
                    <a:pt x="2187" y="129"/>
                    <a:pt x="1929" y="322"/>
                  </a:cubicBezTo>
                  <a:cubicBezTo>
                    <a:pt x="1512" y="611"/>
                    <a:pt x="1158" y="1093"/>
                    <a:pt x="869" y="1736"/>
                  </a:cubicBezTo>
                  <a:cubicBezTo>
                    <a:pt x="547" y="2379"/>
                    <a:pt x="290" y="3182"/>
                    <a:pt x="129" y="4147"/>
                  </a:cubicBezTo>
                  <a:cubicBezTo>
                    <a:pt x="65" y="4693"/>
                    <a:pt x="1" y="5336"/>
                    <a:pt x="1" y="6043"/>
                  </a:cubicBezTo>
                  <a:cubicBezTo>
                    <a:pt x="1" y="7458"/>
                    <a:pt x="194" y="9065"/>
                    <a:pt x="387" y="10351"/>
                  </a:cubicBezTo>
                  <a:cubicBezTo>
                    <a:pt x="483" y="10993"/>
                    <a:pt x="612" y="11572"/>
                    <a:pt x="708" y="12022"/>
                  </a:cubicBezTo>
                  <a:cubicBezTo>
                    <a:pt x="772" y="12247"/>
                    <a:pt x="804" y="12440"/>
                    <a:pt x="869" y="12601"/>
                  </a:cubicBezTo>
                  <a:cubicBezTo>
                    <a:pt x="933" y="12729"/>
                    <a:pt x="965" y="12858"/>
                    <a:pt x="1029" y="12954"/>
                  </a:cubicBezTo>
                  <a:cubicBezTo>
                    <a:pt x="1062" y="12986"/>
                    <a:pt x="1126" y="13147"/>
                    <a:pt x="1222" y="13372"/>
                  </a:cubicBezTo>
                  <a:cubicBezTo>
                    <a:pt x="1608" y="14112"/>
                    <a:pt x="2315" y="15687"/>
                    <a:pt x="3183" y="17037"/>
                  </a:cubicBezTo>
                  <a:cubicBezTo>
                    <a:pt x="3633" y="17744"/>
                    <a:pt x="4115" y="18387"/>
                    <a:pt x="4630" y="18869"/>
                  </a:cubicBezTo>
                  <a:cubicBezTo>
                    <a:pt x="5176" y="19351"/>
                    <a:pt x="5723" y="19673"/>
                    <a:pt x="6333" y="19673"/>
                  </a:cubicBezTo>
                  <a:cubicBezTo>
                    <a:pt x="6494" y="19673"/>
                    <a:pt x="6623" y="19673"/>
                    <a:pt x="6751" y="19640"/>
                  </a:cubicBezTo>
                  <a:cubicBezTo>
                    <a:pt x="7683" y="19383"/>
                    <a:pt x="8326" y="18837"/>
                    <a:pt x="8744" y="18194"/>
                  </a:cubicBezTo>
                  <a:cubicBezTo>
                    <a:pt x="9130" y="17519"/>
                    <a:pt x="9291" y="16715"/>
                    <a:pt x="9291" y="15912"/>
                  </a:cubicBezTo>
                  <a:cubicBezTo>
                    <a:pt x="9291" y="15237"/>
                    <a:pt x="9194" y="14594"/>
                    <a:pt x="9001" y="13951"/>
                  </a:cubicBezTo>
                  <a:cubicBezTo>
                    <a:pt x="8712" y="12890"/>
                    <a:pt x="8005" y="11058"/>
                    <a:pt x="7298" y="9097"/>
                  </a:cubicBezTo>
                  <a:cubicBezTo>
                    <a:pt x="6558" y="7136"/>
                    <a:pt x="5787" y="5079"/>
                    <a:pt x="5369" y="3632"/>
                  </a:cubicBezTo>
                  <a:cubicBezTo>
                    <a:pt x="4501" y="675"/>
                    <a:pt x="3312" y="129"/>
                    <a:pt x="3215" y="97"/>
                  </a:cubicBezTo>
                  <a:cubicBezTo>
                    <a:pt x="3087" y="32"/>
                    <a:pt x="2926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4279;p64">
              <a:extLst>
                <a:ext uri="{FF2B5EF4-FFF2-40B4-BE49-F238E27FC236}">
                  <a16:creationId xmlns:a16="http://schemas.microsoft.com/office/drawing/2014/main" id="{109E78D9-5B04-AA55-982F-69D24076EDFB}"/>
                </a:ext>
              </a:extLst>
            </p:cNvPr>
            <p:cNvSpPr/>
            <p:nvPr/>
          </p:nvSpPr>
          <p:spPr>
            <a:xfrm>
              <a:off x="2232500" y="1920075"/>
              <a:ext cx="607550" cy="897025"/>
            </a:xfrm>
            <a:custGeom>
              <a:avLst/>
              <a:gdLst/>
              <a:ahLst/>
              <a:cxnLst/>
              <a:rect l="l" t="t" r="r" b="b"/>
              <a:pathLst>
                <a:path w="24302" h="35881" extrusionOk="0">
                  <a:moveTo>
                    <a:pt x="14658" y="0"/>
                  </a:moveTo>
                  <a:cubicBezTo>
                    <a:pt x="14658" y="0"/>
                    <a:pt x="0" y="14273"/>
                    <a:pt x="0" y="16426"/>
                  </a:cubicBezTo>
                  <a:cubicBezTo>
                    <a:pt x="0" y="18523"/>
                    <a:pt x="8416" y="35881"/>
                    <a:pt x="10939" y="35881"/>
                  </a:cubicBezTo>
                  <a:cubicBezTo>
                    <a:pt x="10969" y="35881"/>
                    <a:pt x="10998" y="35879"/>
                    <a:pt x="11026" y="35874"/>
                  </a:cubicBezTo>
                  <a:cubicBezTo>
                    <a:pt x="13436" y="35488"/>
                    <a:pt x="24301" y="23916"/>
                    <a:pt x="24301" y="23916"/>
                  </a:cubicBezTo>
                  <a:lnTo>
                    <a:pt x="14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4280;p64">
              <a:extLst>
                <a:ext uri="{FF2B5EF4-FFF2-40B4-BE49-F238E27FC236}">
                  <a16:creationId xmlns:a16="http://schemas.microsoft.com/office/drawing/2014/main" id="{93452A2A-2DA6-89A9-E21A-05994D4A0F04}"/>
                </a:ext>
              </a:extLst>
            </p:cNvPr>
            <p:cNvSpPr/>
            <p:nvPr/>
          </p:nvSpPr>
          <p:spPr>
            <a:xfrm>
              <a:off x="2226050" y="1912850"/>
              <a:ext cx="621225" cy="911300"/>
            </a:xfrm>
            <a:custGeom>
              <a:avLst/>
              <a:gdLst/>
              <a:ahLst/>
              <a:cxnLst/>
              <a:rect l="l" t="t" r="r" b="b"/>
              <a:pathLst>
                <a:path w="24849" h="36452" extrusionOk="0">
                  <a:moveTo>
                    <a:pt x="14809" y="759"/>
                  </a:moveTo>
                  <a:lnTo>
                    <a:pt x="24242" y="24153"/>
                  </a:lnTo>
                  <a:lnTo>
                    <a:pt x="24242" y="24153"/>
                  </a:lnTo>
                  <a:cubicBezTo>
                    <a:pt x="24162" y="24241"/>
                    <a:pt x="24042" y="24368"/>
                    <a:pt x="23884" y="24526"/>
                  </a:cubicBezTo>
                  <a:cubicBezTo>
                    <a:pt x="22823" y="25619"/>
                    <a:pt x="20155" y="28416"/>
                    <a:pt x="17520" y="30955"/>
                  </a:cubicBezTo>
                  <a:cubicBezTo>
                    <a:pt x="16170" y="32209"/>
                    <a:pt x="14852" y="33430"/>
                    <a:pt x="13727" y="34330"/>
                  </a:cubicBezTo>
                  <a:cubicBezTo>
                    <a:pt x="13148" y="34780"/>
                    <a:pt x="12634" y="35166"/>
                    <a:pt x="12216" y="35456"/>
                  </a:cubicBezTo>
                  <a:cubicBezTo>
                    <a:pt x="11798" y="35713"/>
                    <a:pt x="11444" y="35873"/>
                    <a:pt x="11251" y="35906"/>
                  </a:cubicBezTo>
                  <a:lnTo>
                    <a:pt x="11219" y="35906"/>
                  </a:lnTo>
                  <a:cubicBezTo>
                    <a:pt x="11123" y="35906"/>
                    <a:pt x="10994" y="35873"/>
                    <a:pt x="10834" y="35745"/>
                  </a:cubicBezTo>
                  <a:cubicBezTo>
                    <a:pt x="10480" y="35552"/>
                    <a:pt x="10062" y="35102"/>
                    <a:pt x="9580" y="34523"/>
                  </a:cubicBezTo>
                  <a:cubicBezTo>
                    <a:pt x="7876" y="32434"/>
                    <a:pt x="5626" y="28352"/>
                    <a:pt x="3762" y="24623"/>
                  </a:cubicBezTo>
                  <a:cubicBezTo>
                    <a:pt x="2862" y="22758"/>
                    <a:pt x="2026" y="20958"/>
                    <a:pt x="1447" y="19544"/>
                  </a:cubicBezTo>
                  <a:cubicBezTo>
                    <a:pt x="1158" y="18837"/>
                    <a:pt x="933" y="18226"/>
                    <a:pt x="772" y="17712"/>
                  </a:cubicBezTo>
                  <a:cubicBezTo>
                    <a:pt x="612" y="17230"/>
                    <a:pt x="547" y="16844"/>
                    <a:pt x="547" y="16715"/>
                  </a:cubicBezTo>
                  <a:cubicBezTo>
                    <a:pt x="547" y="16651"/>
                    <a:pt x="580" y="16490"/>
                    <a:pt x="676" y="16297"/>
                  </a:cubicBezTo>
                  <a:cubicBezTo>
                    <a:pt x="1062" y="15494"/>
                    <a:pt x="2155" y="14079"/>
                    <a:pt x="3569" y="12440"/>
                  </a:cubicBezTo>
                  <a:cubicBezTo>
                    <a:pt x="5723" y="9997"/>
                    <a:pt x="8616" y="6975"/>
                    <a:pt x="10930" y="4597"/>
                  </a:cubicBezTo>
                  <a:cubicBezTo>
                    <a:pt x="12119" y="3407"/>
                    <a:pt x="13148" y="2379"/>
                    <a:pt x="13887" y="1640"/>
                  </a:cubicBezTo>
                  <a:cubicBezTo>
                    <a:pt x="14287" y="1257"/>
                    <a:pt x="14600" y="960"/>
                    <a:pt x="14809" y="759"/>
                  </a:cubicBezTo>
                  <a:close/>
                  <a:moveTo>
                    <a:pt x="14980" y="0"/>
                  </a:moveTo>
                  <a:cubicBezTo>
                    <a:pt x="14884" y="0"/>
                    <a:pt x="14787" y="32"/>
                    <a:pt x="14723" y="97"/>
                  </a:cubicBezTo>
                  <a:cubicBezTo>
                    <a:pt x="14723" y="97"/>
                    <a:pt x="11059" y="3665"/>
                    <a:pt x="7394" y="7490"/>
                  </a:cubicBezTo>
                  <a:cubicBezTo>
                    <a:pt x="5562" y="9418"/>
                    <a:pt x="3730" y="11411"/>
                    <a:pt x="2347" y="13051"/>
                  </a:cubicBezTo>
                  <a:cubicBezTo>
                    <a:pt x="1672" y="13887"/>
                    <a:pt x="1094" y="14626"/>
                    <a:pt x="676" y="15237"/>
                  </a:cubicBezTo>
                  <a:cubicBezTo>
                    <a:pt x="483" y="15526"/>
                    <a:pt x="322" y="15815"/>
                    <a:pt x="194" y="16040"/>
                  </a:cubicBezTo>
                  <a:cubicBezTo>
                    <a:pt x="65" y="16297"/>
                    <a:pt x="1" y="16490"/>
                    <a:pt x="1" y="16715"/>
                  </a:cubicBezTo>
                  <a:cubicBezTo>
                    <a:pt x="1" y="16876"/>
                    <a:pt x="33" y="17069"/>
                    <a:pt x="97" y="17326"/>
                  </a:cubicBezTo>
                  <a:cubicBezTo>
                    <a:pt x="355" y="18290"/>
                    <a:pt x="997" y="19930"/>
                    <a:pt x="1865" y="21891"/>
                  </a:cubicBezTo>
                  <a:cubicBezTo>
                    <a:pt x="3183" y="24816"/>
                    <a:pt x="5015" y="28416"/>
                    <a:pt x="6751" y="31309"/>
                  </a:cubicBezTo>
                  <a:cubicBezTo>
                    <a:pt x="7619" y="32723"/>
                    <a:pt x="8455" y="34009"/>
                    <a:pt x="9194" y="34909"/>
                  </a:cubicBezTo>
                  <a:cubicBezTo>
                    <a:pt x="9580" y="35359"/>
                    <a:pt x="9934" y="35745"/>
                    <a:pt x="10255" y="36002"/>
                  </a:cubicBezTo>
                  <a:cubicBezTo>
                    <a:pt x="10576" y="36259"/>
                    <a:pt x="10866" y="36452"/>
                    <a:pt x="11219" y="36452"/>
                  </a:cubicBezTo>
                  <a:lnTo>
                    <a:pt x="11348" y="36420"/>
                  </a:lnTo>
                  <a:cubicBezTo>
                    <a:pt x="11734" y="36356"/>
                    <a:pt x="12152" y="36131"/>
                    <a:pt x="12698" y="35777"/>
                  </a:cubicBezTo>
                  <a:cubicBezTo>
                    <a:pt x="14594" y="34491"/>
                    <a:pt x="17584" y="31662"/>
                    <a:pt x="20123" y="29123"/>
                  </a:cubicBezTo>
                  <a:cubicBezTo>
                    <a:pt x="22663" y="26616"/>
                    <a:pt x="24752" y="24398"/>
                    <a:pt x="24752" y="24398"/>
                  </a:cubicBezTo>
                  <a:cubicBezTo>
                    <a:pt x="24816" y="24301"/>
                    <a:pt x="24849" y="24205"/>
                    <a:pt x="24816" y="24109"/>
                  </a:cubicBezTo>
                  <a:lnTo>
                    <a:pt x="15173" y="161"/>
                  </a:lnTo>
                  <a:cubicBezTo>
                    <a:pt x="15141" y="97"/>
                    <a:pt x="15045" y="32"/>
                    <a:pt x="14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4281;p64">
              <a:extLst>
                <a:ext uri="{FF2B5EF4-FFF2-40B4-BE49-F238E27FC236}">
                  <a16:creationId xmlns:a16="http://schemas.microsoft.com/office/drawing/2014/main" id="{26228C57-BFB7-84A2-178D-53415798F458}"/>
                </a:ext>
              </a:extLst>
            </p:cNvPr>
            <p:cNvSpPr/>
            <p:nvPr/>
          </p:nvSpPr>
          <p:spPr>
            <a:xfrm>
              <a:off x="2330525" y="1675750"/>
              <a:ext cx="585850" cy="1056000"/>
            </a:xfrm>
            <a:custGeom>
              <a:avLst/>
              <a:gdLst/>
              <a:ahLst/>
              <a:cxnLst/>
              <a:rect l="l" t="t" r="r" b="b"/>
              <a:pathLst>
                <a:path w="23434" h="42240" extrusionOk="0">
                  <a:moveTo>
                    <a:pt x="18339" y="1"/>
                  </a:moveTo>
                  <a:cubicBezTo>
                    <a:pt x="15917" y="1"/>
                    <a:pt x="11880" y="1698"/>
                    <a:pt x="11155" y="2284"/>
                  </a:cubicBezTo>
                  <a:cubicBezTo>
                    <a:pt x="11155" y="2284"/>
                    <a:pt x="6558" y="6302"/>
                    <a:pt x="3279" y="10159"/>
                  </a:cubicBezTo>
                  <a:cubicBezTo>
                    <a:pt x="1" y="13984"/>
                    <a:pt x="258" y="20445"/>
                    <a:pt x="1319" y="24881"/>
                  </a:cubicBezTo>
                  <a:cubicBezTo>
                    <a:pt x="2347" y="29285"/>
                    <a:pt x="4212" y="41757"/>
                    <a:pt x="6558" y="42207"/>
                  </a:cubicBezTo>
                  <a:cubicBezTo>
                    <a:pt x="6665" y="42229"/>
                    <a:pt x="6770" y="42240"/>
                    <a:pt x="6875" y="42240"/>
                  </a:cubicBezTo>
                  <a:cubicBezTo>
                    <a:pt x="9079" y="42240"/>
                    <a:pt x="10956" y="37545"/>
                    <a:pt x="14884" y="34139"/>
                  </a:cubicBezTo>
                  <a:cubicBezTo>
                    <a:pt x="19030" y="30571"/>
                    <a:pt x="22309" y="27581"/>
                    <a:pt x="22598" y="25235"/>
                  </a:cubicBezTo>
                  <a:cubicBezTo>
                    <a:pt x="22855" y="22888"/>
                    <a:pt x="22502" y="15399"/>
                    <a:pt x="22695" y="14820"/>
                  </a:cubicBezTo>
                  <a:cubicBezTo>
                    <a:pt x="22855" y="14274"/>
                    <a:pt x="23434" y="9195"/>
                    <a:pt x="23434" y="6495"/>
                  </a:cubicBezTo>
                  <a:cubicBezTo>
                    <a:pt x="23434" y="3762"/>
                    <a:pt x="21377" y="773"/>
                    <a:pt x="19319" y="130"/>
                  </a:cubicBezTo>
                  <a:cubicBezTo>
                    <a:pt x="19042" y="40"/>
                    <a:pt x="18709" y="1"/>
                    <a:pt x="18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4282;p64">
              <a:extLst>
                <a:ext uri="{FF2B5EF4-FFF2-40B4-BE49-F238E27FC236}">
                  <a16:creationId xmlns:a16="http://schemas.microsoft.com/office/drawing/2014/main" id="{F1E5A0F9-EEAB-C0D1-DB35-11A9169AE4AA}"/>
                </a:ext>
              </a:extLst>
            </p:cNvPr>
            <p:cNvSpPr/>
            <p:nvPr/>
          </p:nvSpPr>
          <p:spPr>
            <a:xfrm>
              <a:off x="2338575" y="1668550"/>
              <a:ext cx="584250" cy="1069625"/>
            </a:xfrm>
            <a:custGeom>
              <a:avLst/>
              <a:gdLst/>
              <a:ahLst/>
              <a:cxnLst/>
              <a:rect l="l" t="t" r="r" b="b"/>
              <a:pathLst>
                <a:path w="23370" h="42785" extrusionOk="0">
                  <a:moveTo>
                    <a:pt x="18033" y="547"/>
                  </a:moveTo>
                  <a:cubicBezTo>
                    <a:pt x="18387" y="547"/>
                    <a:pt x="18676" y="579"/>
                    <a:pt x="18901" y="643"/>
                  </a:cubicBezTo>
                  <a:cubicBezTo>
                    <a:pt x="19833" y="965"/>
                    <a:pt x="20862" y="1832"/>
                    <a:pt x="21601" y="2958"/>
                  </a:cubicBezTo>
                  <a:cubicBezTo>
                    <a:pt x="22340" y="4083"/>
                    <a:pt x="22855" y="5497"/>
                    <a:pt x="22855" y="6783"/>
                  </a:cubicBezTo>
                  <a:cubicBezTo>
                    <a:pt x="22855" y="8133"/>
                    <a:pt x="22694" y="10061"/>
                    <a:pt x="22533" y="11733"/>
                  </a:cubicBezTo>
                  <a:cubicBezTo>
                    <a:pt x="22469" y="12569"/>
                    <a:pt x="22373" y="13340"/>
                    <a:pt x="22276" y="13919"/>
                  </a:cubicBezTo>
                  <a:cubicBezTo>
                    <a:pt x="22244" y="14208"/>
                    <a:pt x="22212" y="14465"/>
                    <a:pt x="22180" y="14658"/>
                  </a:cubicBezTo>
                  <a:cubicBezTo>
                    <a:pt x="22148" y="14851"/>
                    <a:pt x="22115" y="15012"/>
                    <a:pt x="22115" y="15044"/>
                  </a:cubicBezTo>
                  <a:cubicBezTo>
                    <a:pt x="22083" y="15108"/>
                    <a:pt x="22083" y="15172"/>
                    <a:pt x="22051" y="15237"/>
                  </a:cubicBezTo>
                  <a:cubicBezTo>
                    <a:pt x="22051" y="15494"/>
                    <a:pt x="22019" y="15847"/>
                    <a:pt x="22019" y="16362"/>
                  </a:cubicBezTo>
                  <a:cubicBezTo>
                    <a:pt x="22019" y="17840"/>
                    <a:pt x="22115" y="20316"/>
                    <a:pt x="22115" y="22405"/>
                  </a:cubicBezTo>
                  <a:cubicBezTo>
                    <a:pt x="22115" y="23691"/>
                    <a:pt x="22083" y="24816"/>
                    <a:pt x="21987" y="25491"/>
                  </a:cubicBezTo>
                  <a:cubicBezTo>
                    <a:pt x="21890" y="26552"/>
                    <a:pt x="21023" y="27869"/>
                    <a:pt x="19673" y="29348"/>
                  </a:cubicBezTo>
                  <a:cubicBezTo>
                    <a:pt x="18322" y="30827"/>
                    <a:pt x="16458" y="32466"/>
                    <a:pt x="14401" y="34234"/>
                  </a:cubicBezTo>
                  <a:cubicBezTo>
                    <a:pt x="12408" y="35970"/>
                    <a:pt x="10929" y="37995"/>
                    <a:pt x="9708" y="39602"/>
                  </a:cubicBezTo>
                  <a:cubicBezTo>
                    <a:pt x="9065" y="40406"/>
                    <a:pt x="8518" y="41081"/>
                    <a:pt x="8004" y="41531"/>
                  </a:cubicBezTo>
                  <a:cubicBezTo>
                    <a:pt x="7458" y="42013"/>
                    <a:pt x="6975" y="42270"/>
                    <a:pt x="6525" y="42270"/>
                  </a:cubicBezTo>
                  <a:cubicBezTo>
                    <a:pt x="6461" y="42270"/>
                    <a:pt x="6365" y="42238"/>
                    <a:pt x="6300" y="42238"/>
                  </a:cubicBezTo>
                  <a:cubicBezTo>
                    <a:pt x="6108" y="42206"/>
                    <a:pt x="5850" y="42013"/>
                    <a:pt x="5593" y="41659"/>
                  </a:cubicBezTo>
                  <a:cubicBezTo>
                    <a:pt x="5143" y="41017"/>
                    <a:pt x="4693" y="39859"/>
                    <a:pt x="4243" y="38509"/>
                  </a:cubicBezTo>
                  <a:cubicBezTo>
                    <a:pt x="2957" y="34363"/>
                    <a:pt x="1929" y="27998"/>
                    <a:pt x="1254" y="25105"/>
                  </a:cubicBezTo>
                  <a:cubicBezTo>
                    <a:pt x="836" y="23369"/>
                    <a:pt x="547" y="21312"/>
                    <a:pt x="547" y="19255"/>
                  </a:cubicBezTo>
                  <a:cubicBezTo>
                    <a:pt x="547" y="16072"/>
                    <a:pt x="1222" y="12858"/>
                    <a:pt x="3150" y="10608"/>
                  </a:cubicBezTo>
                  <a:cubicBezTo>
                    <a:pt x="4790" y="8711"/>
                    <a:pt x="6750" y="6718"/>
                    <a:pt x="8293" y="5240"/>
                  </a:cubicBezTo>
                  <a:cubicBezTo>
                    <a:pt x="9097" y="4500"/>
                    <a:pt x="9772" y="3890"/>
                    <a:pt x="10222" y="3440"/>
                  </a:cubicBezTo>
                  <a:cubicBezTo>
                    <a:pt x="10704" y="3022"/>
                    <a:pt x="10994" y="2765"/>
                    <a:pt x="10994" y="2765"/>
                  </a:cubicBezTo>
                  <a:cubicBezTo>
                    <a:pt x="11122" y="2668"/>
                    <a:pt x="11540" y="2443"/>
                    <a:pt x="12022" y="2218"/>
                  </a:cubicBezTo>
                  <a:cubicBezTo>
                    <a:pt x="12794" y="1865"/>
                    <a:pt x="13887" y="1447"/>
                    <a:pt x="14979" y="1093"/>
                  </a:cubicBezTo>
                  <a:cubicBezTo>
                    <a:pt x="16072" y="772"/>
                    <a:pt x="17197" y="547"/>
                    <a:pt x="18033" y="547"/>
                  </a:cubicBezTo>
                  <a:close/>
                  <a:moveTo>
                    <a:pt x="18033" y="0"/>
                  </a:moveTo>
                  <a:cubicBezTo>
                    <a:pt x="16780" y="0"/>
                    <a:pt x="15140" y="450"/>
                    <a:pt x="13726" y="965"/>
                  </a:cubicBezTo>
                  <a:cubicBezTo>
                    <a:pt x="13019" y="1190"/>
                    <a:pt x="12344" y="1479"/>
                    <a:pt x="11797" y="1704"/>
                  </a:cubicBezTo>
                  <a:cubicBezTo>
                    <a:pt x="11283" y="1961"/>
                    <a:pt x="10897" y="2186"/>
                    <a:pt x="10672" y="2347"/>
                  </a:cubicBezTo>
                  <a:lnTo>
                    <a:pt x="10640" y="2347"/>
                  </a:lnTo>
                  <a:cubicBezTo>
                    <a:pt x="10640" y="2347"/>
                    <a:pt x="6043" y="6397"/>
                    <a:pt x="2732" y="10254"/>
                  </a:cubicBezTo>
                  <a:cubicBezTo>
                    <a:pt x="707" y="12665"/>
                    <a:pt x="32" y="16008"/>
                    <a:pt x="0" y="19255"/>
                  </a:cubicBezTo>
                  <a:cubicBezTo>
                    <a:pt x="0" y="21376"/>
                    <a:pt x="322" y="23466"/>
                    <a:pt x="707" y="25202"/>
                  </a:cubicBezTo>
                  <a:cubicBezTo>
                    <a:pt x="1222" y="27387"/>
                    <a:pt x="1961" y="31630"/>
                    <a:pt x="2861" y="35359"/>
                  </a:cubicBezTo>
                  <a:cubicBezTo>
                    <a:pt x="3311" y="37224"/>
                    <a:pt x="3793" y="38991"/>
                    <a:pt x="4307" y="40309"/>
                  </a:cubicBezTo>
                  <a:cubicBezTo>
                    <a:pt x="4597" y="40984"/>
                    <a:pt x="4854" y="41531"/>
                    <a:pt x="5143" y="41949"/>
                  </a:cubicBezTo>
                  <a:cubicBezTo>
                    <a:pt x="5465" y="42367"/>
                    <a:pt x="5786" y="42688"/>
                    <a:pt x="6172" y="42752"/>
                  </a:cubicBezTo>
                  <a:cubicBezTo>
                    <a:pt x="6300" y="42785"/>
                    <a:pt x="6429" y="42785"/>
                    <a:pt x="6525" y="42785"/>
                  </a:cubicBezTo>
                  <a:cubicBezTo>
                    <a:pt x="7200" y="42785"/>
                    <a:pt x="7779" y="42463"/>
                    <a:pt x="8358" y="41949"/>
                  </a:cubicBezTo>
                  <a:cubicBezTo>
                    <a:pt x="9193" y="41177"/>
                    <a:pt x="10061" y="39988"/>
                    <a:pt x="11090" y="38670"/>
                  </a:cubicBezTo>
                  <a:cubicBezTo>
                    <a:pt x="12119" y="37352"/>
                    <a:pt x="13308" y="35906"/>
                    <a:pt x="14754" y="34652"/>
                  </a:cubicBezTo>
                  <a:cubicBezTo>
                    <a:pt x="16812" y="32852"/>
                    <a:pt x="18676" y="31213"/>
                    <a:pt x="20058" y="29702"/>
                  </a:cubicBezTo>
                  <a:cubicBezTo>
                    <a:pt x="21440" y="28191"/>
                    <a:pt x="22373" y="26841"/>
                    <a:pt x="22533" y="25555"/>
                  </a:cubicBezTo>
                  <a:cubicBezTo>
                    <a:pt x="22630" y="24848"/>
                    <a:pt x="22630" y="23691"/>
                    <a:pt x="22630" y="22405"/>
                  </a:cubicBezTo>
                  <a:cubicBezTo>
                    <a:pt x="22630" y="20316"/>
                    <a:pt x="22565" y="17808"/>
                    <a:pt x="22565" y="16362"/>
                  </a:cubicBezTo>
                  <a:cubicBezTo>
                    <a:pt x="22565" y="16040"/>
                    <a:pt x="22565" y="15751"/>
                    <a:pt x="22565" y="15558"/>
                  </a:cubicBezTo>
                  <a:cubicBezTo>
                    <a:pt x="22598" y="15462"/>
                    <a:pt x="22598" y="15365"/>
                    <a:pt x="22598" y="15301"/>
                  </a:cubicBezTo>
                  <a:lnTo>
                    <a:pt x="22598" y="15237"/>
                  </a:lnTo>
                  <a:lnTo>
                    <a:pt x="22598" y="15205"/>
                  </a:lnTo>
                  <a:cubicBezTo>
                    <a:pt x="22662" y="15108"/>
                    <a:pt x="22662" y="14947"/>
                    <a:pt x="22694" y="14755"/>
                  </a:cubicBezTo>
                  <a:cubicBezTo>
                    <a:pt x="22951" y="13340"/>
                    <a:pt x="23369" y="9194"/>
                    <a:pt x="23369" y="6783"/>
                  </a:cubicBezTo>
                  <a:cubicBezTo>
                    <a:pt x="23369" y="5336"/>
                    <a:pt x="22855" y="3890"/>
                    <a:pt x="22051" y="2668"/>
                  </a:cubicBezTo>
                  <a:cubicBezTo>
                    <a:pt x="21248" y="1447"/>
                    <a:pt x="20187" y="515"/>
                    <a:pt x="19062" y="161"/>
                  </a:cubicBezTo>
                  <a:cubicBezTo>
                    <a:pt x="18772" y="65"/>
                    <a:pt x="18419" y="0"/>
                    <a:pt x="180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283;p64">
              <a:extLst>
                <a:ext uri="{FF2B5EF4-FFF2-40B4-BE49-F238E27FC236}">
                  <a16:creationId xmlns:a16="http://schemas.microsoft.com/office/drawing/2014/main" id="{DDCC5461-F9B9-6646-1927-7C3314EA0D4F}"/>
                </a:ext>
              </a:extLst>
            </p:cNvPr>
            <p:cNvSpPr/>
            <p:nvPr/>
          </p:nvSpPr>
          <p:spPr>
            <a:xfrm>
              <a:off x="2408475" y="3896950"/>
              <a:ext cx="675875" cy="654975"/>
            </a:xfrm>
            <a:custGeom>
              <a:avLst/>
              <a:gdLst/>
              <a:ahLst/>
              <a:cxnLst/>
              <a:rect l="l" t="t" r="r" b="b"/>
              <a:pathLst>
                <a:path w="27035" h="26199" extrusionOk="0">
                  <a:moveTo>
                    <a:pt x="22331" y="1"/>
                  </a:moveTo>
                  <a:cubicBezTo>
                    <a:pt x="19738" y="1"/>
                    <a:pt x="17488" y="1145"/>
                    <a:pt x="17005" y="1608"/>
                  </a:cubicBezTo>
                  <a:cubicBezTo>
                    <a:pt x="16266" y="2380"/>
                    <a:pt x="7555" y="16555"/>
                    <a:pt x="5272" y="18805"/>
                  </a:cubicBezTo>
                  <a:cubicBezTo>
                    <a:pt x="3022" y="21088"/>
                    <a:pt x="1" y="23916"/>
                    <a:pt x="194" y="25041"/>
                  </a:cubicBezTo>
                  <a:cubicBezTo>
                    <a:pt x="386" y="26199"/>
                    <a:pt x="3408" y="26199"/>
                    <a:pt x="8133" y="26199"/>
                  </a:cubicBezTo>
                  <a:cubicBezTo>
                    <a:pt x="12858" y="26199"/>
                    <a:pt x="14916" y="25620"/>
                    <a:pt x="16619" y="24881"/>
                  </a:cubicBezTo>
                  <a:cubicBezTo>
                    <a:pt x="18323" y="24109"/>
                    <a:pt x="18709" y="23370"/>
                    <a:pt x="17198" y="23177"/>
                  </a:cubicBezTo>
                  <a:cubicBezTo>
                    <a:pt x="15687" y="22984"/>
                    <a:pt x="8487" y="20702"/>
                    <a:pt x="8487" y="20702"/>
                  </a:cubicBezTo>
                  <a:cubicBezTo>
                    <a:pt x="8487" y="20702"/>
                    <a:pt x="15301" y="15784"/>
                    <a:pt x="19641" y="11830"/>
                  </a:cubicBezTo>
                  <a:cubicBezTo>
                    <a:pt x="24013" y="7844"/>
                    <a:pt x="27034" y="1608"/>
                    <a:pt x="27034" y="1608"/>
                  </a:cubicBezTo>
                  <a:cubicBezTo>
                    <a:pt x="25545" y="407"/>
                    <a:pt x="23877" y="1"/>
                    <a:pt x="223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4284;p64">
              <a:extLst>
                <a:ext uri="{FF2B5EF4-FFF2-40B4-BE49-F238E27FC236}">
                  <a16:creationId xmlns:a16="http://schemas.microsoft.com/office/drawing/2014/main" id="{E22C6C2E-13B5-CD3E-7B43-73893F5237BF}"/>
                </a:ext>
              </a:extLst>
            </p:cNvPr>
            <p:cNvSpPr/>
            <p:nvPr/>
          </p:nvSpPr>
          <p:spPr>
            <a:xfrm>
              <a:off x="2406075" y="3890525"/>
              <a:ext cx="685500" cy="667825"/>
            </a:xfrm>
            <a:custGeom>
              <a:avLst/>
              <a:gdLst/>
              <a:ahLst/>
              <a:cxnLst/>
              <a:rect l="l" t="t" r="r" b="b"/>
              <a:pathLst>
                <a:path w="27420" h="26713" extrusionOk="0">
                  <a:moveTo>
                    <a:pt x="22270" y="546"/>
                  </a:moveTo>
                  <a:cubicBezTo>
                    <a:pt x="22315" y="546"/>
                    <a:pt x="22360" y="546"/>
                    <a:pt x="22405" y="547"/>
                  </a:cubicBezTo>
                  <a:cubicBezTo>
                    <a:pt x="23860" y="547"/>
                    <a:pt x="25404" y="905"/>
                    <a:pt x="26780" y="1965"/>
                  </a:cubicBezTo>
                  <a:lnTo>
                    <a:pt x="26780" y="1965"/>
                  </a:lnTo>
                  <a:cubicBezTo>
                    <a:pt x="26769" y="1984"/>
                    <a:pt x="26757" y="2004"/>
                    <a:pt x="26744" y="2026"/>
                  </a:cubicBezTo>
                  <a:cubicBezTo>
                    <a:pt x="26102" y="3280"/>
                    <a:pt x="23337" y="8455"/>
                    <a:pt x="19576" y="11894"/>
                  </a:cubicBezTo>
                  <a:cubicBezTo>
                    <a:pt x="17390" y="13855"/>
                    <a:pt x="14626" y="16073"/>
                    <a:pt x="12376" y="17809"/>
                  </a:cubicBezTo>
                  <a:cubicBezTo>
                    <a:pt x="11251" y="18677"/>
                    <a:pt x="10286" y="19384"/>
                    <a:pt x="9579" y="19930"/>
                  </a:cubicBezTo>
                  <a:cubicBezTo>
                    <a:pt x="8872" y="20445"/>
                    <a:pt x="8454" y="20734"/>
                    <a:pt x="8454" y="20734"/>
                  </a:cubicBezTo>
                  <a:cubicBezTo>
                    <a:pt x="8358" y="20798"/>
                    <a:pt x="8326" y="20895"/>
                    <a:pt x="8326" y="21023"/>
                  </a:cubicBezTo>
                  <a:cubicBezTo>
                    <a:pt x="8358" y="21120"/>
                    <a:pt x="8422" y="21184"/>
                    <a:pt x="8519" y="21216"/>
                  </a:cubicBezTo>
                  <a:cubicBezTo>
                    <a:pt x="8519" y="21216"/>
                    <a:pt x="10319" y="21795"/>
                    <a:pt x="12312" y="22373"/>
                  </a:cubicBezTo>
                  <a:cubicBezTo>
                    <a:pt x="13308" y="22663"/>
                    <a:pt x="14337" y="22984"/>
                    <a:pt x="15237" y="23209"/>
                  </a:cubicBezTo>
                  <a:cubicBezTo>
                    <a:pt x="16105" y="23466"/>
                    <a:pt x="16844" y="23627"/>
                    <a:pt x="17262" y="23691"/>
                  </a:cubicBezTo>
                  <a:cubicBezTo>
                    <a:pt x="17551" y="23723"/>
                    <a:pt x="17776" y="23788"/>
                    <a:pt x="17873" y="23852"/>
                  </a:cubicBezTo>
                  <a:cubicBezTo>
                    <a:pt x="17937" y="23884"/>
                    <a:pt x="17969" y="23916"/>
                    <a:pt x="17969" y="23916"/>
                  </a:cubicBezTo>
                  <a:cubicBezTo>
                    <a:pt x="17969" y="23948"/>
                    <a:pt x="17969" y="23981"/>
                    <a:pt x="17905" y="24045"/>
                  </a:cubicBezTo>
                  <a:cubicBezTo>
                    <a:pt x="17776" y="24238"/>
                    <a:pt x="17326" y="24559"/>
                    <a:pt x="16619" y="24881"/>
                  </a:cubicBezTo>
                  <a:cubicBezTo>
                    <a:pt x="14947" y="25620"/>
                    <a:pt x="12922" y="26166"/>
                    <a:pt x="8229" y="26166"/>
                  </a:cubicBezTo>
                  <a:cubicBezTo>
                    <a:pt x="5851" y="26166"/>
                    <a:pt x="3922" y="26166"/>
                    <a:pt x="2572" y="26038"/>
                  </a:cubicBezTo>
                  <a:cubicBezTo>
                    <a:pt x="1897" y="25974"/>
                    <a:pt x="1382" y="25877"/>
                    <a:pt x="1029" y="25716"/>
                  </a:cubicBezTo>
                  <a:cubicBezTo>
                    <a:pt x="868" y="25652"/>
                    <a:pt x="740" y="25588"/>
                    <a:pt x="675" y="25491"/>
                  </a:cubicBezTo>
                  <a:cubicBezTo>
                    <a:pt x="579" y="25427"/>
                    <a:pt x="547" y="25363"/>
                    <a:pt x="547" y="25266"/>
                  </a:cubicBezTo>
                  <a:lnTo>
                    <a:pt x="547" y="25202"/>
                  </a:lnTo>
                  <a:cubicBezTo>
                    <a:pt x="547" y="25009"/>
                    <a:pt x="675" y="24623"/>
                    <a:pt x="997" y="24206"/>
                  </a:cubicBezTo>
                  <a:cubicBezTo>
                    <a:pt x="1865" y="22856"/>
                    <a:pt x="3922" y="20927"/>
                    <a:pt x="5561" y="19255"/>
                  </a:cubicBezTo>
                  <a:cubicBezTo>
                    <a:pt x="6172" y="18677"/>
                    <a:pt x="7136" y="17359"/>
                    <a:pt x="8294" y="15687"/>
                  </a:cubicBezTo>
                  <a:cubicBezTo>
                    <a:pt x="9997" y="13180"/>
                    <a:pt x="12119" y="9933"/>
                    <a:pt x="13887" y="7201"/>
                  </a:cubicBezTo>
                  <a:cubicBezTo>
                    <a:pt x="14755" y="5851"/>
                    <a:pt x="15558" y="4597"/>
                    <a:pt x="16169" y="3697"/>
                  </a:cubicBezTo>
                  <a:cubicBezTo>
                    <a:pt x="16458" y="3247"/>
                    <a:pt x="16715" y="2862"/>
                    <a:pt x="16908" y="2572"/>
                  </a:cubicBezTo>
                  <a:cubicBezTo>
                    <a:pt x="17005" y="2444"/>
                    <a:pt x="17101" y="2315"/>
                    <a:pt x="17165" y="2219"/>
                  </a:cubicBezTo>
                  <a:cubicBezTo>
                    <a:pt x="17230" y="2154"/>
                    <a:pt x="17262" y="2090"/>
                    <a:pt x="17294" y="2058"/>
                  </a:cubicBezTo>
                  <a:cubicBezTo>
                    <a:pt x="17358" y="1994"/>
                    <a:pt x="17583" y="1833"/>
                    <a:pt x="17905" y="1672"/>
                  </a:cubicBezTo>
                  <a:cubicBezTo>
                    <a:pt x="18783" y="1170"/>
                    <a:pt x="20457" y="546"/>
                    <a:pt x="22270" y="546"/>
                  </a:cubicBezTo>
                  <a:close/>
                  <a:moveTo>
                    <a:pt x="22405" y="1"/>
                  </a:moveTo>
                  <a:cubicBezTo>
                    <a:pt x="21087" y="1"/>
                    <a:pt x="19833" y="290"/>
                    <a:pt x="18869" y="644"/>
                  </a:cubicBezTo>
                  <a:cubicBezTo>
                    <a:pt x="18387" y="804"/>
                    <a:pt x="17969" y="997"/>
                    <a:pt x="17648" y="1190"/>
                  </a:cubicBezTo>
                  <a:cubicBezTo>
                    <a:pt x="17294" y="1383"/>
                    <a:pt x="17069" y="1544"/>
                    <a:pt x="16908" y="1672"/>
                  </a:cubicBezTo>
                  <a:cubicBezTo>
                    <a:pt x="16844" y="1769"/>
                    <a:pt x="16780" y="1865"/>
                    <a:pt x="16651" y="2026"/>
                  </a:cubicBezTo>
                  <a:cubicBezTo>
                    <a:pt x="16233" y="2572"/>
                    <a:pt x="15462" y="3762"/>
                    <a:pt x="14465" y="5272"/>
                  </a:cubicBezTo>
                  <a:cubicBezTo>
                    <a:pt x="12987" y="7587"/>
                    <a:pt x="11058" y="10576"/>
                    <a:pt x="9322" y="13212"/>
                  </a:cubicBezTo>
                  <a:cubicBezTo>
                    <a:pt x="8422" y="14530"/>
                    <a:pt x="7586" y="15752"/>
                    <a:pt x="6879" y="16748"/>
                  </a:cubicBezTo>
                  <a:cubicBezTo>
                    <a:pt x="6172" y="17745"/>
                    <a:pt x="5561" y="18516"/>
                    <a:pt x="5208" y="18870"/>
                  </a:cubicBezTo>
                  <a:cubicBezTo>
                    <a:pt x="4083" y="19995"/>
                    <a:pt x="2829" y="21216"/>
                    <a:pt x="1800" y="22341"/>
                  </a:cubicBezTo>
                  <a:cubicBezTo>
                    <a:pt x="1286" y="22888"/>
                    <a:pt x="868" y="23434"/>
                    <a:pt x="547" y="23916"/>
                  </a:cubicBezTo>
                  <a:cubicBezTo>
                    <a:pt x="225" y="24398"/>
                    <a:pt x="0" y="24784"/>
                    <a:pt x="0" y="25202"/>
                  </a:cubicBezTo>
                  <a:cubicBezTo>
                    <a:pt x="0" y="25266"/>
                    <a:pt x="0" y="25298"/>
                    <a:pt x="0" y="25363"/>
                  </a:cubicBezTo>
                  <a:cubicBezTo>
                    <a:pt x="32" y="25556"/>
                    <a:pt x="161" y="25749"/>
                    <a:pt x="290" y="25877"/>
                  </a:cubicBezTo>
                  <a:cubicBezTo>
                    <a:pt x="547" y="26134"/>
                    <a:pt x="900" y="26263"/>
                    <a:pt x="1382" y="26391"/>
                  </a:cubicBezTo>
                  <a:cubicBezTo>
                    <a:pt x="2765" y="26713"/>
                    <a:pt x="5111" y="26713"/>
                    <a:pt x="8229" y="26713"/>
                  </a:cubicBezTo>
                  <a:cubicBezTo>
                    <a:pt x="12954" y="26713"/>
                    <a:pt x="15108" y="26134"/>
                    <a:pt x="16844" y="25363"/>
                  </a:cubicBezTo>
                  <a:cubicBezTo>
                    <a:pt x="17326" y="25138"/>
                    <a:pt x="17712" y="24913"/>
                    <a:pt x="18001" y="24688"/>
                  </a:cubicBezTo>
                  <a:cubicBezTo>
                    <a:pt x="18162" y="24591"/>
                    <a:pt x="18258" y="24463"/>
                    <a:pt x="18355" y="24334"/>
                  </a:cubicBezTo>
                  <a:cubicBezTo>
                    <a:pt x="18451" y="24238"/>
                    <a:pt x="18515" y="24077"/>
                    <a:pt x="18515" y="23916"/>
                  </a:cubicBezTo>
                  <a:cubicBezTo>
                    <a:pt x="18515" y="23820"/>
                    <a:pt x="18451" y="23691"/>
                    <a:pt x="18387" y="23595"/>
                  </a:cubicBezTo>
                  <a:cubicBezTo>
                    <a:pt x="18290" y="23466"/>
                    <a:pt x="18162" y="23370"/>
                    <a:pt x="17969" y="23306"/>
                  </a:cubicBezTo>
                  <a:cubicBezTo>
                    <a:pt x="17808" y="23241"/>
                    <a:pt x="17583" y="23177"/>
                    <a:pt x="17326" y="23145"/>
                  </a:cubicBezTo>
                  <a:cubicBezTo>
                    <a:pt x="16973" y="23113"/>
                    <a:pt x="16233" y="22952"/>
                    <a:pt x="15365" y="22695"/>
                  </a:cubicBezTo>
                  <a:cubicBezTo>
                    <a:pt x="14047" y="22341"/>
                    <a:pt x="12376" y="21859"/>
                    <a:pt x="11026" y="21441"/>
                  </a:cubicBezTo>
                  <a:cubicBezTo>
                    <a:pt x="10351" y="21248"/>
                    <a:pt x="9772" y="21055"/>
                    <a:pt x="9354" y="20927"/>
                  </a:cubicBezTo>
                  <a:cubicBezTo>
                    <a:pt x="9290" y="20907"/>
                    <a:pt x="9230" y="20888"/>
                    <a:pt x="9174" y="20870"/>
                  </a:cubicBezTo>
                  <a:lnTo>
                    <a:pt x="9174" y="20870"/>
                  </a:lnTo>
                  <a:cubicBezTo>
                    <a:pt x="10737" y="19726"/>
                    <a:pt x="16215" y="15667"/>
                    <a:pt x="19930" y="12280"/>
                  </a:cubicBezTo>
                  <a:cubicBezTo>
                    <a:pt x="24334" y="8262"/>
                    <a:pt x="27355" y="1994"/>
                    <a:pt x="27355" y="1994"/>
                  </a:cubicBezTo>
                  <a:cubicBezTo>
                    <a:pt x="27419" y="1865"/>
                    <a:pt x="27387" y="1737"/>
                    <a:pt x="27291" y="1672"/>
                  </a:cubicBezTo>
                  <a:cubicBezTo>
                    <a:pt x="25748" y="419"/>
                    <a:pt x="24012" y="1"/>
                    <a:pt x="2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4285;p64">
              <a:extLst>
                <a:ext uri="{FF2B5EF4-FFF2-40B4-BE49-F238E27FC236}">
                  <a16:creationId xmlns:a16="http://schemas.microsoft.com/office/drawing/2014/main" id="{8D30C02D-72D9-3831-803E-F0A9EAE7C0CF}"/>
                </a:ext>
              </a:extLst>
            </p:cNvPr>
            <p:cNvSpPr/>
            <p:nvPr/>
          </p:nvSpPr>
          <p:spPr>
            <a:xfrm>
              <a:off x="2410900" y="4419300"/>
              <a:ext cx="465300" cy="132625"/>
            </a:xfrm>
            <a:custGeom>
              <a:avLst/>
              <a:gdLst/>
              <a:ahLst/>
              <a:cxnLst/>
              <a:rect l="l" t="t" r="r" b="b"/>
              <a:pathLst>
                <a:path w="18612" h="5305" extrusionOk="0">
                  <a:moveTo>
                    <a:pt x="9001" y="1"/>
                  </a:moveTo>
                  <a:lnTo>
                    <a:pt x="7651" y="3022"/>
                  </a:lnTo>
                  <a:cubicBezTo>
                    <a:pt x="7651" y="3022"/>
                    <a:pt x="7258" y="3107"/>
                    <a:pt x="6637" y="3107"/>
                  </a:cubicBezTo>
                  <a:cubicBezTo>
                    <a:pt x="5499" y="3107"/>
                    <a:pt x="3593" y="2824"/>
                    <a:pt x="1929" y="1222"/>
                  </a:cubicBezTo>
                  <a:cubicBezTo>
                    <a:pt x="804" y="2476"/>
                    <a:pt x="0" y="3569"/>
                    <a:pt x="97" y="4147"/>
                  </a:cubicBezTo>
                  <a:cubicBezTo>
                    <a:pt x="289" y="5305"/>
                    <a:pt x="3311" y="5305"/>
                    <a:pt x="8036" y="5305"/>
                  </a:cubicBezTo>
                  <a:cubicBezTo>
                    <a:pt x="12761" y="5305"/>
                    <a:pt x="14819" y="4726"/>
                    <a:pt x="16522" y="3987"/>
                  </a:cubicBezTo>
                  <a:cubicBezTo>
                    <a:pt x="18226" y="3215"/>
                    <a:pt x="18612" y="2476"/>
                    <a:pt x="17101" y="2283"/>
                  </a:cubicBezTo>
                  <a:cubicBezTo>
                    <a:pt x="15847" y="2122"/>
                    <a:pt x="10769" y="547"/>
                    <a:pt x="9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4286;p64">
              <a:extLst>
                <a:ext uri="{FF2B5EF4-FFF2-40B4-BE49-F238E27FC236}">
                  <a16:creationId xmlns:a16="http://schemas.microsoft.com/office/drawing/2014/main" id="{95BB68FD-AB1D-6700-5B51-2B796EBA0022}"/>
                </a:ext>
              </a:extLst>
            </p:cNvPr>
            <p:cNvSpPr/>
            <p:nvPr/>
          </p:nvSpPr>
          <p:spPr>
            <a:xfrm>
              <a:off x="2406075" y="4412675"/>
              <a:ext cx="462900" cy="145675"/>
            </a:xfrm>
            <a:custGeom>
              <a:avLst/>
              <a:gdLst/>
              <a:ahLst/>
              <a:cxnLst/>
              <a:rect l="l" t="t" r="r" b="b"/>
              <a:pathLst>
                <a:path w="18516" h="5827" extrusionOk="0">
                  <a:moveTo>
                    <a:pt x="9359" y="599"/>
                  </a:moveTo>
                  <a:cubicBezTo>
                    <a:pt x="10277" y="897"/>
                    <a:pt x="11838" y="1366"/>
                    <a:pt x="13372" y="1809"/>
                  </a:cubicBezTo>
                  <a:cubicBezTo>
                    <a:pt x="14176" y="2034"/>
                    <a:pt x="15012" y="2291"/>
                    <a:pt x="15687" y="2452"/>
                  </a:cubicBezTo>
                  <a:cubicBezTo>
                    <a:pt x="16362" y="2645"/>
                    <a:pt x="16908" y="2773"/>
                    <a:pt x="17262" y="2805"/>
                  </a:cubicBezTo>
                  <a:cubicBezTo>
                    <a:pt x="17551" y="2837"/>
                    <a:pt x="17776" y="2902"/>
                    <a:pt x="17873" y="2966"/>
                  </a:cubicBezTo>
                  <a:cubicBezTo>
                    <a:pt x="17937" y="2998"/>
                    <a:pt x="17969" y="3030"/>
                    <a:pt x="17969" y="3030"/>
                  </a:cubicBezTo>
                  <a:cubicBezTo>
                    <a:pt x="17969" y="3062"/>
                    <a:pt x="17969" y="3095"/>
                    <a:pt x="17905" y="3159"/>
                  </a:cubicBezTo>
                  <a:cubicBezTo>
                    <a:pt x="17776" y="3352"/>
                    <a:pt x="17326" y="3673"/>
                    <a:pt x="16619" y="3995"/>
                  </a:cubicBezTo>
                  <a:cubicBezTo>
                    <a:pt x="14947" y="4734"/>
                    <a:pt x="12922" y="5280"/>
                    <a:pt x="8229" y="5280"/>
                  </a:cubicBezTo>
                  <a:cubicBezTo>
                    <a:pt x="5851" y="5280"/>
                    <a:pt x="3922" y="5280"/>
                    <a:pt x="2572" y="5152"/>
                  </a:cubicBezTo>
                  <a:cubicBezTo>
                    <a:pt x="1897" y="5088"/>
                    <a:pt x="1382" y="4991"/>
                    <a:pt x="1029" y="4830"/>
                  </a:cubicBezTo>
                  <a:cubicBezTo>
                    <a:pt x="868" y="4766"/>
                    <a:pt x="740" y="4702"/>
                    <a:pt x="675" y="4605"/>
                  </a:cubicBezTo>
                  <a:cubicBezTo>
                    <a:pt x="579" y="4541"/>
                    <a:pt x="547" y="4477"/>
                    <a:pt x="547" y="4380"/>
                  </a:cubicBezTo>
                  <a:lnTo>
                    <a:pt x="547" y="4316"/>
                  </a:lnTo>
                  <a:cubicBezTo>
                    <a:pt x="547" y="4123"/>
                    <a:pt x="707" y="3737"/>
                    <a:pt x="1029" y="3255"/>
                  </a:cubicBezTo>
                  <a:cubicBezTo>
                    <a:pt x="1314" y="2857"/>
                    <a:pt x="1699" y="2382"/>
                    <a:pt x="2141" y="1877"/>
                  </a:cubicBezTo>
                  <a:lnTo>
                    <a:pt x="2141" y="1877"/>
                  </a:lnTo>
                  <a:cubicBezTo>
                    <a:pt x="3823" y="3375"/>
                    <a:pt x="5674" y="3641"/>
                    <a:pt x="6815" y="3641"/>
                  </a:cubicBezTo>
                  <a:cubicBezTo>
                    <a:pt x="7458" y="3641"/>
                    <a:pt x="7876" y="3545"/>
                    <a:pt x="7908" y="3545"/>
                  </a:cubicBezTo>
                  <a:cubicBezTo>
                    <a:pt x="7972" y="3545"/>
                    <a:pt x="8036" y="3480"/>
                    <a:pt x="8101" y="3416"/>
                  </a:cubicBezTo>
                  <a:lnTo>
                    <a:pt x="9359" y="599"/>
                  </a:lnTo>
                  <a:close/>
                  <a:moveTo>
                    <a:pt x="9222" y="0"/>
                  </a:moveTo>
                  <a:cubicBezTo>
                    <a:pt x="9110" y="0"/>
                    <a:pt x="8995" y="63"/>
                    <a:pt x="8969" y="169"/>
                  </a:cubicBezTo>
                  <a:lnTo>
                    <a:pt x="7644" y="3064"/>
                  </a:lnTo>
                  <a:lnTo>
                    <a:pt x="7644" y="3064"/>
                  </a:lnTo>
                  <a:cubicBezTo>
                    <a:pt x="7477" y="3095"/>
                    <a:pt x="7178" y="3127"/>
                    <a:pt x="6815" y="3127"/>
                  </a:cubicBezTo>
                  <a:cubicBezTo>
                    <a:pt x="5722" y="3095"/>
                    <a:pt x="3890" y="2837"/>
                    <a:pt x="2315" y="1294"/>
                  </a:cubicBezTo>
                  <a:cubicBezTo>
                    <a:pt x="2250" y="1262"/>
                    <a:pt x="2186" y="1230"/>
                    <a:pt x="2122" y="1230"/>
                  </a:cubicBezTo>
                  <a:cubicBezTo>
                    <a:pt x="2058" y="1230"/>
                    <a:pt x="1961" y="1262"/>
                    <a:pt x="1929" y="1327"/>
                  </a:cubicBezTo>
                  <a:cubicBezTo>
                    <a:pt x="1382" y="1905"/>
                    <a:pt x="932" y="2452"/>
                    <a:pt x="579" y="2966"/>
                  </a:cubicBezTo>
                  <a:cubicBezTo>
                    <a:pt x="225" y="3448"/>
                    <a:pt x="0" y="3898"/>
                    <a:pt x="0" y="4316"/>
                  </a:cubicBezTo>
                  <a:cubicBezTo>
                    <a:pt x="0" y="4378"/>
                    <a:pt x="0" y="4410"/>
                    <a:pt x="29" y="4470"/>
                  </a:cubicBezTo>
                  <a:lnTo>
                    <a:pt x="29" y="4470"/>
                  </a:lnTo>
                  <a:lnTo>
                    <a:pt x="0" y="4477"/>
                  </a:lnTo>
                  <a:cubicBezTo>
                    <a:pt x="32" y="4670"/>
                    <a:pt x="161" y="4863"/>
                    <a:pt x="290" y="4991"/>
                  </a:cubicBezTo>
                  <a:cubicBezTo>
                    <a:pt x="547" y="5248"/>
                    <a:pt x="900" y="5377"/>
                    <a:pt x="1382" y="5505"/>
                  </a:cubicBezTo>
                  <a:cubicBezTo>
                    <a:pt x="2765" y="5827"/>
                    <a:pt x="5111" y="5827"/>
                    <a:pt x="8229" y="5827"/>
                  </a:cubicBezTo>
                  <a:cubicBezTo>
                    <a:pt x="12954" y="5827"/>
                    <a:pt x="15108" y="5248"/>
                    <a:pt x="16844" y="4477"/>
                  </a:cubicBezTo>
                  <a:cubicBezTo>
                    <a:pt x="17326" y="4252"/>
                    <a:pt x="17744" y="4027"/>
                    <a:pt x="18001" y="3802"/>
                  </a:cubicBezTo>
                  <a:cubicBezTo>
                    <a:pt x="18162" y="3705"/>
                    <a:pt x="18258" y="3577"/>
                    <a:pt x="18355" y="3448"/>
                  </a:cubicBezTo>
                  <a:cubicBezTo>
                    <a:pt x="18451" y="3352"/>
                    <a:pt x="18515" y="3191"/>
                    <a:pt x="18515" y="3030"/>
                  </a:cubicBezTo>
                  <a:cubicBezTo>
                    <a:pt x="18515" y="2934"/>
                    <a:pt x="18451" y="2805"/>
                    <a:pt x="18387" y="2709"/>
                  </a:cubicBezTo>
                  <a:cubicBezTo>
                    <a:pt x="18290" y="2580"/>
                    <a:pt x="18162" y="2484"/>
                    <a:pt x="17969" y="2420"/>
                  </a:cubicBezTo>
                  <a:cubicBezTo>
                    <a:pt x="17808" y="2355"/>
                    <a:pt x="17583" y="2291"/>
                    <a:pt x="17326" y="2259"/>
                  </a:cubicBezTo>
                  <a:cubicBezTo>
                    <a:pt x="17037" y="2227"/>
                    <a:pt x="16490" y="2098"/>
                    <a:pt x="15815" y="1937"/>
                  </a:cubicBezTo>
                  <a:cubicBezTo>
                    <a:pt x="13790" y="1391"/>
                    <a:pt x="10608" y="427"/>
                    <a:pt x="9290" y="9"/>
                  </a:cubicBezTo>
                  <a:cubicBezTo>
                    <a:pt x="9268" y="3"/>
                    <a:pt x="9245" y="0"/>
                    <a:pt x="9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4287;p64">
              <a:extLst>
                <a:ext uri="{FF2B5EF4-FFF2-40B4-BE49-F238E27FC236}">
                  <a16:creationId xmlns:a16="http://schemas.microsoft.com/office/drawing/2014/main" id="{70AFAFCB-A757-DCD6-9460-4B24E000D7BC}"/>
                </a:ext>
              </a:extLst>
            </p:cNvPr>
            <p:cNvSpPr/>
            <p:nvPr/>
          </p:nvSpPr>
          <p:spPr>
            <a:xfrm>
              <a:off x="4440000" y="3896950"/>
              <a:ext cx="675875" cy="654975"/>
            </a:xfrm>
            <a:custGeom>
              <a:avLst/>
              <a:gdLst/>
              <a:ahLst/>
              <a:cxnLst/>
              <a:rect l="l" t="t" r="r" b="b"/>
              <a:pathLst>
                <a:path w="27035" h="26199" extrusionOk="0">
                  <a:moveTo>
                    <a:pt x="4688" y="1"/>
                  </a:moveTo>
                  <a:cubicBezTo>
                    <a:pt x="3143" y="1"/>
                    <a:pt x="1478" y="407"/>
                    <a:pt x="1" y="1608"/>
                  </a:cubicBezTo>
                  <a:cubicBezTo>
                    <a:pt x="1" y="1608"/>
                    <a:pt x="3022" y="7844"/>
                    <a:pt x="7362" y="11830"/>
                  </a:cubicBezTo>
                  <a:cubicBezTo>
                    <a:pt x="11701" y="15784"/>
                    <a:pt x="18516" y="20702"/>
                    <a:pt x="18516" y="20702"/>
                  </a:cubicBezTo>
                  <a:cubicBezTo>
                    <a:pt x="18516" y="20702"/>
                    <a:pt x="11316" y="22984"/>
                    <a:pt x="9805" y="23177"/>
                  </a:cubicBezTo>
                  <a:cubicBezTo>
                    <a:pt x="8294" y="23370"/>
                    <a:pt x="8680" y="24109"/>
                    <a:pt x="10383" y="24881"/>
                  </a:cubicBezTo>
                  <a:cubicBezTo>
                    <a:pt x="12087" y="25620"/>
                    <a:pt x="14176" y="26199"/>
                    <a:pt x="18902" y="26199"/>
                  </a:cubicBezTo>
                  <a:cubicBezTo>
                    <a:pt x="23627" y="26199"/>
                    <a:pt x="26648" y="26199"/>
                    <a:pt x="26841" y="25041"/>
                  </a:cubicBezTo>
                  <a:cubicBezTo>
                    <a:pt x="27034" y="23916"/>
                    <a:pt x="23980" y="21088"/>
                    <a:pt x="21730" y="18805"/>
                  </a:cubicBezTo>
                  <a:cubicBezTo>
                    <a:pt x="19448" y="16555"/>
                    <a:pt x="10769" y="2380"/>
                    <a:pt x="9998" y="1608"/>
                  </a:cubicBezTo>
                  <a:cubicBezTo>
                    <a:pt x="9534" y="1145"/>
                    <a:pt x="7280" y="1"/>
                    <a:pt x="46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4288;p64">
              <a:extLst>
                <a:ext uri="{FF2B5EF4-FFF2-40B4-BE49-F238E27FC236}">
                  <a16:creationId xmlns:a16="http://schemas.microsoft.com/office/drawing/2014/main" id="{521FD78D-9B51-BFB1-0404-2A33BF844811}"/>
                </a:ext>
              </a:extLst>
            </p:cNvPr>
            <p:cNvSpPr/>
            <p:nvPr/>
          </p:nvSpPr>
          <p:spPr>
            <a:xfrm>
              <a:off x="4431975" y="3890525"/>
              <a:ext cx="685500" cy="667825"/>
            </a:xfrm>
            <a:custGeom>
              <a:avLst/>
              <a:gdLst/>
              <a:ahLst/>
              <a:cxnLst/>
              <a:rect l="l" t="t" r="r" b="b"/>
              <a:pathLst>
                <a:path w="27420" h="26713" extrusionOk="0">
                  <a:moveTo>
                    <a:pt x="5015" y="547"/>
                  </a:moveTo>
                  <a:cubicBezTo>
                    <a:pt x="6268" y="547"/>
                    <a:pt x="7458" y="804"/>
                    <a:pt x="8390" y="1158"/>
                  </a:cubicBezTo>
                  <a:cubicBezTo>
                    <a:pt x="8840" y="1319"/>
                    <a:pt x="9226" y="1479"/>
                    <a:pt x="9547" y="1672"/>
                  </a:cubicBezTo>
                  <a:cubicBezTo>
                    <a:pt x="9836" y="1833"/>
                    <a:pt x="10061" y="1994"/>
                    <a:pt x="10126" y="2058"/>
                  </a:cubicBezTo>
                  <a:cubicBezTo>
                    <a:pt x="10158" y="2090"/>
                    <a:pt x="10254" y="2187"/>
                    <a:pt x="10351" y="2315"/>
                  </a:cubicBezTo>
                  <a:cubicBezTo>
                    <a:pt x="10736" y="2862"/>
                    <a:pt x="11508" y="4051"/>
                    <a:pt x="12504" y="5594"/>
                  </a:cubicBezTo>
                  <a:cubicBezTo>
                    <a:pt x="13983" y="7876"/>
                    <a:pt x="15912" y="10866"/>
                    <a:pt x="17680" y="13501"/>
                  </a:cubicBezTo>
                  <a:cubicBezTo>
                    <a:pt x="18548" y="14852"/>
                    <a:pt x="19383" y="16073"/>
                    <a:pt x="20123" y="17069"/>
                  </a:cubicBezTo>
                  <a:cubicBezTo>
                    <a:pt x="20830" y="18066"/>
                    <a:pt x="21441" y="18837"/>
                    <a:pt x="21858" y="19255"/>
                  </a:cubicBezTo>
                  <a:cubicBezTo>
                    <a:pt x="22951" y="20380"/>
                    <a:pt x="24237" y="21602"/>
                    <a:pt x="25234" y="22695"/>
                  </a:cubicBezTo>
                  <a:cubicBezTo>
                    <a:pt x="25716" y="23241"/>
                    <a:pt x="26166" y="23756"/>
                    <a:pt x="26455" y="24206"/>
                  </a:cubicBezTo>
                  <a:cubicBezTo>
                    <a:pt x="26744" y="24656"/>
                    <a:pt x="26905" y="25009"/>
                    <a:pt x="26905" y="25202"/>
                  </a:cubicBezTo>
                  <a:lnTo>
                    <a:pt x="26873" y="25266"/>
                  </a:lnTo>
                  <a:cubicBezTo>
                    <a:pt x="26873" y="25363"/>
                    <a:pt x="26841" y="25427"/>
                    <a:pt x="26777" y="25491"/>
                  </a:cubicBezTo>
                  <a:cubicBezTo>
                    <a:pt x="26616" y="25620"/>
                    <a:pt x="26359" y="25781"/>
                    <a:pt x="25941" y="25877"/>
                  </a:cubicBezTo>
                  <a:cubicBezTo>
                    <a:pt x="24687" y="26166"/>
                    <a:pt x="22308" y="26166"/>
                    <a:pt x="19223" y="26166"/>
                  </a:cubicBezTo>
                  <a:cubicBezTo>
                    <a:pt x="14497" y="26166"/>
                    <a:pt x="12472" y="25620"/>
                    <a:pt x="10801" y="24881"/>
                  </a:cubicBezTo>
                  <a:cubicBezTo>
                    <a:pt x="10351" y="24656"/>
                    <a:pt x="9965" y="24463"/>
                    <a:pt x="9740" y="24270"/>
                  </a:cubicBezTo>
                  <a:cubicBezTo>
                    <a:pt x="9644" y="24173"/>
                    <a:pt x="9547" y="24109"/>
                    <a:pt x="9515" y="24045"/>
                  </a:cubicBezTo>
                  <a:cubicBezTo>
                    <a:pt x="9451" y="23981"/>
                    <a:pt x="9451" y="23948"/>
                    <a:pt x="9451" y="23916"/>
                  </a:cubicBezTo>
                  <a:cubicBezTo>
                    <a:pt x="9483" y="23884"/>
                    <a:pt x="9547" y="23852"/>
                    <a:pt x="9644" y="23820"/>
                  </a:cubicBezTo>
                  <a:cubicBezTo>
                    <a:pt x="9772" y="23756"/>
                    <a:pt x="9933" y="23723"/>
                    <a:pt x="10158" y="23691"/>
                  </a:cubicBezTo>
                  <a:cubicBezTo>
                    <a:pt x="10576" y="23627"/>
                    <a:pt x="11315" y="23466"/>
                    <a:pt x="12215" y="23209"/>
                  </a:cubicBezTo>
                  <a:cubicBezTo>
                    <a:pt x="14883" y="22502"/>
                    <a:pt x="18901" y="21216"/>
                    <a:pt x="18901" y="21216"/>
                  </a:cubicBezTo>
                  <a:cubicBezTo>
                    <a:pt x="18998" y="21184"/>
                    <a:pt x="19094" y="21120"/>
                    <a:pt x="19094" y="21023"/>
                  </a:cubicBezTo>
                  <a:cubicBezTo>
                    <a:pt x="19126" y="20895"/>
                    <a:pt x="19062" y="20798"/>
                    <a:pt x="18998" y="20734"/>
                  </a:cubicBezTo>
                  <a:cubicBezTo>
                    <a:pt x="18998" y="20734"/>
                    <a:pt x="18580" y="20445"/>
                    <a:pt x="17873" y="19930"/>
                  </a:cubicBezTo>
                  <a:cubicBezTo>
                    <a:pt x="15751" y="18355"/>
                    <a:pt x="11122" y="14852"/>
                    <a:pt x="7876" y="11894"/>
                  </a:cubicBezTo>
                  <a:cubicBezTo>
                    <a:pt x="5722" y="9933"/>
                    <a:pt x="3890" y="7394"/>
                    <a:pt x="2604" y="5337"/>
                  </a:cubicBezTo>
                  <a:cubicBezTo>
                    <a:pt x="1961" y="4340"/>
                    <a:pt x="1447" y="3440"/>
                    <a:pt x="1093" y="2797"/>
                  </a:cubicBezTo>
                  <a:cubicBezTo>
                    <a:pt x="900" y="2476"/>
                    <a:pt x="772" y="2219"/>
                    <a:pt x="675" y="2026"/>
                  </a:cubicBezTo>
                  <a:cubicBezTo>
                    <a:pt x="666" y="2002"/>
                    <a:pt x="656" y="1980"/>
                    <a:pt x="647" y="1959"/>
                  </a:cubicBezTo>
                  <a:lnTo>
                    <a:pt x="647" y="1959"/>
                  </a:lnTo>
                  <a:cubicBezTo>
                    <a:pt x="2021" y="904"/>
                    <a:pt x="3562" y="547"/>
                    <a:pt x="5015" y="547"/>
                  </a:cubicBezTo>
                  <a:close/>
                  <a:moveTo>
                    <a:pt x="5015" y="1"/>
                  </a:moveTo>
                  <a:cubicBezTo>
                    <a:pt x="3408" y="1"/>
                    <a:pt x="1672" y="419"/>
                    <a:pt x="129" y="1672"/>
                  </a:cubicBezTo>
                  <a:cubicBezTo>
                    <a:pt x="32" y="1737"/>
                    <a:pt x="0" y="1865"/>
                    <a:pt x="65" y="1994"/>
                  </a:cubicBezTo>
                  <a:cubicBezTo>
                    <a:pt x="65" y="1994"/>
                    <a:pt x="3086" y="8262"/>
                    <a:pt x="7490" y="12280"/>
                  </a:cubicBezTo>
                  <a:cubicBezTo>
                    <a:pt x="11201" y="15664"/>
                    <a:pt x="16672" y="19719"/>
                    <a:pt x="18241" y="20867"/>
                  </a:cubicBezTo>
                  <a:lnTo>
                    <a:pt x="18241" y="20867"/>
                  </a:lnTo>
                  <a:cubicBezTo>
                    <a:pt x="18068" y="20922"/>
                    <a:pt x="17856" y="20987"/>
                    <a:pt x="17615" y="21055"/>
                  </a:cubicBezTo>
                  <a:cubicBezTo>
                    <a:pt x="16555" y="21377"/>
                    <a:pt x="14947" y="21891"/>
                    <a:pt x="13469" y="22309"/>
                  </a:cubicBezTo>
                  <a:cubicBezTo>
                    <a:pt x="12729" y="22502"/>
                    <a:pt x="12022" y="22727"/>
                    <a:pt x="11444" y="22856"/>
                  </a:cubicBezTo>
                  <a:cubicBezTo>
                    <a:pt x="10833" y="23016"/>
                    <a:pt x="10351" y="23113"/>
                    <a:pt x="10094" y="23145"/>
                  </a:cubicBezTo>
                  <a:cubicBezTo>
                    <a:pt x="9772" y="23209"/>
                    <a:pt x="9515" y="23273"/>
                    <a:pt x="9290" y="23370"/>
                  </a:cubicBezTo>
                  <a:cubicBezTo>
                    <a:pt x="9194" y="23434"/>
                    <a:pt x="9097" y="23498"/>
                    <a:pt x="9033" y="23595"/>
                  </a:cubicBezTo>
                  <a:cubicBezTo>
                    <a:pt x="8969" y="23691"/>
                    <a:pt x="8936" y="23820"/>
                    <a:pt x="8936" y="23916"/>
                  </a:cubicBezTo>
                  <a:cubicBezTo>
                    <a:pt x="8936" y="24077"/>
                    <a:pt x="9001" y="24238"/>
                    <a:pt x="9065" y="24334"/>
                  </a:cubicBezTo>
                  <a:cubicBezTo>
                    <a:pt x="9322" y="24720"/>
                    <a:pt x="9836" y="25041"/>
                    <a:pt x="10608" y="25363"/>
                  </a:cubicBezTo>
                  <a:cubicBezTo>
                    <a:pt x="12344" y="26134"/>
                    <a:pt x="14465" y="26713"/>
                    <a:pt x="19223" y="26713"/>
                  </a:cubicBezTo>
                  <a:cubicBezTo>
                    <a:pt x="21569" y="26713"/>
                    <a:pt x="23530" y="26713"/>
                    <a:pt x="24912" y="26584"/>
                  </a:cubicBezTo>
                  <a:cubicBezTo>
                    <a:pt x="25619" y="26488"/>
                    <a:pt x="26166" y="26391"/>
                    <a:pt x="26584" y="26231"/>
                  </a:cubicBezTo>
                  <a:cubicBezTo>
                    <a:pt x="26809" y="26134"/>
                    <a:pt x="27002" y="26006"/>
                    <a:pt x="27130" y="25877"/>
                  </a:cubicBezTo>
                  <a:cubicBezTo>
                    <a:pt x="27291" y="25749"/>
                    <a:pt x="27387" y="25556"/>
                    <a:pt x="27419" y="25363"/>
                  </a:cubicBezTo>
                  <a:cubicBezTo>
                    <a:pt x="27419" y="25298"/>
                    <a:pt x="27419" y="25266"/>
                    <a:pt x="27419" y="25202"/>
                  </a:cubicBezTo>
                  <a:cubicBezTo>
                    <a:pt x="27419" y="24784"/>
                    <a:pt x="27194" y="24398"/>
                    <a:pt x="26905" y="23916"/>
                  </a:cubicBezTo>
                  <a:cubicBezTo>
                    <a:pt x="25941" y="22470"/>
                    <a:pt x="23884" y="20541"/>
                    <a:pt x="22244" y="18870"/>
                  </a:cubicBezTo>
                  <a:cubicBezTo>
                    <a:pt x="21698" y="18355"/>
                    <a:pt x="20733" y="17037"/>
                    <a:pt x="19576" y="15398"/>
                  </a:cubicBezTo>
                  <a:cubicBezTo>
                    <a:pt x="17873" y="12891"/>
                    <a:pt x="15751" y="9612"/>
                    <a:pt x="13983" y="6912"/>
                  </a:cubicBezTo>
                  <a:cubicBezTo>
                    <a:pt x="13115" y="5530"/>
                    <a:pt x="12312" y="4308"/>
                    <a:pt x="11733" y="3408"/>
                  </a:cubicBezTo>
                  <a:cubicBezTo>
                    <a:pt x="11412" y="2926"/>
                    <a:pt x="11154" y="2572"/>
                    <a:pt x="10961" y="2283"/>
                  </a:cubicBezTo>
                  <a:cubicBezTo>
                    <a:pt x="10865" y="2122"/>
                    <a:pt x="10769" y="1994"/>
                    <a:pt x="10704" y="1897"/>
                  </a:cubicBezTo>
                  <a:cubicBezTo>
                    <a:pt x="10640" y="1801"/>
                    <a:pt x="10576" y="1737"/>
                    <a:pt x="10511" y="1672"/>
                  </a:cubicBezTo>
                  <a:cubicBezTo>
                    <a:pt x="10351" y="1544"/>
                    <a:pt x="10126" y="1383"/>
                    <a:pt x="9804" y="1190"/>
                  </a:cubicBezTo>
                  <a:cubicBezTo>
                    <a:pt x="8808" y="644"/>
                    <a:pt x="7008" y="1"/>
                    <a:pt x="5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4289;p64">
              <a:extLst>
                <a:ext uri="{FF2B5EF4-FFF2-40B4-BE49-F238E27FC236}">
                  <a16:creationId xmlns:a16="http://schemas.microsoft.com/office/drawing/2014/main" id="{3696A140-DA9A-AF2C-DEE9-7B679A73015D}"/>
                </a:ext>
              </a:extLst>
            </p:cNvPr>
            <p:cNvSpPr/>
            <p:nvPr/>
          </p:nvSpPr>
          <p:spPr>
            <a:xfrm>
              <a:off x="4647325" y="4419300"/>
              <a:ext cx="466125" cy="132625"/>
            </a:xfrm>
            <a:custGeom>
              <a:avLst/>
              <a:gdLst/>
              <a:ahLst/>
              <a:cxnLst/>
              <a:rect l="l" t="t" r="r" b="b"/>
              <a:pathLst>
                <a:path w="18645" h="5305" extrusionOk="0">
                  <a:moveTo>
                    <a:pt x="9612" y="1"/>
                  </a:moveTo>
                  <a:cubicBezTo>
                    <a:pt x="7844" y="547"/>
                    <a:pt x="2765" y="2122"/>
                    <a:pt x="1512" y="2283"/>
                  </a:cubicBezTo>
                  <a:cubicBezTo>
                    <a:pt x="1" y="2476"/>
                    <a:pt x="387" y="3215"/>
                    <a:pt x="2090" y="3987"/>
                  </a:cubicBezTo>
                  <a:cubicBezTo>
                    <a:pt x="3794" y="4726"/>
                    <a:pt x="5883" y="5305"/>
                    <a:pt x="10609" y="5305"/>
                  </a:cubicBezTo>
                  <a:cubicBezTo>
                    <a:pt x="15334" y="5305"/>
                    <a:pt x="18355" y="5305"/>
                    <a:pt x="18548" y="4147"/>
                  </a:cubicBezTo>
                  <a:cubicBezTo>
                    <a:pt x="18645" y="3569"/>
                    <a:pt x="17809" y="2476"/>
                    <a:pt x="16684" y="1222"/>
                  </a:cubicBezTo>
                  <a:cubicBezTo>
                    <a:pt x="15020" y="2824"/>
                    <a:pt x="13114" y="3107"/>
                    <a:pt x="11975" y="3107"/>
                  </a:cubicBezTo>
                  <a:cubicBezTo>
                    <a:pt x="11355" y="3107"/>
                    <a:pt x="10962" y="3022"/>
                    <a:pt x="10962" y="3022"/>
                  </a:cubicBezTo>
                  <a:lnTo>
                    <a:pt x="96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4290;p64">
              <a:extLst>
                <a:ext uri="{FF2B5EF4-FFF2-40B4-BE49-F238E27FC236}">
                  <a16:creationId xmlns:a16="http://schemas.microsoft.com/office/drawing/2014/main" id="{819338F8-D41E-B6D4-44CF-1C9E00B8F7F9}"/>
                </a:ext>
              </a:extLst>
            </p:cNvPr>
            <p:cNvSpPr/>
            <p:nvPr/>
          </p:nvSpPr>
          <p:spPr>
            <a:xfrm>
              <a:off x="4655375" y="4412675"/>
              <a:ext cx="462100" cy="145675"/>
            </a:xfrm>
            <a:custGeom>
              <a:avLst/>
              <a:gdLst/>
              <a:ahLst/>
              <a:cxnLst/>
              <a:rect l="l" t="t" r="r" b="b"/>
              <a:pathLst>
                <a:path w="18484" h="5827" extrusionOk="0">
                  <a:moveTo>
                    <a:pt x="9155" y="595"/>
                  </a:moveTo>
                  <a:lnTo>
                    <a:pt x="10415" y="3416"/>
                  </a:lnTo>
                  <a:cubicBezTo>
                    <a:pt x="10447" y="3480"/>
                    <a:pt x="10512" y="3545"/>
                    <a:pt x="10608" y="3545"/>
                  </a:cubicBezTo>
                  <a:cubicBezTo>
                    <a:pt x="10608" y="3545"/>
                    <a:pt x="11026" y="3641"/>
                    <a:pt x="11669" y="3641"/>
                  </a:cubicBezTo>
                  <a:cubicBezTo>
                    <a:pt x="12811" y="3641"/>
                    <a:pt x="14665" y="3374"/>
                    <a:pt x="16348" y="1872"/>
                  </a:cubicBezTo>
                  <a:lnTo>
                    <a:pt x="16348" y="1872"/>
                  </a:lnTo>
                  <a:cubicBezTo>
                    <a:pt x="16814" y="2379"/>
                    <a:pt x="17201" y="2855"/>
                    <a:pt x="17487" y="3255"/>
                  </a:cubicBezTo>
                  <a:cubicBezTo>
                    <a:pt x="17808" y="3737"/>
                    <a:pt x="17969" y="4123"/>
                    <a:pt x="17969" y="4316"/>
                  </a:cubicBezTo>
                  <a:lnTo>
                    <a:pt x="17937" y="4380"/>
                  </a:lnTo>
                  <a:cubicBezTo>
                    <a:pt x="17937" y="4477"/>
                    <a:pt x="17905" y="4541"/>
                    <a:pt x="17841" y="4605"/>
                  </a:cubicBezTo>
                  <a:cubicBezTo>
                    <a:pt x="17680" y="4734"/>
                    <a:pt x="17423" y="4895"/>
                    <a:pt x="17005" y="4991"/>
                  </a:cubicBezTo>
                  <a:cubicBezTo>
                    <a:pt x="15751" y="5280"/>
                    <a:pt x="13372" y="5280"/>
                    <a:pt x="10287" y="5280"/>
                  </a:cubicBezTo>
                  <a:cubicBezTo>
                    <a:pt x="5561" y="5280"/>
                    <a:pt x="3536" y="4734"/>
                    <a:pt x="1865" y="3995"/>
                  </a:cubicBezTo>
                  <a:cubicBezTo>
                    <a:pt x="1415" y="3770"/>
                    <a:pt x="1029" y="3577"/>
                    <a:pt x="804" y="3384"/>
                  </a:cubicBezTo>
                  <a:cubicBezTo>
                    <a:pt x="708" y="3287"/>
                    <a:pt x="611" y="3223"/>
                    <a:pt x="579" y="3159"/>
                  </a:cubicBezTo>
                  <a:cubicBezTo>
                    <a:pt x="515" y="3095"/>
                    <a:pt x="515" y="3062"/>
                    <a:pt x="515" y="3030"/>
                  </a:cubicBezTo>
                  <a:cubicBezTo>
                    <a:pt x="547" y="2998"/>
                    <a:pt x="611" y="2966"/>
                    <a:pt x="708" y="2934"/>
                  </a:cubicBezTo>
                  <a:cubicBezTo>
                    <a:pt x="836" y="2870"/>
                    <a:pt x="997" y="2837"/>
                    <a:pt x="1222" y="2805"/>
                  </a:cubicBezTo>
                  <a:cubicBezTo>
                    <a:pt x="1575" y="2773"/>
                    <a:pt x="2122" y="2645"/>
                    <a:pt x="2797" y="2452"/>
                  </a:cubicBezTo>
                  <a:cubicBezTo>
                    <a:pt x="4744" y="1934"/>
                    <a:pt x="7699" y="1043"/>
                    <a:pt x="9155" y="595"/>
                  </a:cubicBezTo>
                  <a:close/>
                  <a:moveTo>
                    <a:pt x="9292" y="0"/>
                  </a:moveTo>
                  <a:cubicBezTo>
                    <a:pt x="9270" y="0"/>
                    <a:pt x="9248" y="3"/>
                    <a:pt x="9226" y="9"/>
                  </a:cubicBezTo>
                  <a:cubicBezTo>
                    <a:pt x="8326" y="298"/>
                    <a:pt x="6622" y="812"/>
                    <a:pt x="4983" y="1294"/>
                  </a:cubicBezTo>
                  <a:cubicBezTo>
                    <a:pt x="4147" y="1519"/>
                    <a:pt x="3343" y="1744"/>
                    <a:pt x="2668" y="1937"/>
                  </a:cubicBezTo>
                  <a:cubicBezTo>
                    <a:pt x="1993" y="2098"/>
                    <a:pt x="1447" y="2227"/>
                    <a:pt x="1158" y="2259"/>
                  </a:cubicBezTo>
                  <a:cubicBezTo>
                    <a:pt x="836" y="2323"/>
                    <a:pt x="547" y="2387"/>
                    <a:pt x="354" y="2484"/>
                  </a:cubicBezTo>
                  <a:cubicBezTo>
                    <a:pt x="258" y="2548"/>
                    <a:pt x="161" y="2612"/>
                    <a:pt x="97" y="2709"/>
                  </a:cubicBezTo>
                  <a:cubicBezTo>
                    <a:pt x="33" y="2805"/>
                    <a:pt x="0" y="2934"/>
                    <a:pt x="0" y="3030"/>
                  </a:cubicBezTo>
                  <a:cubicBezTo>
                    <a:pt x="0" y="3191"/>
                    <a:pt x="65" y="3352"/>
                    <a:pt x="129" y="3448"/>
                  </a:cubicBezTo>
                  <a:cubicBezTo>
                    <a:pt x="386" y="3834"/>
                    <a:pt x="900" y="4155"/>
                    <a:pt x="1672" y="4477"/>
                  </a:cubicBezTo>
                  <a:cubicBezTo>
                    <a:pt x="3408" y="5248"/>
                    <a:pt x="5529" y="5827"/>
                    <a:pt x="10287" y="5827"/>
                  </a:cubicBezTo>
                  <a:cubicBezTo>
                    <a:pt x="12633" y="5827"/>
                    <a:pt x="14594" y="5827"/>
                    <a:pt x="15976" y="5698"/>
                  </a:cubicBezTo>
                  <a:cubicBezTo>
                    <a:pt x="16683" y="5602"/>
                    <a:pt x="17230" y="5505"/>
                    <a:pt x="17648" y="5345"/>
                  </a:cubicBezTo>
                  <a:cubicBezTo>
                    <a:pt x="17873" y="5248"/>
                    <a:pt x="18066" y="5120"/>
                    <a:pt x="18194" y="4991"/>
                  </a:cubicBezTo>
                  <a:cubicBezTo>
                    <a:pt x="18355" y="4863"/>
                    <a:pt x="18451" y="4670"/>
                    <a:pt x="18483" y="4477"/>
                  </a:cubicBezTo>
                  <a:cubicBezTo>
                    <a:pt x="18483" y="4412"/>
                    <a:pt x="18483" y="4380"/>
                    <a:pt x="18483" y="4316"/>
                  </a:cubicBezTo>
                  <a:cubicBezTo>
                    <a:pt x="18483" y="3898"/>
                    <a:pt x="18258" y="3448"/>
                    <a:pt x="17905" y="2966"/>
                  </a:cubicBezTo>
                  <a:cubicBezTo>
                    <a:pt x="17583" y="2452"/>
                    <a:pt x="17101" y="1905"/>
                    <a:pt x="16555" y="1327"/>
                  </a:cubicBezTo>
                  <a:cubicBezTo>
                    <a:pt x="16523" y="1262"/>
                    <a:pt x="16458" y="1230"/>
                    <a:pt x="16394" y="1230"/>
                  </a:cubicBezTo>
                  <a:cubicBezTo>
                    <a:pt x="16298" y="1230"/>
                    <a:pt x="16233" y="1262"/>
                    <a:pt x="16169" y="1294"/>
                  </a:cubicBezTo>
                  <a:cubicBezTo>
                    <a:pt x="14594" y="2837"/>
                    <a:pt x="12762" y="3095"/>
                    <a:pt x="11669" y="3127"/>
                  </a:cubicBezTo>
                  <a:cubicBezTo>
                    <a:pt x="11380" y="3127"/>
                    <a:pt x="11122" y="3095"/>
                    <a:pt x="10962" y="3062"/>
                  </a:cubicBezTo>
                  <a:cubicBezTo>
                    <a:pt x="10912" y="3062"/>
                    <a:pt x="10871" y="3062"/>
                    <a:pt x="10838" y="3058"/>
                  </a:cubicBezTo>
                  <a:lnTo>
                    <a:pt x="10838" y="3058"/>
                  </a:lnTo>
                  <a:lnTo>
                    <a:pt x="9547" y="169"/>
                  </a:lnTo>
                  <a:cubicBezTo>
                    <a:pt x="9494" y="63"/>
                    <a:pt x="9397" y="0"/>
                    <a:pt x="9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4291;p64">
              <a:extLst>
                <a:ext uri="{FF2B5EF4-FFF2-40B4-BE49-F238E27FC236}">
                  <a16:creationId xmlns:a16="http://schemas.microsoft.com/office/drawing/2014/main" id="{51CCA8FC-FA7F-08EC-BE3A-E31510D43AD0}"/>
                </a:ext>
              </a:extLst>
            </p:cNvPr>
            <p:cNvSpPr/>
            <p:nvPr/>
          </p:nvSpPr>
          <p:spPr>
            <a:xfrm>
              <a:off x="1932200" y="3946775"/>
              <a:ext cx="1003475" cy="650250"/>
            </a:xfrm>
            <a:custGeom>
              <a:avLst/>
              <a:gdLst/>
              <a:ahLst/>
              <a:cxnLst/>
              <a:rect l="l" t="t" r="r" b="b"/>
              <a:pathLst>
                <a:path w="40139" h="26010" extrusionOk="0">
                  <a:moveTo>
                    <a:pt x="3365" y="1"/>
                  </a:moveTo>
                  <a:cubicBezTo>
                    <a:pt x="3365" y="1"/>
                    <a:pt x="2240" y="1"/>
                    <a:pt x="2401" y="2283"/>
                  </a:cubicBezTo>
                  <a:cubicBezTo>
                    <a:pt x="2401" y="2283"/>
                    <a:pt x="5069" y="7201"/>
                    <a:pt x="4876" y="8873"/>
                  </a:cubicBezTo>
                  <a:cubicBezTo>
                    <a:pt x="4715" y="10287"/>
                    <a:pt x="1404" y="20863"/>
                    <a:pt x="215" y="24720"/>
                  </a:cubicBezTo>
                  <a:cubicBezTo>
                    <a:pt x="1" y="25333"/>
                    <a:pt x="487" y="25946"/>
                    <a:pt x="1118" y="25946"/>
                  </a:cubicBezTo>
                  <a:cubicBezTo>
                    <a:pt x="1149" y="25946"/>
                    <a:pt x="1180" y="25944"/>
                    <a:pt x="1212" y="25941"/>
                  </a:cubicBezTo>
                  <a:cubicBezTo>
                    <a:pt x="1597" y="25909"/>
                    <a:pt x="1919" y="25652"/>
                    <a:pt x="2047" y="25299"/>
                  </a:cubicBezTo>
                  <a:lnTo>
                    <a:pt x="7319" y="9066"/>
                  </a:lnTo>
                  <a:cubicBezTo>
                    <a:pt x="7319" y="9066"/>
                    <a:pt x="8283" y="7941"/>
                    <a:pt x="11305" y="7362"/>
                  </a:cubicBezTo>
                  <a:cubicBezTo>
                    <a:pt x="13619" y="6944"/>
                    <a:pt x="25127" y="6398"/>
                    <a:pt x="30399" y="6173"/>
                  </a:cubicBezTo>
                  <a:cubicBezTo>
                    <a:pt x="30461" y="6170"/>
                    <a:pt x="30524" y="6168"/>
                    <a:pt x="30586" y="6168"/>
                  </a:cubicBezTo>
                  <a:cubicBezTo>
                    <a:pt x="32532" y="6168"/>
                    <a:pt x="34197" y="7617"/>
                    <a:pt x="34352" y="9580"/>
                  </a:cubicBezTo>
                  <a:lnTo>
                    <a:pt x="34352" y="9644"/>
                  </a:lnTo>
                  <a:cubicBezTo>
                    <a:pt x="34513" y="11830"/>
                    <a:pt x="38113" y="23113"/>
                    <a:pt x="38917" y="25588"/>
                  </a:cubicBezTo>
                  <a:cubicBezTo>
                    <a:pt x="39005" y="25853"/>
                    <a:pt x="39255" y="26010"/>
                    <a:pt x="39519" y="26010"/>
                  </a:cubicBezTo>
                  <a:cubicBezTo>
                    <a:pt x="39543" y="26010"/>
                    <a:pt x="39568" y="26008"/>
                    <a:pt x="39592" y="26006"/>
                  </a:cubicBezTo>
                  <a:cubicBezTo>
                    <a:pt x="39946" y="25941"/>
                    <a:pt x="40138" y="25620"/>
                    <a:pt x="40074" y="25299"/>
                  </a:cubicBezTo>
                  <a:cubicBezTo>
                    <a:pt x="39431" y="22373"/>
                    <a:pt x="36667" y="9741"/>
                    <a:pt x="35670" y="3408"/>
                  </a:cubicBezTo>
                  <a:cubicBezTo>
                    <a:pt x="35670" y="3408"/>
                    <a:pt x="27881" y="3771"/>
                    <a:pt x="20919" y="3771"/>
                  </a:cubicBezTo>
                  <a:cubicBezTo>
                    <a:pt x="16718" y="3771"/>
                    <a:pt x="12818" y="3639"/>
                    <a:pt x="11112" y="3215"/>
                  </a:cubicBezTo>
                  <a:cubicBezTo>
                    <a:pt x="6580" y="2090"/>
                    <a:pt x="3365" y="1"/>
                    <a:pt x="3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4292;p64">
              <a:extLst>
                <a:ext uri="{FF2B5EF4-FFF2-40B4-BE49-F238E27FC236}">
                  <a16:creationId xmlns:a16="http://schemas.microsoft.com/office/drawing/2014/main" id="{64E08C39-6A7A-4871-2A2B-A6FF9CF48126}"/>
                </a:ext>
              </a:extLst>
            </p:cNvPr>
            <p:cNvSpPr/>
            <p:nvPr/>
          </p:nvSpPr>
          <p:spPr>
            <a:xfrm>
              <a:off x="1929525" y="3940350"/>
              <a:ext cx="1011775" cy="663000"/>
            </a:xfrm>
            <a:custGeom>
              <a:avLst/>
              <a:gdLst/>
              <a:ahLst/>
              <a:cxnLst/>
              <a:rect l="l" t="t" r="r" b="b"/>
              <a:pathLst>
                <a:path w="40471" h="26520" extrusionOk="0">
                  <a:moveTo>
                    <a:pt x="3416" y="543"/>
                  </a:moveTo>
                  <a:cubicBezTo>
                    <a:pt x="4004" y="894"/>
                    <a:pt x="7020" y="2689"/>
                    <a:pt x="11155" y="3729"/>
                  </a:cubicBezTo>
                  <a:cubicBezTo>
                    <a:pt x="12023" y="3954"/>
                    <a:pt x="13437" y="4083"/>
                    <a:pt x="15141" y="4180"/>
                  </a:cubicBezTo>
                  <a:cubicBezTo>
                    <a:pt x="16876" y="4276"/>
                    <a:pt x="18869" y="4308"/>
                    <a:pt x="20991" y="4308"/>
                  </a:cubicBezTo>
                  <a:cubicBezTo>
                    <a:pt x="27230" y="4308"/>
                    <a:pt x="34164" y="3999"/>
                    <a:pt x="35558" y="3934"/>
                  </a:cubicBezTo>
                  <a:lnTo>
                    <a:pt x="35558" y="3934"/>
                  </a:lnTo>
                  <a:cubicBezTo>
                    <a:pt x="36584" y="10340"/>
                    <a:pt x="39289" y="22699"/>
                    <a:pt x="39924" y="25588"/>
                  </a:cubicBezTo>
                  <a:lnTo>
                    <a:pt x="39924" y="25684"/>
                  </a:lnTo>
                  <a:cubicBezTo>
                    <a:pt x="39924" y="25813"/>
                    <a:pt x="39828" y="25973"/>
                    <a:pt x="39667" y="26006"/>
                  </a:cubicBezTo>
                  <a:lnTo>
                    <a:pt x="39603" y="26006"/>
                  </a:lnTo>
                  <a:cubicBezTo>
                    <a:pt x="39442" y="26006"/>
                    <a:pt x="39345" y="25909"/>
                    <a:pt x="39281" y="25781"/>
                  </a:cubicBezTo>
                  <a:cubicBezTo>
                    <a:pt x="38895" y="24527"/>
                    <a:pt x="37770" y="21088"/>
                    <a:pt x="36774" y="17680"/>
                  </a:cubicBezTo>
                  <a:cubicBezTo>
                    <a:pt x="36260" y="15977"/>
                    <a:pt x="35777" y="14305"/>
                    <a:pt x="35392" y="12891"/>
                  </a:cubicBezTo>
                  <a:cubicBezTo>
                    <a:pt x="35006" y="11508"/>
                    <a:pt x="34781" y="10383"/>
                    <a:pt x="34717" y="9869"/>
                  </a:cubicBezTo>
                  <a:lnTo>
                    <a:pt x="34717" y="9805"/>
                  </a:lnTo>
                  <a:cubicBezTo>
                    <a:pt x="34556" y="7715"/>
                    <a:pt x="32756" y="6140"/>
                    <a:pt x="30666" y="6140"/>
                  </a:cubicBezTo>
                  <a:lnTo>
                    <a:pt x="30506" y="6140"/>
                  </a:lnTo>
                  <a:cubicBezTo>
                    <a:pt x="27870" y="6269"/>
                    <a:pt x="23659" y="6462"/>
                    <a:pt x="19834" y="6687"/>
                  </a:cubicBezTo>
                  <a:cubicBezTo>
                    <a:pt x="17905" y="6783"/>
                    <a:pt x="16105" y="6912"/>
                    <a:pt x="14594" y="7040"/>
                  </a:cubicBezTo>
                  <a:cubicBezTo>
                    <a:pt x="13116" y="7137"/>
                    <a:pt x="11958" y="7265"/>
                    <a:pt x="11348" y="7362"/>
                  </a:cubicBezTo>
                  <a:cubicBezTo>
                    <a:pt x="8262" y="7940"/>
                    <a:pt x="7265" y="9130"/>
                    <a:pt x="7233" y="9162"/>
                  </a:cubicBezTo>
                  <a:lnTo>
                    <a:pt x="7169" y="9258"/>
                  </a:lnTo>
                  <a:lnTo>
                    <a:pt x="1897" y="25459"/>
                  </a:lnTo>
                  <a:cubicBezTo>
                    <a:pt x="1801" y="25716"/>
                    <a:pt x="1576" y="25909"/>
                    <a:pt x="1286" y="25941"/>
                  </a:cubicBezTo>
                  <a:lnTo>
                    <a:pt x="1222" y="25941"/>
                  </a:lnTo>
                  <a:cubicBezTo>
                    <a:pt x="1029" y="25941"/>
                    <a:pt x="869" y="25877"/>
                    <a:pt x="740" y="25748"/>
                  </a:cubicBezTo>
                  <a:cubicBezTo>
                    <a:pt x="611" y="25620"/>
                    <a:pt x="515" y="25427"/>
                    <a:pt x="515" y="25266"/>
                  </a:cubicBezTo>
                  <a:cubicBezTo>
                    <a:pt x="547" y="25202"/>
                    <a:pt x="547" y="25106"/>
                    <a:pt x="579" y="25041"/>
                  </a:cubicBezTo>
                  <a:cubicBezTo>
                    <a:pt x="1158" y="23113"/>
                    <a:pt x="2283" y="19512"/>
                    <a:pt x="3279" y="16202"/>
                  </a:cubicBezTo>
                  <a:cubicBezTo>
                    <a:pt x="3794" y="14562"/>
                    <a:pt x="4244" y="12987"/>
                    <a:pt x="4597" y="11733"/>
                  </a:cubicBezTo>
                  <a:cubicBezTo>
                    <a:pt x="4790" y="11123"/>
                    <a:pt x="4919" y="10576"/>
                    <a:pt x="5047" y="10126"/>
                  </a:cubicBezTo>
                  <a:cubicBezTo>
                    <a:pt x="5144" y="9708"/>
                    <a:pt x="5208" y="9387"/>
                    <a:pt x="5240" y="9162"/>
                  </a:cubicBezTo>
                  <a:cubicBezTo>
                    <a:pt x="5240" y="9098"/>
                    <a:pt x="5240" y="9033"/>
                    <a:pt x="5240" y="8969"/>
                  </a:cubicBezTo>
                  <a:cubicBezTo>
                    <a:pt x="5240" y="8423"/>
                    <a:pt x="5079" y="7780"/>
                    <a:pt x="4854" y="7073"/>
                  </a:cubicBezTo>
                  <a:cubicBezTo>
                    <a:pt x="4200" y="5140"/>
                    <a:pt x="2969" y="2794"/>
                    <a:pt x="2788" y="2454"/>
                  </a:cubicBezTo>
                  <a:lnTo>
                    <a:pt x="2788" y="2454"/>
                  </a:lnTo>
                  <a:cubicBezTo>
                    <a:pt x="2765" y="2311"/>
                    <a:pt x="2765" y="2172"/>
                    <a:pt x="2765" y="2058"/>
                  </a:cubicBezTo>
                  <a:cubicBezTo>
                    <a:pt x="2765" y="1190"/>
                    <a:pt x="2990" y="836"/>
                    <a:pt x="3151" y="676"/>
                  </a:cubicBezTo>
                  <a:cubicBezTo>
                    <a:pt x="3247" y="611"/>
                    <a:pt x="3344" y="547"/>
                    <a:pt x="3408" y="547"/>
                  </a:cubicBezTo>
                  <a:lnTo>
                    <a:pt x="3416" y="543"/>
                  </a:lnTo>
                  <a:close/>
                  <a:moveTo>
                    <a:pt x="3472" y="1"/>
                  </a:moveTo>
                  <a:cubicBezTo>
                    <a:pt x="3440" y="1"/>
                    <a:pt x="3119" y="1"/>
                    <a:pt x="2797" y="290"/>
                  </a:cubicBezTo>
                  <a:cubicBezTo>
                    <a:pt x="2476" y="579"/>
                    <a:pt x="2219" y="1094"/>
                    <a:pt x="2219" y="2058"/>
                  </a:cubicBezTo>
                  <a:cubicBezTo>
                    <a:pt x="2219" y="2187"/>
                    <a:pt x="2251" y="2379"/>
                    <a:pt x="2251" y="2540"/>
                  </a:cubicBezTo>
                  <a:lnTo>
                    <a:pt x="2283" y="2669"/>
                  </a:lnTo>
                  <a:cubicBezTo>
                    <a:pt x="2283" y="2669"/>
                    <a:pt x="2315" y="2733"/>
                    <a:pt x="2379" y="2862"/>
                  </a:cubicBezTo>
                  <a:cubicBezTo>
                    <a:pt x="2636" y="3312"/>
                    <a:pt x="3215" y="4437"/>
                    <a:pt x="3729" y="5690"/>
                  </a:cubicBezTo>
                  <a:cubicBezTo>
                    <a:pt x="3987" y="6301"/>
                    <a:pt x="4244" y="6944"/>
                    <a:pt x="4437" y="7523"/>
                  </a:cubicBezTo>
                  <a:cubicBezTo>
                    <a:pt x="4597" y="8069"/>
                    <a:pt x="4726" y="8615"/>
                    <a:pt x="4726" y="8969"/>
                  </a:cubicBezTo>
                  <a:cubicBezTo>
                    <a:pt x="4726" y="9001"/>
                    <a:pt x="4726" y="9065"/>
                    <a:pt x="4726" y="9130"/>
                  </a:cubicBezTo>
                  <a:cubicBezTo>
                    <a:pt x="4694" y="9258"/>
                    <a:pt x="4629" y="9580"/>
                    <a:pt x="4533" y="9998"/>
                  </a:cubicBezTo>
                  <a:cubicBezTo>
                    <a:pt x="3762" y="12987"/>
                    <a:pt x="1094" y="21538"/>
                    <a:pt x="65" y="24881"/>
                  </a:cubicBezTo>
                  <a:cubicBezTo>
                    <a:pt x="1" y="25009"/>
                    <a:pt x="1" y="25138"/>
                    <a:pt x="1" y="25266"/>
                  </a:cubicBezTo>
                  <a:cubicBezTo>
                    <a:pt x="1" y="25909"/>
                    <a:pt x="547" y="26488"/>
                    <a:pt x="1222" y="26488"/>
                  </a:cubicBezTo>
                  <a:lnTo>
                    <a:pt x="1351" y="26488"/>
                  </a:lnTo>
                  <a:cubicBezTo>
                    <a:pt x="1833" y="26424"/>
                    <a:pt x="2251" y="26102"/>
                    <a:pt x="2411" y="25620"/>
                  </a:cubicBezTo>
                  <a:lnTo>
                    <a:pt x="7654" y="9510"/>
                  </a:lnTo>
                  <a:lnTo>
                    <a:pt x="7654" y="9510"/>
                  </a:lnTo>
                  <a:cubicBezTo>
                    <a:pt x="7710" y="9419"/>
                    <a:pt x="8671" y="8407"/>
                    <a:pt x="11444" y="7908"/>
                  </a:cubicBezTo>
                  <a:cubicBezTo>
                    <a:pt x="12023" y="7780"/>
                    <a:pt x="13148" y="7683"/>
                    <a:pt x="14658" y="7555"/>
                  </a:cubicBezTo>
                  <a:cubicBezTo>
                    <a:pt x="19094" y="7201"/>
                    <a:pt x="26584" y="6848"/>
                    <a:pt x="30538" y="6687"/>
                  </a:cubicBezTo>
                  <a:lnTo>
                    <a:pt x="30666" y="6687"/>
                  </a:lnTo>
                  <a:cubicBezTo>
                    <a:pt x="32499" y="6687"/>
                    <a:pt x="34042" y="8037"/>
                    <a:pt x="34202" y="9837"/>
                  </a:cubicBezTo>
                  <a:lnTo>
                    <a:pt x="34202" y="9933"/>
                  </a:lnTo>
                  <a:cubicBezTo>
                    <a:pt x="34234" y="10512"/>
                    <a:pt x="34492" y="11605"/>
                    <a:pt x="34877" y="13019"/>
                  </a:cubicBezTo>
                  <a:cubicBezTo>
                    <a:pt x="36002" y="17262"/>
                    <a:pt x="38188" y="24077"/>
                    <a:pt x="38767" y="25941"/>
                  </a:cubicBezTo>
                  <a:cubicBezTo>
                    <a:pt x="38895" y="26295"/>
                    <a:pt x="39217" y="26520"/>
                    <a:pt x="39603" y="26520"/>
                  </a:cubicBezTo>
                  <a:lnTo>
                    <a:pt x="39731" y="26520"/>
                  </a:lnTo>
                  <a:cubicBezTo>
                    <a:pt x="40181" y="26456"/>
                    <a:pt x="40470" y="26102"/>
                    <a:pt x="40470" y="25684"/>
                  </a:cubicBezTo>
                  <a:cubicBezTo>
                    <a:pt x="40470" y="25620"/>
                    <a:pt x="40470" y="25556"/>
                    <a:pt x="40438" y="25491"/>
                  </a:cubicBezTo>
                  <a:cubicBezTo>
                    <a:pt x="39795" y="22566"/>
                    <a:pt x="37031" y="9933"/>
                    <a:pt x="36067" y="3633"/>
                  </a:cubicBezTo>
                  <a:cubicBezTo>
                    <a:pt x="36039" y="3493"/>
                    <a:pt x="35938" y="3402"/>
                    <a:pt x="35827" y="3402"/>
                  </a:cubicBezTo>
                  <a:cubicBezTo>
                    <a:pt x="35811" y="3402"/>
                    <a:pt x="35794" y="3404"/>
                    <a:pt x="35777" y="3408"/>
                  </a:cubicBezTo>
                  <a:cubicBezTo>
                    <a:pt x="35777" y="3408"/>
                    <a:pt x="35295" y="3408"/>
                    <a:pt x="34427" y="3440"/>
                  </a:cubicBezTo>
                  <a:cubicBezTo>
                    <a:pt x="31920" y="3569"/>
                    <a:pt x="26198" y="3762"/>
                    <a:pt x="20991" y="3762"/>
                  </a:cubicBezTo>
                  <a:cubicBezTo>
                    <a:pt x="18902" y="3762"/>
                    <a:pt x="16876" y="3729"/>
                    <a:pt x="15173" y="3633"/>
                  </a:cubicBezTo>
                  <a:cubicBezTo>
                    <a:pt x="13469" y="3569"/>
                    <a:pt x="12087" y="3408"/>
                    <a:pt x="11283" y="3215"/>
                  </a:cubicBezTo>
                  <a:cubicBezTo>
                    <a:pt x="9033" y="2637"/>
                    <a:pt x="7105" y="1865"/>
                    <a:pt x="5754" y="1190"/>
                  </a:cubicBezTo>
                  <a:cubicBezTo>
                    <a:pt x="5079" y="869"/>
                    <a:pt x="4533" y="579"/>
                    <a:pt x="4179" y="354"/>
                  </a:cubicBezTo>
                  <a:cubicBezTo>
                    <a:pt x="3987" y="258"/>
                    <a:pt x="3858" y="194"/>
                    <a:pt x="3762" y="129"/>
                  </a:cubicBezTo>
                  <a:cubicBezTo>
                    <a:pt x="3665" y="65"/>
                    <a:pt x="3601" y="33"/>
                    <a:pt x="3601" y="33"/>
                  </a:cubicBezTo>
                  <a:cubicBezTo>
                    <a:pt x="3569" y="1"/>
                    <a:pt x="3504" y="1"/>
                    <a:pt x="3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4293;p64">
              <a:extLst>
                <a:ext uri="{FF2B5EF4-FFF2-40B4-BE49-F238E27FC236}">
                  <a16:creationId xmlns:a16="http://schemas.microsoft.com/office/drawing/2014/main" id="{BFB39F81-C0EC-73D7-AFE0-D0ED5189255D}"/>
                </a:ext>
              </a:extLst>
            </p:cNvPr>
            <p:cNvSpPr/>
            <p:nvPr/>
          </p:nvSpPr>
          <p:spPr>
            <a:xfrm>
              <a:off x="1780050" y="3140675"/>
              <a:ext cx="339950" cy="886500"/>
            </a:xfrm>
            <a:custGeom>
              <a:avLst/>
              <a:gdLst/>
              <a:ahLst/>
              <a:cxnLst/>
              <a:rect l="l" t="t" r="r" b="b"/>
              <a:pathLst>
                <a:path w="13598" h="35460" extrusionOk="0">
                  <a:moveTo>
                    <a:pt x="7831" y="0"/>
                  </a:moveTo>
                  <a:cubicBezTo>
                    <a:pt x="7212" y="0"/>
                    <a:pt x="6783" y="1258"/>
                    <a:pt x="6783" y="1258"/>
                  </a:cubicBezTo>
                  <a:cubicBezTo>
                    <a:pt x="6783" y="1258"/>
                    <a:pt x="1" y="22602"/>
                    <a:pt x="1126" y="26395"/>
                  </a:cubicBezTo>
                  <a:cubicBezTo>
                    <a:pt x="2251" y="30155"/>
                    <a:pt x="7748" y="35459"/>
                    <a:pt x="9837" y="35459"/>
                  </a:cubicBezTo>
                  <a:cubicBezTo>
                    <a:pt x="11894" y="35459"/>
                    <a:pt x="13598" y="14662"/>
                    <a:pt x="13598" y="12765"/>
                  </a:cubicBezTo>
                  <a:cubicBezTo>
                    <a:pt x="13598" y="10901"/>
                    <a:pt x="9998" y="4086"/>
                    <a:pt x="8873" y="1258"/>
                  </a:cubicBezTo>
                  <a:cubicBezTo>
                    <a:pt x="8498" y="315"/>
                    <a:pt x="8140" y="0"/>
                    <a:pt x="78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4294;p64">
              <a:extLst>
                <a:ext uri="{FF2B5EF4-FFF2-40B4-BE49-F238E27FC236}">
                  <a16:creationId xmlns:a16="http://schemas.microsoft.com/office/drawing/2014/main" id="{10E2AF5C-CCDB-F9BB-2247-3D5612DB0B90}"/>
                </a:ext>
              </a:extLst>
            </p:cNvPr>
            <p:cNvSpPr/>
            <p:nvPr/>
          </p:nvSpPr>
          <p:spPr>
            <a:xfrm>
              <a:off x="1798550" y="3133525"/>
              <a:ext cx="327900" cy="900075"/>
            </a:xfrm>
            <a:custGeom>
              <a:avLst/>
              <a:gdLst/>
              <a:ahLst/>
              <a:cxnLst/>
              <a:rect l="l" t="t" r="r" b="b"/>
              <a:pathLst>
                <a:path w="13116" h="36003" extrusionOk="0">
                  <a:moveTo>
                    <a:pt x="7104" y="547"/>
                  </a:moveTo>
                  <a:cubicBezTo>
                    <a:pt x="7136" y="547"/>
                    <a:pt x="7233" y="579"/>
                    <a:pt x="7393" y="740"/>
                  </a:cubicBezTo>
                  <a:cubicBezTo>
                    <a:pt x="7522" y="901"/>
                    <a:pt x="7715" y="1190"/>
                    <a:pt x="7875" y="1640"/>
                  </a:cubicBezTo>
                  <a:cubicBezTo>
                    <a:pt x="8454" y="3054"/>
                    <a:pt x="9643" y="5465"/>
                    <a:pt x="10672" y="7780"/>
                  </a:cubicBezTo>
                  <a:cubicBezTo>
                    <a:pt x="11186" y="8905"/>
                    <a:pt x="11669" y="10030"/>
                    <a:pt x="12022" y="10962"/>
                  </a:cubicBezTo>
                  <a:cubicBezTo>
                    <a:pt x="12376" y="11894"/>
                    <a:pt x="12601" y="12666"/>
                    <a:pt x="12601" y="13051"/>
                  </a:cubicBezTo>
                  <a:cubicBezTo>
                    <a:pt x="12601" y="13501"/>
                    <a:pt x="12504" y="15173"/>
                    <a:pt x="12311" y="17391"/>
                  </a:cubicBezTo>
                  <a:cubicBezTo>
                    <a:pt x="12022" y="20702"/>
                    <a:pt x="11540" y="25298"/>
                    <a:pt x="10929" y="29027"/>
                  </a:cubicBezTo>
                  <a:cubicBezTo>
                    <a:pt x="10640" y="30892"/>
                    <a:pt x="10286" y="32563"/>
                    <a:pt x="9933" y="33752"/>
                  </a:cubicBezTo>
                  <a:cubicBezTo>
                    <a:pt x="9772" y="34331"/>
                    <a:pt x="9579" y="34813"/>
                    <a:pt x="9418" y="35102"/>
                  </a:cubicBezTo>
                  <a:cubicBezTo>
                    <a:pt x="9322" y="35263"/>
                    <a:pt x="9258" y="35360"/>
                    <a:pt x="9193" y="35424"/>
                  </a:cubicBezTo>
                  <a:cubicBezTo>
                    <a:pt x="9129" y="35488"/>
                    <a:pt x="9097" y="35488"/>
                    <a:pt x="9097" y="35488"/>
                  </a:cubicBezTo>
                  <a:cubicBezTo>
                    <a:pt x="8872" y="35488"/>
                    <a:pt x="8583" y="35424"/>
                    <a:pt x="8261" y="35263"/>
                  </a:cubicBezTo>
                  <a:cubicBezTo>
                    <a:pt x="7104" y="34781"/>
                    <a:pt x="5400" y="33399"/>
                    <a:pt x="3922" y="31759"/>
                  </a:cubicBezTo>
                  <a:cubicBezTo>
                    <a:pt x="2411" y="30120"/>
                    <a:pt x="1125" y="28191"/>
                    <a:pt x="643" y="26584"/>
                  </a:cubicBezTo>
                  <a:cubicBezTo>
                    <a:pt x="579" y="26359"/>
                    <a:pt x="514" y="25973"/>
                    <a:pt x="514" y="25523"/>
                  </a:cubicBezTo>
                  <a:cubicBezTo>
                    <a:pt x="514" y="24109"/>
                    <a:pt x="900" y="21891"/>
                    <a:pt x="1414" y="19384"/>
                  </a:cubicBezTo>
                  <a:cubicBezTo>
                    <a:pt x="2250" y="15623"/>
                    <a:pt x="3472" y="11187"/>
                    <a:pt x="4468" y="7683"/>
                  </a:cubicBezTo>
                  <a:cubicBezTo>
                    <a:pt x="4983" y="5915"/>
                    <a:pt x="5433" y="4404"/>
                    <a:pt x="5786" y="3344"/>
                  </a:cubicBezTo>
                  <a:cubicBezTo>
                    <a:pt x="6108" y="2251"/>
                    <a:pt x="6300" y="1608"/>
                    <a:pt x="6300" y="1608"/>
                  </a:cubicBezTo>
                  <a:lnTo>
                    <a:pt x="6333" y="1576"/>
                  </a:lnTo>
                  <a:cubicBezTo>
                    <a:pt x="6365" y="1447"/>
                    <a:pt x="6493" y="1190"/>
                    <a:pt x="6654" y="933"/>
                  </a:cubicBezTo>
                  <a:cubicBezTo>
                    <a:pt x="6718" y="804"/>
                    <a:pt x="6815" y="708"/>
                    <a:pt x="6879" y="644"/>
                  </a:cubicBezTo>
                  <a:cubicBezTo>
                    <a:pt x="6975" y="579"/>
                    <a:pt x="7040" y="547"/>
                    <a:pt x="7104" y="547"/>
                  </a:cubicBezTo>
                  <a:close/>
                  <a:moveTo>
                    <a:pt x="7104" y="1"/>
                  </a:moveTo>
                  <a:cubicBezTo>
                    <a:pt x="6847" y="1"/>
                    <a:pt x="6654" y="129"/>
                    <a:pt x="6493" y="290"/>
                  </a:cubicBezTo>
                  <a:cubicBezTo>
                    <a:pt x="6268" y="483"/>
                    <a:pt x="6108" y="772"/>
                    <a:pt x="5979" y="1029"/>
                  </a:cubicBezTo>
                  <a:cubicBezTo>
                    <a:pt x="5883" y="1254"/>
                    <a:pt x="5818" y="1447"/>
                    <a:pt x="5818" y="1447"/>
                  </a:cubicBezTo>
                  <a:cubicBezTo>
                    <a:pt x="5786" y="1447"/>
                    <a:pt x="4340" y="6012"/>
                    <a:pt x="2893" y="11283"/>
                  </a:cubicBezTo>
                  <a:cubicBezTo>
                    <a:pt x="2186" y="13919"/>
                    <a:pt x="1447" y="16748"/>
                    <a:pt x="900" y="19255"/>
                  </a:cubicBezTo>
                  <a:cubicBezTo>
                    <a:pt x="354" y="21795"/>
                    <a:pt x="0" y="24013"/>
                    <a:pt x="0" y="25523"/>
                  </a:cubicBezTo>
                  <a:cubicBezTo>
                    <a:pt x="0" y="26006"/>
                    <a:pt x="32" y="26423"/>
                    <a:pt x="129" y="26745"/>
                  </a:cubicBezTo>
                  <a:cubicBezTo>
                    <a:pt x="739" y="28706"/>
                    <a:pt x="2411" y="30988"/>
                    <a:pt x="4179" y="32820"/>
                  </a:cubicBezTo>
                  <a:cubicBezTo>
                    <a:pt x="5079" y="33720"/>
                    <a:pt x="6011" y="34524"/>
                    <a:pt x="6847" y="35070"/>
                  </a:cubicBezTo>
                  <a:cubicBezTo>
                    <a:pt x="7265" y="35360"/>
                    <a:pt x="7683" y="35585"/>
                    <a:pt x="8036" y="35745"/>
                  </a:cubicBezTo>
                  <a:cubicBezTo>
                    <a:pt x="8422" y="35906"/>
                    <a:pt x="8776" y="36002"/>
                    <a:pt x="9097" y="36002"/>
                  </a:cubicBezTo>
                  <a:cubicBezTo>
                    <a:pt x="9193" y="36002"/>
                    <a:pt x="9322" y="35970"/>
                    <a:pt x="9418" y="35906"/>
                  </a:cubicBezTo>
                  <a:cubicBezTo>
                    <a:pt x="9611" y="35810"/>
                    <a:pt x="9740" y="35617"/>
                    <a:pt x="9868" y="35392"/>
                  </a:cubicBezTo>
                  <a:cubicBezTo>
                    <a:pt x="10126" y="34942"/>
                    <a:pt x="10351" y="34331"/>
                    <a:pt x="10576" y="33527"/>
                  </a:cubicBezTo>
                  <a:cubicBezTo>
                    <a:pt x="11315" y="30763"/>
                    <a:pt x="11958" y="26038"/>
                    <a:pt x="12408" y="21795"/>
                  </a:cubicBezTo>
                  <a:cubicBezTo>
                    <a:pt x="12633" y="19705"/>
                    <a:pt x="12826" y="17712"/>
                    <a:pt x="12954" y="16137"/>
                  </a:cubicBezTo>
                  <a:cubicBezTo>
                    <a:pt x="13051" y="14562"/>
                    <a:pt x="13115" y="13469"/>
                    <a:pt x="13115" y="13051"/>
                  </a:cubicBezTo>
                  <a:cubicBezTo>
                    <a:pt x="13115" y="12505"/>
                    <a:pt x="12890" y="11733"/>
                    <a:pt x="12536" y="10769"/>
                  </a:cubicBezTo>
                  <a:cubicBezTo>
                    <a:pt x="11990" y="9323"/>
                    <a:pt x="11186" y="7522"/>
                    <a:pt x="10383" y="5819"/>
                  </a:cubicBezTo>
                  <a:cubicBezTo>
                    <a:pt x="9579" y="4115"/>
                    <a:pt x="8808" y="2476"/>
                    <a:pt x="8390" y="1447"/>
                  </a:cubicBezTo>
                  <a:cubicBezTo>
                    <a:pt x="8197" y="933"/>
                    <a:pt x="8004" y="611"/>
                    <a:pt x="7779" y="386"/>
                  </a:cubicBezTo>
                  <a:cubicBezTo>
                    <a:pt x="7586" y="129"/>
                    <a:pt x="7329" y="1"/>
                    <a:pt x="7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4295;p64">
              <a:extLst>
                <a:ext uri="{FF2B5EF4-FFF2-40B4-BE49-F238E27FC236}">
                  <a16:creationId xmlns:a16="http://schemas.microsoft.com/office/drawing/2014/main" id="{528457F6-C79B-506E-BC50-F66A7A6348D4}"/>
                </a:ext>
              </a:extLst>
            </p:cNvPr>
            <p:cNvSpPr/>
            <p:nvPr/>
          </p:nvSpPr>
          <p:spPr>
            <a:xfrm>
              <a:off x="2044450" y="3431675"/>
              <a:ext cx="838175" cy="676200"/>
            </a:xfrm>
            <a:custGeom>
              <a:avLst/>
              <a:gdLst/>
              <a:ahLst/>
              <a:cxnLst/>
              <a:rect l="l" t="t" r="r" b="b"/>
              <a:pathLst>
                <a:path w="33527" h="27048" extrusionOk="0">
                  <a:moveTo>
                    <a:pt x="27612" y="0"/>
                  </a:moveTo>
                  <a:cubicBezTo>
                    <a:pt x="23626" y="0"/>
                    <a:pt x="6622" y="193"/>
                    <a:pt x="3408" y="2090"/>
                  </a:cubicBezTo>
                  <a:cubicBezTo>
                    <a:pt x="193" y="3986"/>
                    <a:pt x="0" y="18162"/>
                    <a:pt x="0" y="21376"/>
                  </a:cubicBezTo>
                  <a:cubicBezTo>
                    <a:pt x="0" y="24591"/>
                    <a:pt x="3215" y="26841"/>
                    <a:pt x="7554" y="27034"/>
                  </a:cubicBezTo>
                  <a:cubicBezTo>
                    <a:pt x="7766" y="27043"/>
                    <a:pt x="8010" y="27048"/>
                    <a:pt x="8285" y="27048"/>
                  </a:cubicBezTo>
                  <a:cubicBezTo>
                    <a:pt x="13678" y="27048"/>
                    <a:pt x="30523" y="25330"/>
                    <a:pt x="32145" y="25330"/>
                  </a:cubicBezTo>
                  <a:cubicBezTo>
                    <a:pt x="33013" y="25330"/>
                    <a:pt x="33366" y="23691"/>
                    <a:pt x="33430" y="21537"/>
                  </a:cubicBezTo>
                  <a:cubicBezTo>
                    <a:pt x="33527" y="18162"/>
                    <a:pt x="32948" y="13597"/>
                    <a:pt x="32916" y="12633"/>
                  </a:cubicBezTo>
                  <a:cubicBezTo>
                    <a:pt x="32691" y="9451"/>
                    <a:pt x="32498" y="0"/>
                    <a:pt x="27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4296;p64">
              <a:extLst>
                <a:ext uri="{FF2B5EF4-FFF2-40B4-BE49-F238E27FC236}">
                  <a16:creationId xmlns:a16="http://schemas.microsoft.com/office/drawing/2014/main" id="{F7FE461F-C99E-813F-D0FB-BF34BCABDEDB}"/>
                </a:ext>
              </a:extLst>
            </p:cNvPr>
            <p:cNvSpPr/>
            <p:nvPr/>
          </p:nvSpPr>
          <p:spPr>
            <a:xfrm>
              <a:off x="2038025" y="3425250"/>
              <a:ext cx="849425" cy="689525"/>
            </a:xfrm>
            <a:custGeom>
              <a:avLst/>
              <a:gdLst/>
              <a:ahLst/>
              <a:cxnLst/>
              <a:rect l="l" t="t" r="r" b="b"/>
              <a:pathLst>
                <a:path w="33977" h="27581" extrusionOk="0">
                  <a:moveTo>
                    <a:pt x="27869" y="514"/>
                  </a:moveTo>
                  <a:cubicBezTo>
                    <a:pt x="28994" y="547"/>
                    <a:pt x="29830" y="1061"/>
                    <a:pt x="30505" y="1961"/>
                  </a:cubicBezTo>
                  <a:cubicBezTo>
                    <a:pt x="31534" y="3279"/>
                    <a:pt x="32080" y="5433"/>
                    <a:pt x="32402" y="7522"/>
                  </a:cubicBezTo>
                  <a:cubicBezTo>
                    <a:pt x="32723" y="9643"/>
                    <a:pt x="32820" y="11701"/>
                    <a:pt x="32884" y="12922"/>
                  </a:cubicBezTo>
                  <a:cubicBezTo>
                    <a:pt x="32916" y="13372"/>
                    <a:pt x="33045" y="14562"/>
                    <a:pt x="33173" y="16040"/>
                  </a:cubicBezTo>
                  <a:cubicBezTo>
                    <a:pt x="33302" y="17519"/>
                    <a:pt x="33430" y="19319"/>
                    <a:pt x="33430" y="20926"/>
                  </a:cubicBezTo>
                  <a:cubicBezTo>
                    <a:pt x="33430" y="21215"/>
                    <a:pt x="33430" y="21505"/>
                    <a:pt x="33430" y="21794"/>
                  </a:cubicBezTo>
                  <a:cubicBezTo>
                    <a:pt x="33398" y="22855"/>
                    <a:pt x="33270" y="23787"/>
                    <a:pt x="33077" y="24430"/>
                  </a:cubicBezTo>
                  <a:cubicBezTo>
                    <a:pt x="32980" y="24751"/>
                    <a:pt x="32884" y="24976"/>
                    <a:pt x="32755" y="25137"/>
                  </a:cubicBezTo>
                  <a:cubicBezTo>
                    <a:pt x="32627" y="25266"/>
                    <a:pt x="32530" y="25330"/>
                    <a:pt x="32402" y="25330"/>
                  </a:cubicBezTo>
                  <a:cubicBezTo>
                    <a:pt x="31952" y="25330"/>
                    <a:pt x="30602" y="25426"/>
                    <a:pt x="28705" y="25587"/>
                  </a:cubicBezTo>
                  <a:cubicBezTo>
                    <a:pt x="23016" y="26069"/>
                    <a:pt x="12536" y="27034"/>
                    <a:pt x="8518" y="27034"/>
                  </a:cubicBezTo>
                  <a:lnTo>
                    <a:pt x="7843" y="27034"/>
                  </a:lnTo>
                  <a:cubicBezTo>
                    <a:pt x="5690" y="26937"/>
                    <a:pt x="3857" y="26326"/>
                    <a:pt x="2572" y="25362"/>
                  </a:cubicBezTo>
                  <a:cubicBezTo>
                    <a:pt x="1286" y="24430"/>
                    <a:pt x="514" y="23144"/>
                    <a:pt x="514" y="21633"/>
                  </a:cubicBezTo>
                  <a:cubicBezTo>
                    <a:pt x="514" y="20026"/>
                    <a:pt x="579" y="15687"/>
                    <a:pt x="1029" y="11508"/>
                  </a:cubicBezTo>
                  <a:cubicBezTo>
                    <a:pt x="1254" y="9418"/>
                    <a:pt x="1575" y="7393"/>
                    <a:pt x="2025" y="5786"/>
                  </a:cubicBezTo>
                  <a:cubicBezTo>
                    <a:pt x="2250" y="4950"/>
                    <a:pt x="2540" y="4243"/>
                    <a:pt x="2829" y="3697"/>
                  </a:cubicBezTo>
                  <a:cubicBezTo>
                    <a:pt x="3118" y="3150"/>
                    <a:pt x="3472" y="2765"/>
                    <a:pt x="3793" y="2572"/>
                  </a:cubicBezTo>
                  <a:cubicBezTo>
                    <a:pt x="4147" y="2347"/>
                    <a:pt x="4758" y="2154"/>
                    <a:pt x="5529" y="1961"/>
                  </a:cubicBezTo>
                  <a:cubicBezTo>
                    <a:pt x="8229" y="1318"/>
                    <a:pt x="12954" y="964"/>
                    <a:pt x="17422" y="772"/>
                  </a:cubicBezTo>
                  <a:cubicBezTo>
                    <a:pt x="21890" y="579"/>
                    <a:pt x="26134" y="514"/>
                    <a:pt x="27869" y="514"/>
                  </a:cubicBezTo>
                  <a:close/>
                  <a:moveTo>
                    <a:pt x="27869" y="0"/>
                  </a:moveTo>
                  <a:cubicBezTo>
                    <a:pt x="25876" y="0"/>
                    <a:pt x="20605" y="32"/>
                    <a:pt x="15462" y="322"/>
                  </a:cubicBezTo>
                  <a:cubicBezTo>
                    <a:pt x="12890" y="482"/>
                    <a:pt x="10318" y="675"/>
                    <a:pt x="8197" y="964"/>
                  </a:cubicBezTo>
                  <a:cubicBezTo>
                    <a:pt x="7136" y="1093"/>
                    <a:pt x="6204" y="1254"/>
                    <a:pt x="5400" y="1447"/>
                  </a:cubicBezTo>
                  <a:cubicBezTo>
                    <a:pt x="4597" y="1639"/>
                    <a:pt x="3986" y="1864"/>
                    <a:pt x="3536" y="2122"/>
                  </a:cubicBezTo>
                  <a:cubicBezTo>
                    <a:pt x="3054" y="2379"/>
                    <a:pt x="2700" y="2861"/>
                    <a:pt x="2347" y="3440"/>
                  </a:cubicBezTo>
                  <a:cubicBezTo>
                    <a:pt x="1800" y="4500"/>
                    <a:pt x="1350" y="5979"/>
                    <a:pt x="1029" y="7650"/>
                  </a:cubicBezTo>
                  <a:cubicBezTo>
                    <a:pt x="64" y="12665"/>
                    <a:pt x="0" y="19512"/>
                    <a:pt x="0" y="21633"/>
                  </a:cubicBezTo>
                  <a:cubicBezTo>
                    <a:pt x="0" y="23305"/>
                    <a:pt x="836" y="24784"/>
                    <a:pt x="2250" y="25812"/>
                  </a:cubicBezTo>
                  <a:cubicBezTo>
                    <a:pt x="3665" y="26841"/>
                    <a:pt x="5593" y="27452"/>
                    <a:pt x="7811" y="27548"/>
                  </a:cubicBezTo>
                  <a:cubicBezTo>
                    <a:pt x="8004" y="27580"/>
                    <a:pt x="8261" y="27580"/>
                    <a:pt x="8518" y="27580"/>
                  </a:cubicBezTo>
                  <a:cubicBezTo>
                    <a:pt x="11219" y="27580"/>
                    <a:pt x="16780" y="27130"/>
                    <a:pt x="21890" y="26712"/>
                  </a:cubicBezTo>
                  <a:cubicBezTo>
                    <a:pt x="24430" y="26487"/>
                    <a:pt x="26873" y="26294"/>
                    <a:pt x="28769" y="26134"/>
                  </a:cubicBezTo>
                  <a:cubicBezTo>
                    <a:pt x="30634" y="25973"/>
                    <a:pt x="32016" y="25844"/>
                    <a:pt x="32402" y="25844"/>
                  </a:cubicBezTo>
                  <a:cubicBezTo>
                    <a:pt x="32691" y="25844"/>
                    <a:pt x="32980" y="25716"/>
                    <a:pt x="33173" y="25459"/>
                  </a:cubicBezTo>
                  <a:cubicBezTo>
                    <a:pt x="33462" y="25105"/>
                    <a:pt x="33623" y="24623"/>
                    <a:pt x="33752" y="23980"/>
                  </a:cubicBezTo>
                  <a:cubicBezTo>
                    <a:pt x="33848" y="23369"/>
                    <a:pt x="33912" y="22630"/>
                    <a:pt x="33945" y="21826"/>
                  </a:cubicBezTo>
                  <a:cubicBezTo>
                    <a:pt x="33945" y="21537"/>
                    <a:pt x="33977" y="21215"/>
                    <a:pt x="33977" y="20926"/>
                  </a:cubicBezTo>
                  <a:cubicBezTo>
                    <a:pt x="33977" y="19287"/>
                    <a:pt x="33848" y="17487"/>
                    <a:pt x="33720" y="15976"/>
                  </a:cubicBezTo>
                  <a:cubicBezTo>
                    <a:pt x="33591" y="14497"/>
                    <a:pt x="33462" y="13308"/>
                    <a:pt x="33430" y="12890"/>
                  </a:cubicBezTo>
                  <a:cubicBezTo>
                    <a:pt x="33334" y="11283"/>
                    <a:pt x="33205" y="8101"/>
                    <a:pt x="32530" y="5304"/>
                  </a:cubicBezTo>
                  <a:cubicBezTo>
                    <a:pt x="32177" y="3922"/>
                    <a:pt x="31662" y="2604"/>
                    <a:pt x="30923" y="1639"/>
                  </a:cubicBezTo>
                  <a:cubicBezTo>
                    <a:pt x="30184" y="643"/>
                    <a:pt x="29155" y="0"/>
                    <a:pt x="27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4297;p64">
              <a:extLst>
                <a:ext uri="{FF2B5EF4-FFF2-40B4-BE49-F238E27FC236}">
                  <a16:creationId xmlns:a16="http://schemas.microsoft.com/office/drawing/2014/main" id="{732AE8A3-BB06-BCEE-FC48-EF4F0B9BB015}"/>
                </a:ext>
              </a:extLst>
            </p:cNvPr>
            <p:cNvSpPr/>
            <p:nvPr/>
          </p:nvSpPr>
          <p:spPr>
            <a:xfrm>
              <a:off x="2705825" y="3762375"/>
              <a:ext cx="401825" cy="213375"/>
            </a:xfrm>
            <a:custGeom>
              <a:avLst/>
              <a:gdLst/>
              <a:ahLst/>
              <a:cxnLst/>
              <a:rect l="l" t="t" r="r" b="b"/>
              <a:pathLst>
                <a:path w="16073" h="8535" extrusionOk="0">
                  <a:moveTo>
                    <a:pt x="7152" y="0"/>
                  </a:moveTo>
                  <a:cubicBezTo>
                    <a:pt x="3680" y="0"/>
                    <a:pt x="0" y="209"/>
                    <a:pt x="0" y="209"/>
                  </a:cubicBezTo>
                  <a:lnTo>
                    <a:pt x="2090" y="8502"/>
                  </a:lnTo>
                  <a:cubicBezTo>
                    <a:pt x="2090" y="8502"/>
                    <a:pt x="3100" y="8534"/>
                    <a:pt x="4560" y="8534"/>
                  </a:cubicBezTo>
                  <a:cubicBezTo>
                    <a:pt x="8149" y="8534"/>
                    <a:pt x="14455" y="8339"/>
                    <a:pt x="15140" y="6991"/>
                  </a:cubicBezTo>
                  <a:cubicBezTo>
                    <a:pt x="16072" y="5127"/>
                    <a:pt x="15140" y="1141"/>
                    <a:pt x="12665" y="402"/>
                  </a:cubicBezTo>
                  <a:cubicBezTo>
                    <a:pt x="11688" y="93"/>
                    <a:pt x="9466" y="0"/>
                    <a:pt x="71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4298;p64">
              <a:extLst>
                <a:ext uri="{FF2B5EF4-FFF2-40B4-BE49-F238E27FC236}">
                  <a16:creationId xmlns:a16="http://schemas.microsoft.com/office/drawing/2014/main" id="{DEB4E5EC-9BB7-B518-709F-929AFB4604AB}"/>
                </a:ext>
              </a:extLst>
            </p:cNvPr>
            <p:cNvSpPr/>
            <p:nvPr/>
          </p:nvSpPr>
          <p:spPr>
            <a:xfrm>
              <a:off x="2699375" y="3755525"/>
              <a:ext cx="400225" cy="227450"/>
            </a:xfrm>
            <a:custGeom>
              <a:avLst/>
              <a:gdLst/>
              <a:ahLst/>
              <a:cxnLst/>
              <a:rect l="l" t="t" r="r" b="b"/>
              <a:pathLst>
                <a:path w="16009" h="9098" extrusionOk="0">
                  <a:moveTo>
                    <a:pt x="7394" y="547"/>
                  </a:moveTo>
                  <a:cubicBezTo>
                    <a:pt x="8551" y="547"/>
                    <a:pt x="9709" y="547"/>
                    <a:pt x="10641" y="611"/>
                  </a:cubicBezTo>
                  <a:cubicBezTo>
                    <a:pt x="11605" y="676"/>
                    <a:pt x="12409" y="772"/>
                    <a:pt x="12859" y="901"/>
                  </a:cubicBezTo>
                  <a:cubicBezTo>
                    <a:pt x="13662" y="1158"/>
                    <a:pt x="14337" y="1833"/>
                    <a:pt x="14787" y="2701"/>
                  </a:cubicBezTo>
                  <a:cubicBezTo>
                    <a:pt x="15237" y="3536"/>
                    <a:pt x="15495" y="4565"/>
                    <a:pt x="15495" y="5497"/>
                  </a:cubicBezTo>
                  <a:cubicBezTo>
                    <a:pt x="15495" y="6140"/>
                    <a:pt x="15366" y="6719"/>
                    <a:pt x="15141" y="7169"/>
                  </a:cubicBezTo>
                  <a:cubicBezTo>
                    <a:pt x="15109" y="7233"/>
                    <a:pt x="14980" y="7362"/>
                    <a:pt x="14755" y="7490"/>
                  </a:cubicBezTo>
                  <a:cubicBezTo>
                    <a:pt x="14370" y="7715"/>
                    <a:pt x="13727" y="7876"/>
                    <a:pt x="12955" y="8037"/>
                  </a:cubicBezTo>
                  <a:cubicBezTo>
                    <a:pt x="10641" y="8454"/>
                    <a:pt x="7105" y="8551"/>
                    <a:pt x="4758" y="8551"/>
                  </a:cubicBezTo>
                  <a:lnTo>
                    <a:pt x="3023" y="8551"/>
                  </a:lnTo>
                  <a:cubicBezTo>
                    <a:pt x="2830" y="8536"/>
                    <a:pt x="2672" y="8528"/>
                    <a:pt x="2557" y="8524"/>
                  </a:cubicBezTo>
                  <a:lnTo>
                    <a:pt x="2557" y="8524"/>
                  </a:lnTo>
                  <a:lnTo>
                    <a:pt x="594" y="729"/>
                  </a:lnTo>
                  <a:lnTo>
                    <a:pt x="594" y="729"/>
                  </a:lnTo>
                  <a:cubicBezTo>
                    <a:pt x="680" y="724"/>
                    <a:pt x="783" y="718"/>
                    <a:pt x="901" y="708"/>
                  </a:cubicBezTo>
                  <a:cubicBezTo>
                    <a:pt x="2090" y="643"/>
                    <a:pt x="4823" y="547"/>
                    <a:pt x="7394" y="547"/>
                  </a:cubicBezTo>
                  <a:close/>
                  <a:moveTo>
                    <a:pt x="7394" y="0"/>
                  </a:moveTo>
                  <a:cubicBezTo>
                    <a:pt x="3923" y="0"/>
                    <a:pt x="258" y="193"/>
                    <a:pt x="258" y="193"/>
                  </a:cubicBezTo>
                  <a:cubicBezTo>
                    <a:pt x="162" y="193"/>
                    <a:pt x="97" y="258"/>
                    <a:pt x="65" y="322"/>
                  </a:cubicBezTo>
                  <a:cubicBezTo>
                    <a:pt x="1" y="386"/>
                    <a:pt x="1" y="451"/>
                    <a:pt x="1" y="547"/>
                  </a:cubicBezTo>
                  <a:lnTo>
                    <a:pt x="2090" y="8840"/>
                  </a:lnTo>
                  <a:cubicBezTo>
                    <a:pt x="2123" y="8969"/>
                    <a:pt x="2219" y="9065"/>
                    <a:pt x="2348" y="9065"/>
                  </a:cubicBezTo>
                  <a:cubicBezTo>
                    <a:pt x="2348" y="9065"/>
                    <a:pt x="3344" y="9097"/>
                    <a:pt x="4758" y="9097"/>
                  </a:cubicBezTo>
                  <a:cubicBezTo>
                    <a:pt x="6558" y="9097"/>
                    <a:pt x="9066" y="9033"/>
                    <a:pt x="11187" y="8808"/>
                  </a:cubicBezTo>
                  <a:cubicBezTo>
                    <a:pt x="12280" y="8712"/>
                    <a:pt x="13244" y="8551"/>
                    <a:pt x="14016" y="8358"/>
                  </a:cubicBezTo>
                  <a:cubicBezTo>
                    <a:pt x="14402" y="8229"/>
                    <a:pt x="14755" y="8101"/>
                    <a:pt x="15012" y="7972"/>
                  </a:cubicBezTo>
                  <a:cubicBezTo>
                    <a:pt x="15270" y="7812"/>
                    <a:pt x="15495" y="7651"/>
                    <a:pt x="15623" y="7394"/>
                  </a:cubicBezTo>
                  <a:cubicBezTo>
                    <a:pt x="15880" y="6847"/>
                    <a:pt x="16009" y="6204"/>
                    <a:pt x="16009" y="5497"/>
                  </a:cubicBezTo>
                  <a:cubicBezTo>
                    <a:pt x="16009" y="4469"/>
                    <a:pt x="15752" y="3376"/>
                    <a:pt x="15270" y="2443"/>
                  </a:cubicBezTo>
                  <a:cubicBezTo>
                    <a:pt x="14755" y="1511"/>
                    <a:pt x="14016" y="708"/>
                    <a:pt x="13019" y="418"/>
                  </a:cubicBezTo>
                  <a:cubicBezTo>
                    <a:pt x="12473" y="225"/>
                    <a:pt x="11669" y="129"/>
                    <a:pt x="10673" y="97"/>
                  </a:cubicBezTo>
                  <a:cubicBezTo>
                    <a:pt x="9709" y="33"/>
                    <a:pt x="8584" y="0"/>
                    <a:pt x="7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4299;p64">
              <a:extLst>
                <a:ext uri="{FF2B5EF4-FFF2-40B4-BE49-F238E27FC236}">
                  <a16:creationId xmlns:a16="http://schemas.microsoft.com/office/drawing/2014/main" id="{E47980E4-5B65-0C3B-DF02-F001DF7119D7}"/>
                </a:ext>
              </a:extLst>
            </p:cNvPr>
            <p:cNvSpPr/>
            <p:nvPr/>
          </p:nvSpPr>
          <p:spPr>
            <a:xfrm>
              <a:off x="1997025" y="3365950"/>
              <a:ext cx="784350" cy="686200"/>
            </a:xfrm>
            <a:custGeom>
              <a:avLst/>
              <a:gdLst/>
              <a:ahLst/>
              <a:cxnLst/>
              <a:rect l="l" t="t" r="r" b="b"/>
              <a:pathLst>
                <a:path w="31374" h="27448" extrusionOk="0">
                  <a:moveTo>
                    <a:pt x="18186" y="0"/>
                  </a:moveTo>
                  <a:cubicBezTo>
                    <a:pt x="15605" y="0"/>
                    <a:pt x="13032" y="140"/>
                    <a:pt x="10962" y="540"/>
                  </a:cubicBezTo>
                  <a:cubicBezTo>
                    <a:pt x="4180" y="1890"/>
                    <a:pt x="1319" y="5844"/>
                    <a:pt x="1158" y="6615"/>
                  </a:cubicBezTo>
                  <a:cubicBezTo>
                    <a:pt x="1158" y="6615"/>
                    <a:pt x="1" y="10183"/>
                    <a:pt x="194" y="14362"/>
                  </a:cubicBezTo>
                  <a:cubicBezTo>
                    <a:pt x="387" y="18509"/>
                    <a:pt x="1512" y="22655"/>
                    <a:pt x="7201" y="26063"/>
                  </a:cubicBezTo>
                  <a:cubicBezTo>
                    <a:pt x="8905" y="27089"/>
                    <a:pt x="11774" y="27447"/>
                    <a:pt x="14953" y="27447"/>
                  </a:cubicBezTo>
                  <a:cubicBezTo>
                    <a:pt x="22331" y="27447"/>
                    <a:pt x="31374" y="25516"/>
                    <a:pt x="31374" y="25516"/>
                  </a:cubicBezTo>
                  <a:lnTo>
                    <a:pt x="30056" y="733"/>
                  </a:lnTo>
                  <a:cubicBezTo>
                    <a:pt x="30056" y="733"/>
                    <a:pt x="24102" y="0"/>
                    <a:pt x="18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4300;p64">
              <a:extLst>
                <a:ext uri="{FF2B5EF4-FFF2-40B4-BE49-F238E27FC236}">
                  <a16:creationId xmlns:a16="http://schemas.microsoft.com/office/drawing/2014/main" id="{A046E577-B5B3-D6F8-36DA-D3D8CD29C66E}"/>
                </a:ext>
              </a:extLst>
            </p:cNvPr>
            <p:cNvSpPr/>
            <p:nvPr/>
          </p:nvSpPr>
          <p:spPr>
            <a:xfrm>
              <a:off x="1994625" y="3359350"/>
              <a:ext cx="793975" cy="699150"/>
            </a:xfrm>
            <a:custGeom>
              <a:avLst/>
              <a:gdLst/>
              <a:ahLst/>
              <a:cxnLst/>
              <a:rect l="l" t="t" r="r" b="b"/>
              <a:pathLst>
                <a:path w="31759" h="27966" extrusionOk="0">
                  <a:moveTo>
                    <a:pt x="18291" y="547"/>
                  </a:moveTo>
                  <a:cubicBezTo>
                    <a:pt x="21248" y="547"/>
                    <a:pt x="24205" y="740"/>
                    <a:pt x="26423" y="900"/>
                  </a:cubicBezTo>
                  <a:cubicBezTo>
                    <a:pt x="27548" y="997"/>
                    <a:pt x="28448" y="1093"/>
                    <a:pt x="29123" y="1157"/>
                  </a:cubicBezTo>
                  <a:cubicBezTo>
                    <a:pt x="29474" y="1193"/>
                    <a:pt x="29738" y="1228"/>
                    <a:pt x="29907" y="1252"/>
                  </a:cubicBezTo>
                  <a:lnTo>
                    <a:pt x="29907" y="1252"/>
                  </a:lnTo>
                  <a:lnTo>
                    <a:pt x="31200" y="25544"/>
                  </a:lnTo>
                  <a:lnTo>
                    <a:pt x="31200" y="25544"/>
                  </a:lnTo>
                  <a:cubicBezTo>
                    <a:pt x="31147" y="25556"/>
                    <a:pt x="31087" y="25571"/>
                    <a:pt x="31020" y="25587"/>
                  </a:cubicBezTo>
                  <a:cubicBezTo>
                    <a:pt x="29187" y="25973"/>
                    <a:pt x="21441" y="27452"/>
                    <a:pt x="15012" y="27452"/>
                  </a:cubicBezTo>
                  <a:cubicBezTo>
                    <a:pt x="11862" y="27452"/>
                    <a:pt x="9033" y="27066"/>
                    <a:pt x="7426" y="26102"/>
                  </a:cubicBezTo>
                  <a:cubicBezTo>
                    <a:pt x="4629" y="24430"/>
                    <a:pt x="2958" y="22566"/>
                    <a:pt x="1961" y="20637"/>
                  </a:cubicBezTo>
                  <a:cubicBezTo>
                    <a:pt x="997" y="18708"/>
                    <a:pt x="643" y="16651"/>
                    <a:pt x="547" y="14594"/>
                  </a:cubicBezTo>
                  <a:cubicBezTo>
                    <a:pt x="547" y="14272"/>
                    <a:pt x="547" y="13983"/>
                    <a:pt x="547" y="13662"/>
                  </a:cubicBezTo>
                  <a:cubicBezTo>
                    <a:pt x="547" y="11829"/>
                    <a:pt x="772" y="10126"/>
                    <a:pt x="1029" y="8904"/>
                  </a:cubicBezTo>
                  <a:cubicBezTo>
                    <a:pt x="1125" y="8294"/>
                    <a:pt x="1254" y="7811"/>
                    <a:pt x="1350" y="7458"/>
                  </a:cubicBezTo>
                  <a:cubicBezTo>
                    <a:pt x="1383" y="7297"/>
                    <a:pt x="1415" y="7168"/>
                    <a:pt x="1447" y="7072"/>
                  </a:cubicBezTo>
                  <a:cubicBezTo>
                    <a:pt x="1479" y="6976"/>
                    <a:pt x="1479" y="6943"/>
                    <a:pt x="1479" y="6943"/>
                  </a:cubicBezTo>
                  <a:lnTo>
                    <a:pt x="1511" y="6943"/>
                  </a:lnTo>
                  <a:cubicBezTo>
                    <a:pt x="1511" y="6879"/>
                    <a:pt x="1575" y="6751"/>
                    <a:pt x="1672" y="6590"/>
                  </a:cubicBezTo>
                  <a:cubicBezTo>
                    <a:pt x="2025" y="5979"/>
                    <a:pt x="2925" y="4886"/>
                    <a:pt x="4468" y="3793"/>
                  </a:cubicBezTo>
                  <a:cubicBezTo>
                    <a:pt x="6011" y="2733"/>
                    <a:pt x="8165" y="1640"/>
                    <a:pt x="11122" y="1093"/>
                  </a:cubicBezTo>
                  <a:cubicBezTo>
                    <a:pt x="13147" y="675"/>
                    <a:pt x="15719" y="547"/>
                    <a:pt x="18291" y="547"/>
                  </a:cubicBezTo>
                  <a:close/>
                  <a:moveTo>
                    <a:pt x="18291" y="0"/>
                  </a:moveTo>
                  <a:cubicBezTo>
                    <a:pt x="15719" y="0"/>
                    <a:pt x="13115" y="161"/>
                    <a:pt x="11026" y="547"/>
                  </a:cubicBezTo>
                  <a:cubicBezTo>
                    <a:pt x="7586" y="1222"/>
                    <a:pt x="5111" y="2572"/>
                    <a:pt x="3504" y="3858"/>
                  </a:cubicBezTo>
                  <a:cubicBezTo>
                    <a:pt x="2700" y="4468"/>
                    <a:pt x="2090" y="5111"/>
                    <a:pt x="1704" y="5626"/>
                  </a:cubicBezTo>
                  <a:cubicBezTo>
                    <a:pt x="1479" y="5883"/>
                    <a:pt x="1318" y="6108"/>
                    <a:pt x="1222" y="6301"/>
                  </a:cubicBezTo>
                  <a:cubicBezTo>
                    <a:pt x="1093" y="6493"/>
                    <a:pt x="1029" y="6654"/>
                    <a:pt x="965" y="6815"/>
                  </a:cubicBezTo>
                  <a:lnTo>
                    <a:pt x="982" y="6819"/>
                  </a:lnTo>
                  <a:lnTo>
                    <a:pt x="982" y="6819"/>
                  </a:lnTo>
                  <a:cubicBezTo>
                    <a:pt x="855" y="7174"/>
                    <a:pt x="0" y="10090"/>
                    <a:pt x="0" y="13662"/>
                  </a:cubicBezTo>
                  <a:cubicBezTo>
                    <a:pt x="0" y="13983"/>
                    <a:pt x="0" y="14305"/>
                    <a:pt x="32" y="14626"/>
                  </a:cubicBezTo>
                  <a:cubicBezTo>
                    <a:pt x="129" y="16715"/>
                    <a:pt x="450" y="18837"/>
                    <a:pt x="1511" y="20894"/>
                  </a:cubicBezTo>
                  <a:cubicBezTo>
                    <a:pt x="2540" y="22919"/>
                    <a:pt x="4276" y="24848"/>
                    <a:pt x="7136" y="26552"/>
                  </a:cubicBezTo>
                  <a:cubicBezTo>
                    <a:pt x="8936" y="27645"/>
                    <a:pt x="11829" y="27966"/>
                    <a:pt x="15012" y="27966"/>
                  </a:cubicBezTo>
                  <a:cubicBezTo>
                    <a:pt x="22437" y="27966"/>
                    <a:pt x="31534" y="26037"/>
                    <a:pt x="31534" y="26037"/>
                  </a:cubicBezTo>
                  <a:cubicBezTo>
                    <a:pt x="31663" y="26005"/>
                    <a:pt x="31759" y="25877"/>
                    <a:pt x="31759" y="25748"/>
                  </a:cubicBezTo>
                  <a:lnTo>
                    <a:pt x="30441" y="997"/>
                  </a:lnTo>
                  <a:cubicBezTo>
                    <a:pt x="30409" y="868"/>
                    <a:pt x="30313" y="772"/>
                    <a:pt x="30184" y="740"/>
                  </a:cubicBezTo>
                  <a:cubicBezTo>
                    <a:pt x="30184" y="740"/>
                    <a:pt x="24237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4301;p64">
              <a:extLst>
                <a:ext uri="{FF2B5EF4-FFF2-40B4-BE49-F238E27FC236}">
                  <a16:creationId xmlns:a16="http://schemas.microsoft.com/office/drawing/2014/main" id="{539CF57B-8B9F-3BE6-584C-B52F5C094656}"/>
                </a:ext>
              </a:extLst>
            </p:cNvPr>
            <p:cNvSpPr/>
            <p:nvPr/>
          </p:nvSpPr>
          <p:spPr>
            <a:xfrm>
              <a:off x="4052675" y="1352675"/>
              <a:ext cx="217625" cy="519725"/>
            </a:xfrm>
            <a:custGeom>
              <a:avLst/>
              <a:gdLst/>
              <a:ahLst/>
              <a:cxnLst/>
              <a:rect l="l" t="t" r="r" b="b"/>
              <a:pathLst>
                <a:path w="8705" h="20789" extrusionOk="0">
                  <a:moveTo>
                    <a:pt x="7541" y="0"/>
                  </a:moveTo>
                  <a:cubicBezTo>
                    <a:pt x="7524" y="0"/>
                    <a:pt x="7507" y="1"/>
                    <a:pt x="7490" y="2"/>
                  </a:cubicBezTo>
                  <a:cubicBezTo>
                    <a:pt x="7490" y="2"/>
                    <a:pt x="5368" y="2124"/>
                    <a:pt x="4340" y="4985"/>
                  </a:cubicBezTo>
                  <a:cubicBezTo>
                    <a:pt x="3343" y="7814"/>
                    <a:pt x="0" y="16332"/>
                    <a:pt x="97" y="17939"/>
                  </a:cubicBezTo>
                  <a:cubicBezTo>
                    <a:pt x="174" y="19229"/>
                    <a:pt x="1100" y="20788"/>
                    <a:pt x="2194" y="20788"/>
                  </a:cubicBezTo>
                  <a:cubicBezTo>
                    <a:pt x="2463" y="20788"/>
                    <a:pt x="2743" y="20694"/>
                    <a:pt x="3022" y="20478"/>
                  </a:cubicBezTo>
                  <a:cubicBezTo>
                    <a:pt x="4436" y="19353"/>
                    <a:pt x="7875" y="13375"/>
                    <a:pt x="8100" y="13085"/>
                  </a:cubicBezTo>
                  <a:cubicBezTo>
                    <a:pt x="8293" y="12764"/>
                    <a:pt x="8486" y="8521"/>
                    <a:pt x="8486" y="5885"/>
                  </a:cubicBezTo>
                  <a:cubicBezTo>
                    <a:pt x="8486" y="3286"/>
                    <a:pt x="8705" y="0"/>
                    <a:pt x="75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4302;p64">
              <a:extLst>
                <a:ext uri="{FF2B5EF4-FFF2-40B4-BE49-F238E27FC236}">
                  <a16:creationId xmlns:a16="http://schemas.microsoft.com/office/drawing/2014/main" id="{47801B39-B073-6211-3318-291F8116A40F}"/>
                </a:ext>
              </a:extLst>
            </p:cNvPr>
            <p:cNvSpPr/>
            <p:nvPr/>
          </p:nvSpPr>
          <p:spPr>
            <a:xfrm>
              <a:off x="4047850" y="1346300"/>
              <a:ext cx="224225" cy="532825"/>
            </a:xfrm>
            <a:custGeom>
              <a:avLst/>
              <a:gdLst/>
              <a:ahLst/>
              <a:cxnLst/>
              <a:rect l="l" t="t" r="r" b="b"/>
              <a:pathLst>
                <a:path w="8969" h="21313" extrusionOk="0">
                  <a:moveTo>
                    <a:pt x="7777" y="548"/>
                  </a:moveTo>
                  <a:cubicBezTo>
                    <a:pt x="7808" y="551"/>
                    <a:pt x="7836" y="559"/>
                    <a:pt x="7876" y="579"/>
                  </a:cubicBezTo>
                  <a:cubicBezTo>
                    <a:pt x="7940" y="611"/>
                    <a:pt x="8036" y="740"/>
                    <a:pt x="8133" y="932"/>
                  </a:cubicBezTo>
                  <a:cubicBezTo>
                    <a:pt x="8261" y="1254"/>
                    <a:pt x="8326" y="1704"/>
                    <a:pt x="8390" y="2250"/>
                  </a:cubicBezTo>
                  <a:cubicBezTo>
                    <a:pt x="8422" y="2797"/>
                    <a:pt x="8422" y="3440"/>
                    <a:pt x="8422" y="4083"/>
                  </a:cubicBezTo>
                  <a:cubicBezTo>
                    <a:pt x="8422" y="4790"/>
                    <a:pt x="8422" y="5465"/>
                    <a:pt x="8422" y="6140"/>
                  </a:cubicBezTo>
                  <a:cubicBezTo>
                    <a:pt x="8422" y="7458"/>
                    <a:pt x="8358" y="9161"/>
                    <a:pt x="8293" y="10608"/>
                  </a:cubicBezTo>
                  <a:cubicBezTo>
                    <a:pt x="8261" y="11315"/>
                    <a:pt x="8197" y="11958"/>
                    <a:pt x="8165" y="12440"/>
                  </a:cubicBezTo>
                  <a:cubicBezTo>
                    <a:pt x="8133" y="12665"/>
                    <a:pt x="8101" y="12858"/>
                    <a:pt x="8101" y="12987"/>
                  </a:cubicBezTo>
                  <a:cubicBezTo>
                    <a:pt x="8068" y="13083"/>
                    <a:pt x="8068" y="13115"/>
                    <a:pt x="8068" y="13147"/>
                  </a:cubicBezTo>
                  <a:lnTo>
                    <a:pt x="8036" y="13212"/>
                  </a:lnTo>
                  <a:lnTo>
                    <a:pt x="8049" y="13215"/>
                  </a:lnTo>
                  <a:lnTo>
                    <a:pt x="8049" y="13215"/>
                  </a:lnTo>
                  <a:cubicBezTo>
                    <a:pt x="8006" y="13286"/>
                    <a:pt x="7925" y="13403"/>
                    <a:pt x="7843" y="13565"/>
                  </a:cubicBezTo>
                  <a:cubicBezTo>
                    <a:pt x="7426" y="14240"/>
                    <a:pt x="6526" y="15751"/>
                    <a:pt x="5561" y="17198"/>
                  </a:cubicBezTo>
                  <a:cubicBezTo>
                    <a:pt x="5111" y="17937"/>
                    <a:pt x="4597" y="18644"/>
                    <a:pt x="4179" y="19255"/>
                  </a:cubicBezTo>
                  <a:cubicBezTo>
                    <a:pt x="3729" y="19833"/>
                    <a:pt x="3311" y="20316"/>
                    <a:pt x="3054" y="20508"/>
                  </a:cubicBezTo>
                  <a:cubicBezTo>
                    <a:pt x="2797" y="20701"/>
                    <a:pt x="2572" y="20766"/>
                    <a:pt x="2379" y="20766"/>
                  </a:cubicBezTo>
                  <a:cubicBezTo>
                    <a:pt x="2154" y="20766"/>
                    <a:pt x="1961" y="20701"/>
                    <a:pt x="1736" y="20573"/>
                  </a:cubicBezTo>
                  <a:cubicBezTo>
                    <a:pt x="1447" y="20348"/>
                    <a:pt x="1157" y="19994"/>
                    <a:pt x="932" y="19544"/>
                  </a:cubicBezTo>
                  <a:cubicBezTo>
                    <a:pt x="707" y="19126"/>
                    <a:pt x="579" y="18612"/>
                    <a:pt x="547" y="18194"/>
                  </a:cubicBezTo>
                  <a:lnTo>
                    <a:pt x="547" y="18162"/>
                  </a:lnTo>
                  <a:lnTo>
                    <a:pt x="547" y="18130"/>
                  </a:lnTo>
                  <a:cubicBezTo>
                    <a:pt x="547" y="17937"/>
                    <a:pt x="579" y="17615"/>
                    <a:pt x="675" y="17230"/>
                  </a:cubicBezTo>
                  <a:cubicBezTo>
                    <a:pt x="997" y="15848"/>
                    <a:pt x="1800" y="13469"/>
                    <a:pt x="2636" y="11154"/>
                  </a:cubicBezTo>
                  <a:cubicBezTo>
                    <a:pt x="3472" y="8808"/>
                    <a:pt x="4340" y="6558"/>
                    <a:pt x="4790" y="5304"/>
                  </a:cubicBezTo>
                  <a:cubicBezTo>
                    <a:pt x="5272" y="3922"/>
                    <a:pt x="6043" y="2700"/>
                    <a:pt x="6686" y="1833"/>
                  </a:cubicBezTo>
                  <a:cubicBezTo>
                    <a:pt x="7008" y="1415"/>
                    <a:pt x="7329" y="1061"/>
                    <a:pt x="7522" y="836"/>
                  </a:cubicBezTo>
                  <a:cubicBezTo>
                    <a:pt x="7618" y="709"/>
                    <a:pt x="7713" y="613"/>
                    <a:pt x="7777" y="548"/>
                  </a:cubicBezTo>
                  <a:close/>
                  <a:moveTo>
                    <a:pt x="7651" y="0"/>
                  </a:moveTo>
                  <a:cubicBezTo>
                    <a:pt x="7586" y="0"/>
                    <a:pt x="7522" y="32"/>
                    <a:pt x="7490" y="65"/>
                  </a:cubicBezTo>
                  <a:cubicBezTo>
                    <a:pt x="7458" y="97"/>
                    <a:pt x="5336" y="2218"/>
                    <a:pt x="4275" y="5143"/>
                  </a:cubicBezTo>
                  <a:cubicBezTo>
                    <a:pt x="3793" y="6526"/>
                    <a:pt x="2733" y="9290"/>
                    <a:pt x="1768" y="11958"/>
                  </a:cubicBezTo>
                  <a:cubicBezTo>
                    <a:pt x="1318" y="13276"/>
                    <a:pt x="868" y="14594"/>
                    <a:pt x="547" y="15655"/>
                  </a:cubicBezTo>
                  <a:cubicBezTo>
                    <a:pt x="386" y="16201"/>
                    <a:pt x="257" y="16683"/>
                    <a:pt x="161" y="17101"/>
                  </a:cubicBezTo>
                  <a:cubicBezTo>
                    <a:pt x="65" y="17519"/>
                    <a:pt x="0" y="17840"/>
                    <a:pt x="0" y="18130"/>
                  </a:cubicBezTo>
                  <a:cubicBezTo>
                    <a:pt x="0" y="18130"/>
                    <a:pt x="0" y="18194"/>
                    <a:pt x="0" y="18226"/>
                  </a:cubicBezTo>
                  <a:cubicBezTo>
                    <a:pt x="65" y="18901"/>
                    <a:pt x="322" y="19673"/>
                    <a:pt x="740" y="20251"/>
                  </a:cubicBezTo>
                  <a:cubicBezTo>
                    <a:pt x="932" y="20541"/>
                    <a:pt x="1157" y="20830"/>
                    <a:pt x="1447" y="20991"/>
                  </a:cubicBezTo>
                  <a:cubicBezTo>
                    <a:pt x="1736" y="21183"/>
                    <a:pt x="2025" y="21312"/>
                    <a:pt x="2379" y="21312"/>
                  </a:cubicBezTo>
                  <a:cubicBezTo>
                    <a:pt x="2700" y="21312"/>
                    <a:pt x="3054" y="21183"/>
                    <a:pt x="3375" y="20926"/>
                  </a:cubicBezTo>
                  <a:cubicBezTo>
                    <a:pt x="3793" y="20637"/>
                    <a:pt x="4275" y="20026"/>
                    <a:pt x="4790" y="19287"/>
                  </a:cubicBezTo>
                  <a:cubicBezTo>
                    <a:pt x="5593" y="18194"/>
                    <a:pt x="6493" y="16812"/>
                    <a:pt x="7201" y="15655"/>
                  </a:cubicBezTo>
                  <a:cubicBezTo>
                    <a:pt x="7554" y="15076"/>
                    <a:pt x="7876" y="14562"/>
                    <a:pt x="8101" y="14176"/>
                  </a:cubicBezTo>
                  <a:cubicBezTo>
                    <a:pt x="8197" y="13983"/>
                    <a:pt x="8293" y="13822"/>
                    <a:pt x="8390" y="13694"/>
                  </a:cubicBezTo>
                  <a:cubicBezTo>
                    <a:pt x="8454" y="13565"/>
                    <a:pt x="8486" y="13501"/>
                    <a:pt x="8519" y="13469"/>
                  </a:cubicBezTo>
                  <a:cubicBezTo>
                    <a:pt x="8551" y="13405"/>
                    <a:pt x="8551" y="13372"/>
                    <a:pt x="8583" y="13308"/>
                  </a:cubicBezTo>
                  <a:cubicBezTo>
                    <a:pt x="8647" y="13083"/>
                    <a:pt x="8679" y="12697"/>
                    <a:pt x="8711" y="12183"/>
                  </a:cubicBezTo>
                  <a:cubicBezTo>
                    <a:pt x="8840" y="10640"/>
                    <a:pt x="8969" y="8004"/>
                    <a:pt x="8969" y="6140"/>
                  </a:cubicBezTo>
                  <a:cubicBezTo>
                    <a:pt x="8969" y="5497"/>
                    <a:pt x="8969" y="4790"/>
                    <a:pt x="8969" y="4083"/>
                  </a:cubicBezTo>
                  <a:cubicBezTo>
                    <a:pt x="8969" y="3086"/>
                    <a:pt x="8936" y="2122"/>
                    <a:pt x="8808" y="1382"/>
                  </a:cubicBezTo>
                  <a:cubicBezTo>
                    <a:pt x="8711" y="997"/>
                    <a:pt x="8615" y="675"/>
                    <a:pt x="8454" y="450"/>
                  </a:cubicBezTo>
                  <a:cubicBezTo>
                    <a:pt x="8390" y="322"/>
                    <a:pt x="8293" y="193"/>
                    <a:pt x="8165" y="129"/>
                  </a:cubicBezTo>
                  <a:cubicBezTo>
                    <a:pt x="8036" y="32"/>
                    <a:pt x="7876" y="0"/>
                    <a:pt x="7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4303;p64">
              <a:extLst>
                <a:ext uri="{FF2B5EF4-FFF2-40B4-BE49-F238E27FC236}">
                  <a16:creationId xmlns:a16="http://schemas.microsoft.com/office/drawing/2014/main" id="{89DF8BC1-BC26-F8D4-537C-41BFC5CC3A98}"/>
                </a:ext>
              </a:extLst>
            </p:cNvPr>
            <p:cNvSpPr/>
            <p:nvPr/>
          </p:nvSpPr>
          <p:spPr>
            <a:xfrm>
              <a:off x="4232675" y="1580025"/>
              <a:ext cx="750600" cy="670350"/>
            </a:xfrm>
            <a:custGeom>
              <a:avLst/>
              <a:gdLst/>
              <a:ahLst/>
              <a:cxnLst/>
              <a:rect l="l" t="t" r="r" b="b"/>
              <a:pathLst>
                <a:path w="30024" h="26814" extrusionOk="0">
                  <a:moveTo>
                    <a:pt x="3646" y="0"/>
                  </a:moveTo>
                  <a:cubicBezTo>
                    <a:pt x="3614" y="0"/>
                    <a:pt x="3588" y="2"/>
                    <a:pt x="3568" y="5"/>
                  </a:cubicBezTo>
                  <a:cubicBezTo>
                    <a:pt x="483" y="616"/>
                    <a:pt x="0" y="20385"/>
                    <a:pt x="0" y="20385"/>
                  </a:cubicBezTo>
                  <a:lnTo>
                    <a:pt x="24302" y="26814"/>
                  </a:lnTo>
                  <a:cubicBezTo>
                    <a:pt x="24302" y="26814"/>
                    <a:pt x="30023" y="11095"/>
                    <a:pt x="30023" y="8234"/>
                  </a:cubicBezTo>
                  <a:cubicBezTo>
                    <a:pt x="30023" y="5422"/>
                    <a:pt x="5546" y="0"/>
                    <a:pt x="36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4304;p64">
              <a:extLst>
                <a:ext uri="{FF2B5EF4-FFF2-40B4-BE49-F238E27FC236}">
                  <a16:creationId xmlns:a16="http://schemas.microsoft.com/office/drawing/2014/main" id="{6C2EB1E6-0AC7-7EAE-23E9-1A6C5312C2AC}"/>
                </a:ext>
              </a:extLst>
            </p:cNvPr>
            <p:cNvSpPr/>
            <p:nvPr/>
          </p:nvSpPr>
          <p:spPr>
            <a:xfrm>
              <a:off x="4226250" y="1573725"/>
              <a:ext cx="763450" cy="683300"/>
            </a:xfrm>
            <a:custGeom>
              <a:avLst/>
              <a:gdLst/>
              <a:ahLst/>
              <a:cxnLst/>
              <a:rect l="l" t="t" r="r" b="b"/>
              <a:pathLst>
                <a:path w="30538" h="27332" extrusionOk="0">
                  <a:moveTo>
                    <a:pt x="3922" y="514"/>
                  </a:moveTo>
                  <a:cubicBezTo>
                    <a:pt x="4115" y="514"/>
                    <a:pt x="4726" y="611"/>
                    <a:pt x="5561" y="772"/>
                  </a:cubicBezTo>
                  <a:cubicBezTo>
                    <a:pt x="8551" y="1286"/>
                    <a:pt x="14690" y="2668"/>
                    <a:pt x="20123" y="4243"/>
                  </a:cubicBezTo>
                  <a:cubicBezTo>
                    <a:pt x="22823" y="5015"/>
                    <a:pt x="25330" y="5818"/>
                    <a:pt x="27162" y="6590"/>
                  </a:cubicBezTo>
                  <a:cubicBezTo>
                    <a:pt x="28062" y="6976"/>
                    <a:pt x="28802" y="7361"/>
                    <a:pt x="29316" y="7683"/>
                  </a:cubicBezTo>
                  <a:cubicBezTo>
                    <a:pt x="29541" y="7876"/>
                    <a:pt x="29734" y="8036"/>
                    <a:pt x="29862" y="8165"/>
                  </a:cubicBezTo>
                  <a:cubicBezTo>
                    <a:pt x="29959" y="8326"/>
                    <a:pt x="29991" y="8422"/>
                    <a:pt x="29991" y="8486"/>
                  </a:cubicBezTo>
                  <a:cubicBezTo>
                    <a:pt x="29991" y="8808"/>
                    <a:pt x="29927" y="9354"/>
                    <a:pt x="29766" y="10029"/>
                  </a:cubicBezTo>
                  <a:cubicBezTo>
                    <a:pt x="29220" y="12472"/>
                    <a:pt x="27837" y="16715"/>
                    <a:pt x="26616" y="20348"/>
                  </a:cubicBezTo>
                  <a:cubicBezTo>
                    <a:pt x="26005" y="22148"/>
                    <a:pt x="25427" y="23787"/>
                    <a:pt x="25009" y="25009"/>
                  </a:cubicBezTo>
                  <a:cubicBezTo>
                    <a:pt x="24703" y="25817"/>
                    <a:pt x="24486" y="26433"/>
                    <a:pt x="24378" y="26744"/>
                  </a:cubicBezTo>
                  <a:lnTo>
                    <a:pt x="24378" y="26744"/>
                  </a:lnTo>
                  <a:lnTo>
                    <a:pt x="547" y="20439"/>
                  </a:lnTo>
                  <a:lnTo>
                    <a:pt x="547" y="20439"/>
                  </a:lnTo>
                  <a:cubicBezTo>
                    <a:pt x="547" y="20291"/>
                    <a:pt x="547" y="20062"/>
                    <a:pt x="547" y="19769"/>
                  </a:cubicBezTo>
                  <a:cubicBezTo>
                    <a:pt x="611" y="17905"/>
                    <a:pt x="836" y="13147"/>
                    <a:pt x="1383" y="8840"/>
                  </a:cubicBezTo>
                  <a:cubicBezTo>
                    <a:pt x="1640" y="6654"/>
                    <a:pt x="1993" y="4597"/>
                    <a:pt x="2411" y="3086"/>
                  </a:cubicBezTo>
                  <a:cubicBezTo>
                    <a:pt x="2636" y="2315"/>
                    <a:pt x="2893" y="1672"/>
                    <a:pt x="3150" y="1222"/>
                  </a:cubicBezTo>
                  <a:cubicBezTo>
                    <a:pt x="3279" y="1029"/>
                    <a:pt x="3408" y="836"/>
                    <a:pt x="3536" y="739"/>
                  </a:cubicBezTo>
                  <a:cubicBezTo>
                    <a:pt x="3665" y="611"/>
                    <a:pt x="3793" y="547"/>
                    <a:pt x="3890" y="514"/>
                  </a:cubicBezTo>
                  <a:close/>
                  <a:moveTo>
                    <a:pt x="3793" y="0"/>
                  </a:moveTo>
                  <a:cubicBezTo>
                    <a:pt x="3536" y="64"/>
                    <a:pt x="3279" y="193"/>
                    <a:pt x="3086" y="418"/>
                  </a:cubicBezTo>
                  <a:cubicBezTo>
                    <a:pt x="2733" y="804"/>
                    <a:pt x="2443" y="1382"/>
                    <a:pt x="2154" y="2122"/>
                  </a:cubicBezTo>
                  <a:cubicBezTo>
                    <a:pt x="1222" y="4725"/>
                    <a:pt x="707" y="9354"/>
                    <a:pt x="386" y="13308"/>
                  </a:cubicBezTo>
                  <a:cubicBezTo>
                    <a:pt x="65" y="17294"/>
                    <a:pt x="0" y="20605"/>
                    <a:pt x="0" y="20605"/>
                  </a:cubicBezTo>
                  <a:cubicBezTo>
                    <a:pt x="0" y="20733"/>
                    <a:pt x="65" y="20862"/>
                    <a:pt x="193" y="20894"/>
                  </a:cubicBezTo>
                  <a:lnTo>
                    <a:pt x="24494" y="27323"/>
                  </a:lnTo>
                  <a:cubicBezTo>
                    <a:pt x="24516" y="27328"/>
                    <a:pt x="24537" y="27331"/>
                    <a:pt x="24558" y="27331"/>
                  </a:cubicBezTo>
                  <a:cubicBezTo>
                    <a:pt x="24664" y="27331"/>
                    <a:pt x="24762" y="27264"/>
                    <a:pt x="24816" y="27130"/>
                  </a:cubicBezTo>
                  <a:cubicBezTo>
                    <a:pt x="24816" y="27130"/>
                    <a:pt x="26230" y="23208"/>
                    <a:pt x="27677" y="18933"/>
                  </a:cubicBezTo>
                  <a:cubicBezTo>
                    <a:pt x="28384" y="16780"/>
                    <a:pt x="29091" y="14529"/>
                    <a:pt x="29637" y="12665"/>
                  </a:cubicBezTo>
                  <a:cubicBezTo>
                    <a:pt x="29895" y="11733"/>
                    <a:pt x="30120" y="10865"/>
                    <a:pt x="30280" y="10158"/>
                  </a:cubicBezTo>
                  <a:cubicBezTo>
                    <a:pt x="30441" y="9451"/>
                    <a:pt x="30537" y="8872"/>
                    <a:pt x="30537" y="8486"/>
                  </a:cubicBezTo>
                  <a:cubicBezTo>
                    <a:pt x="30537" y="8197"/>
                    <a:pt x="30377" y="7972"/>
                    <a:pt x="30184" y="7747"/>
                  </a:cubicBezTo>
                  <a:cubicBezTo>
                    <a:pt x="29798" y="7329"/>
                    <a:pt x="29155" y="6943"/>
                    <a:pt x="28287" y="6525"/>
                  </a:cubicBezTo>
                  <a:cubicBezTo>
                    <a:pt x="25266" y="5079"/>
                    <a:pt x="19608" y="3440"/>
                    <a:pt x="14497" y="2186"/>
                  </a:cubicBezTo>
                  <a:cubicBezTo>
                    <a:pt x="11926" y="1543"/>
                    <a:pt x="9483" y="997"/>
                    <a:pt x="7619" y="611"/>
                  </a:cubicBezTo>
                  <a:cubicBezTo>
                    <a:pt x="6654" y="418"/>
                    <a:pt x="5851" y="257"/>
                    <a:pt x="5240" y="161"/>
                  </a:cubicBezTo>
                  <a:cubicBezTo>
                    <a:pt x="4597" y="64"/>
                    <a:pt x="4179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4305;p64">
              <a:extLst>
                <a:ext uri="{FF2B5EF4-FFF2-40B4-BE49-F238E27FC236}">
                  <a16:creationId xmlns:a16="http://schemas.microsoft.com/office/drawing/2014/main" id="{061D8C37-CFE4-2FB2-ADCA-6FD94E6EF779}"/>
                </a:ext>
              </a:extLst>
            </p:cNvPr>
            <p:cNvSpPr/>
            <p:nvPr/>
          </p:nvSpPr>
          <p:spPr>
            <a:xfrm>
              <a:off x="4206950" y="1267500"/>
              <a:ext cx="706400" cy="822825"/>
            </a:xfrm>
            <a:custGeom>
              <a:avLst/>
              <a:gdLst/>
              <a:ahLst/>
              <a:cxnLst/>
              <a:rect l="l" t="t" r="r" b="b"/>
              <a:pathLst>
                <a:path w="28256" h="32913" extrusionOk="0">
                  <a:moveTo>
                    <a:pt x="14958" y="1"/>
                  </a:moveTo>
                  <a:cubicBezTo>
                    <a:pt x="13842" y="1"/>
                    <a:pt x="13148" y="163"/>
                    <a:pt x="13148" y="163"/>
                  </a:cubicBezTo>
                  <a:cubicBezTo>
                    <a:pt x="13148" y="163"/>
                    <a:pt x="12363" y="80"/>
                    <a:pt x="11180" y="80"/>
                  </a:cubicBezTo>
                  <a:cubicBezTo>
                    <a:pt x="9242" y="80"/>
                    <a:pt x="6234" y="303"/>
                    <a:pt x="3858" y="1481"/>
                  </a:cubicBezTo>
                  <a:cubicBezTo>
                    <a:pt x="1" y="3409"/>
                    <a:pt x="1" y="6656"/>
                    <a:pt x="194" y="9806"/>
                  </a:cubicBezTo>
                  <a:cubicBezTo>
                    <a:pt x="387" y="12924"/>
                    <a:pt x="1447" y="29864"/>
                    <a:pt x="1737" y="31086"/>
                  </a:cubicBezTo>
                  <a:cubicBezTo>
                    <a:pt x="2058" y="32307"/>
                    <a:pt x="9001" y="31986"/>
                    <a:pt x="13051" y="32789"/>
                  </a:cubicBezTo>
                  <a:cubicBezTo>
                    <a:pt x="13477" y="32874"/>
                    <a:pt x="13890" y="32913"/>
                    <a:pt x="14288" y="32913"/>
                  </a:cubicBezTo>
                  <a:cubicBezTo>
                    <a:pt x="17678" y="32913"/>
                    <a:pt x="20023" y="30112"/>
                    <a:pt x="20541" y="28932"/>
                  </a:cubicBezTo>
                  <a:cubicBezTo>
                    <a:pt x="21152" y="27614"/>
                    <a:pt x="28256" y="14756"/>
                    <a:pt x="28256" y="12024"/>
                  </a:cubicBezTo>
                  <a:cubicBezTo>
                    <a:pt x="28256" y="9292"/>
                    <a:pt x="25331" y="4117"/>
                    <a:pt x="21152" y="1706"/>
                  </a:cubicBezTo>
                  <a:cubicBezTo>
                    <a:pt x="18764" y="299"/>
                    <a:pt x="16473" y="1"/>
                    <a:pt x="14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4306;p64">
              <a:extLst>
                <a:ext uri="{FF2B5EF4-FFF2-40B4-BE49-F238E27FC236}">
                  <a16:creationId xmlns:a16="http://schemas.microsoft.com/office/drawing/2014/main" id="{A515FF4B-A67A-945D-A9F7-4D66D3225133}"/>
                </a:ext>
              </a:extLst>
            </p:cNvPr>
            <p:cNvSpPr/>
            <p:nvPr/>
          </p:nvSpPr>
          <p:spPr>
            <a:xfrm>
              <a:off x="4203750" y="1261100"/>
              <a:ext cx="716025" cy="835800"/>
            </a:xfrm>
            <a:custGeom>
              <a:avLst/>
              <a:gdLst/>
              <a:ahLst/>
              <a:cxnLst/>
              <a:rect l="l" t="t" r="r" b="b"/>
              <a:pathLst>
                <a:path w="28641" h="33432" extrusionOk="0">
                  <a:moveTo>
                    <a:pt x="15140" y="547"/>
                  </a:moveTo>
                  <a:cubicBezTo>
                    <a:pt x="16619" y="547"/>
                    <a:pt x="18837" y="837"/>
                    <a:pt x="21151" y="2187"/>
                  </a:cubicBezTo>
                  <a:cubicBezTo>
                    <a:pt x="23176" y="3376"/>
                    <a:pt x="24944" y="5241"/>
                    <a:pt x="26166" y="7137"/>
                  </a:cubicBezTo>
                  <a:cubicBezTo>
                    <a:pt x="27419" y="9066"/>
                    <a:pt x="28127" y="10994"/>
                    <a:pt x="28127" y="12280"/>
                  </a:cubicBezTo>
                  <a:cubicBezTo>
                    <a:pt x="28127" y="12569"/>
                    <a:pt x="27998" y="13052"/>
                    <a:pt x="27805" y="13662"/>
                  </a:cubicBezTo>
                  <a:cubicBezTo>
                    <a:pt x="27162" y="15784"/>
                    <a:pt x="25426" y="19352"/>
                    <a:pt x="23819" y="22534"/>
                  </a:cubicBezTo>
                  <a:cubicBezTo>
                    <a:pt x="23016" y="24109"/>
                    <a:pt x="22244" y="25620"/>
                    <a:pt x="21633" y="26777"/>
                  </a:cubicBezTo>
                  <a:cubicBezTo>
                    <a:pt x="21023" y="27935"/>
                    <a:pt x="20573" y="28770"/>
                    <a:pt x="20444" y="29092"/>
                  </a:cubicBezTo>
                  <a:cubicBezTo>
                    <a:pt x="20187" y="29638"/>
                    <a:pt x="19480" y="30603"/>
                    <a:pt x="18451" y="31406"/>
                  </a:cubicBezTo>
                  <a:cubicBezTo>
                    <a:pt x="17423" y="32242"/>
                    <a:pt x="16040" y="32917"/>
                    <a:pt x="14433" y="32917"/>
                  </a:cubicBezTo>
                  <a:cubicBezTo>
                    <a:pt x="14047" y="32917"/>
                    <a:pt x="13662" y="32853"/>
                    <a:pt x="13244" y="32788"/>
                  </a:cubicBezTo>
                  <a:cubicBezTo>
                    <a:pt x="11186" y="32370"/>
                    <a:pt x="8422" y="32242"/>
                    <a:pt x="6140" y="32081"/>
                  </a:cubicBezTo>
                  <a:cubicBezTo>
                    <a:pt x="5015" y="31985"/>
                    <a:pt x="3986" y="31888"/>
                    <a:pt x="3247" y="31760"/>
                  </a:cubicBezTo>
                  <a:cubicBezTo>
                    <a:pt x="2893" y="31663"/>
                    <a:pt x="2604" y="31599"/>
                    <a:pt x="2411" y="31503"/>
                  </a:cubicBezTo>
                  <a:cubicBezTo>
                    <a:pt x="2315" y="31438"/>
                    <a:pt x="2250" y="31406"/>
                    <a:pt x="2186" y="31374"/>
                  </a:cubicBezTo>
                  <a:lnTo>
                    <a:pt x="2154" y="31278"/>
                  </a:lnTo>
                  <a:cubicBezTo>
                    <a:pt x="2122" y="31213"/>
                    <a:pt x="2090" y="31085"/>
                    <a:pt x="2090" y="30892"/>
                  </a:cubicBezTo>
                  <a:cubicBezTo>
                    <a:pt x="1897" y="29477"/>
                    <a:pt x="1575" y="25009"/>
                    <a:pt x="1286" y="20509"/>
                  </a:cubicBezTo>
                  <a:cubicBezTo>
                    <a:pt x="965" y="16009"/>
                    <a:pt x="675" y="11509"/>
                    <a:pt x="579" y="10030"/>
                  </a:cubicBezTo>
                  <a:cubicBezTo>
                    <a:pt x="547" y="9451"/>
                    <a:pt x="515" y="8873"/>
                    <a:pt x="515" y="8294"/>
                  </a:cubicBezTo>
                  <a:cubicBezTo>
                    <a:pt x="515" y="7041"/>
                    <a:pt x="675" y="5851"/>
                    <a:pt x="1190" y="4758"/>
                  </a:cubicBezTo>
                  <a:cubicBezTo>
                    <a:pt x="1704" y="3698"/>
                    <a:pt x="2572" y="2765"/>
                    <a:pt x="4083" y="1994"/>
                  </a:cubicBezTo>
                  <a:cubicBezTo>
                    <a:pt x="6397" y="837"/>
                    <a:pt x="9322" y="612"/>
                    <a:pt x="11251" y="612"/>
                  </a:cubicBezTo>
                  <a:cubicBezTo>
                    <a:pt x="11862" y="612"/>
                    <a:pt x="12344" y="644"/>
                    <a:pt x="12697" y="644"/>
                  </a:cubicBezTo>
                  <a:cubicBezTo>
                    <a:pt x="12890" y="676"/>
                    <a:pt x="13019" y="676"/>
                    <a:pt x="13115" y="676"/>
                  </a:cubicBezTo>
                  <a:cubicBezTo>
                    <a:pt x="13212" y="708"/>
                    <a:pt x="13244" y="708"/>
                    <a:pt x="13244" y="708"/>
                  </a:cubicBezTo>
                  <a:lnTo>
                    <a:pt x="13340" y="708"/>
                  </a:lnTo>
                  <a:lnTo>
                    <a:pt x="13372" y="676"/>
                  </a:lnTo>
                  <a:cubicBezTo>
                    <a:pt x="13501" y="644"/>
                    <a:pt x="14176" y="547"/>
                    <a:pt x="15140" y="547"/>
                  </a:cubicBezTo>
                  <a:close/>
                  <a:moveTo>
                    <a:pt x="15140" y="1"/>
                  </a:moveTo>
                  <a:cubicBezTo>
                    <a:pt x="14118" y="1"/>
                    <a:pt x="13422" y="126"/>
                    <a:pt x="13251" y="156"/>
                  </a:cubicBezTo>
                  <a:lnTo>
                    <a:pt x="13251" y="156"/>
                  </a:lnTo>
                  <a:cubicBezTo>
                    <a:pt x="13044" y="134"/>
                    <a:pt x="12286" y="65"/>
                    <a:pt x="11251" y="65"/>
                  </a:cubicBezTo>
                  <a:cubicBezTo>
                    <a:pt x="9290" y="65"/>
                    <a:pt x="6268" y="290"/>
                    <a:pt x="3858" y="1512"/>
                  </a:cubicBezTo>
                  <a:cubicBezTo>
                    <a:pt x="2250" y="2315"/>
                    <a:pt x="1254" y="3376"/>
                    <a:pt x="707" y="4533"/>
                  </a:cubicBezTo>
                  <a:cubicBezTo>
                    <a:pt x="129" y="5723"/>
                    <a:pt x="0" y="7008"/>
                    <a:pt x="0" y="8294"/>
                  </a:cubicBezTo>
                  <a:cubicBezTo>
                    <a:pt x="0" y="8873"/>
                    <a:pt x="32" y="9484"/>
                    <a:pt x="65" y="10062"/>
                  </a:cubicBezTo>
                  <a:cubicBezTo>
                    <a:pt x="161" y="11637"/>
                    <a:pt x="482" y="16652"/>
                    <a:pt x="804" y="21441"/>
                  </a:cubicBezTo>
                  <a:cubicBezTo>
                    <a:pt x="965" y="23820"/>
                    <a:pt x="1125" y="26167"/>
                    <a:pt x="1254" y="27967"/>
                  </a:cubicBezTo>
                  <a:cubicBezTo>
                    <a:pt x="1350" y="28867"/>
                    <a:pt x="1415" y="29638"/>
                    <a:pt x="1479" y="30249"/>
                  </a:cubicBezTo>
                  <a:cubicBezTo>
                    <a:pt x="1511" y="30538"/>
                    <a:pt x="1511" y="30763"/>
                    <a:pt x="1543" y="30988"/>
                  </a:cubicBezTo>
                  <a:cubicBezTo>
                    <a:pt x="1575" y="31181"/>
                    <a:pt x="1607" y="31310"/>
                    <a:pt x="1607" y="31406"/>
                  </a:cubicBezTo>
                  <a:cubicBezTo>
                    <a:pt x="1640" y="31535"/>
                    <a:pt x="1736" y="31663"/>
                    <a:pt x="1832" y="31760"/>
                  </a:cubicBezTo>
                  <a:cubicBezTo>
                    <a:pt x="1993" y="31920"/>
                    <a:pt x="2250" y="32017"/>
                    <a:pt x="2540" y="32113"/>
                  </a:cubicBezTo>
                  <a:cubicBezTo>
                    <a:pt x="3086" y="32274"/>
                    <a:pt x="3793" y="32403"/>
                    <a:pt x="4597" y="32467"/>
                  </a:cubicBezTo>
                  <a:cubicBezTo>
                    <a:pt x="7104" y="32756"/>
                    <a:pt x="10672" y="32820"/>
                    <a:pt x="13147" y="33303"/>
                  </a:cubicBezTo>
                  <a:cubicBezTo>
                    <a:pt x="13597" y="33399"/>
                    <a:pt x="14015" y="33431"/>
                    <a:pt x="14433" y="33431"/>
                  </a:cubicBezTo>
                  <a:cubicBezTo>
                    <a:pt x="16201" y="33431"/>
                    <a:pt x="17680" y="32724"/>
                    <a:pt x="18773" y="31824"/>
                  </a:cubicBezTo>
                  <a:cubicBezTo>
                    <a:pt x="19898" y="30956"/>
                    <a:pt x="20637" y="29960"/>
                    <a:pt x="20926" y="29317"/>
                  </a:cubicBezTo>
                  <a:cubicBezTo>
                    <a:pt x="21055" y="28995"/>
                    <a:pt x="21633" y="27935"/>
                    <a:pt x="22373" y="26520"/>
                  </a:cubicBezTo>
                  <a:cubicBezTo>
                    <a:pt x="23498" y="24366"/>
                    <a:pt x="25073" y="21345"/>
                    <a:pt x="26359" y="18613"/>
                  </a:cubicBezTo>
                  <a:cubicBezTo>
                    <a:pt x="27002" y="17230"/>
                    <a:pt x="27548" y="15945"/>
                    <a:pt x="27966" y="14852"/>
                  </a:cubicBezTo>
                  <a:cubicBezTo>
                    <a:pt x="28384" y="13759"/>
                    <a:pt x="28641" y="12891"/>
                    <a:pt x="28641" y="12280"/>
                  </a:cubicBezTo>
                  <a:cubicBezTo>
                    <a:pt x="28641" y="10834"/>
                    <a:pt x="27902" y="8841"/>
                    <a:pt x="26616" y="6848"/>
                  </a:cubicBezTo>
                  <a:cubicBezTo>
                    <a:pt x="25330" y="4887"/>
                    <a:pt x="23562" y="2958"/>
                    <a:pt x="21441" y="1737"/>
                  </a:cubicBezTo>
                  <a:cubicBezTo>
                    <a:pt x="18998" y="290"/>
                    <a:pt x="16683" y="1"/>
                    <a:pt x="15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4307;p64">
              <a:extLst>
                <a:ext uri="{FF2B5EF4-FFF2-40B4-BE49-F238E27FC236}">
                  <a16:creationId xmlns:a16="http://schemas.microsoft.com/office/drawing/2014/main" id="{FBC373CC-99A3-8C75-B35F-3F5E786205C1}"/>
                </a:ext>
              </a:extLst>
            </p:cNvPr>
            <p:cNvSpPr/>
            <p:nvPr/>
          </p:nvSpPr>
          <p:spPr>
            <a:xfrm>
              <a:off x="4358850" y="1471650"/>
              <a:ext cx="194500" cy="575425"/>
            </a:xfrm>
            <a:custGeom>
              <a:avLst/>
              <a:gdLst/>
              <a:ahLst/>
              <a:cxnLst/>
              <a:rect l="l" t="t" r="r" b="b"/>
              <a:pathLst>
                <a:path w="7780" h="23017" extrusionOk="0">
                  <a:moveTo>
                    <a:pt x="6686" y="1"/>
                  </a:moveTo>
                  <a:lnTo>
                    <a:pt x="3247" y="2444"/>
                  </a:lnTo>
                  <a:lnTo>
                    <a:pt x="4340" y="4887"/>
                  </a:lnTo>
                  <a:lnTo>
                    <a:pt x="0" y="20059"/>
                  </a:lnTo>
                  <a:lnTo>
                    <a:pt x="997" y="23016"/>
                  </a:lnTo>
                  <a:lnTo>
                    <a:pt x="3954" y="20766"/>
                  </a:lnTo>
                  <a:lnTo>
                    <a:pt x="5561" y="5176"/>
                  </a:lnTo>
                  <a:lnTo>
                    <a:pt x="7779" y="2733"/>
                  </a:lnTo>
                  <a:lnTo>
                    <a:pt x="66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4308;p64">
              <a:extLst>
                <a:ext uri="{FF2B5EF4-FFF2-40B4-BE49-F238E27FC236}">
                  <a16:creationId xmlns:a16="http://schemas.microsoft.com/office/drawing/2014/main" id="{EC3D55CE-A1F7-8321-5053-FDD3228B7238}"/>
                </a:ext>
              </a:extLst>
            </p:cNvPr>
            <p:cNvSpPr/>
            <p:nvPr/>
          </p:nvSpPr>
          <p:spPr>
            <a:xfrm>
              <a:off x="4351600" y="1465225"/>
              <a:ext cx="208975" cy="588275"/>
            </a:xfrm>
            <a:custGeom>
              <a:avLst/>
              <a:gdLst/>
              <a:ahLst/>
              <a:cxnLst/>
              <a:rect l="l" t="t" r="r" b="b"/>
              <a:pathLst>
                <a:path w="8359" h="23531" extrusionOk="0">
                  <a:moveTo>
                    <a:pt x="6848" y="676"/>
                  </a:moveTo>
                  <a:lnTo>
                    <a:pt x="7780" y="2958"/>
                  </a:lnTo>
                  <a:lnTo>
                    <a:pt x="5658" y="5240"/>
                  </a:lnTo>
                  <a:cubicBezTo>
                    <a:pt x="5626" y="5304"/>
                    <a:pt x="5594" y="5337"/>
                    <a:pt x="5594" y="5401"/>
                  </a:cubicBezTo>
                  <a:lnTo>
                    <a:pt x="3987" y="20895"/>
                  </a:lnTo>
                  <a:lnTo>
                    <a:pt x="1415" y="22823"/>
                  </a:lnTo>
                  <a:lnTo>
                    <a:pt x="579" y="20316"/>
                  </a:lnTo>
                  <a:lnTo>
                    <a:pt x="4887" y="5208"/>
                  </a:lnTo>
                  <a:cubicBezTo>
                    <a:pt x="4919" y="5144"/>
                    <a:pt x="4919" y="5079"/>
                    <a:pt x="4887" y="5015"/>
                  </a:cubicBezTo>
                  <a:lnTo>
                    <a:pt x="3851" y="2795"/>
                  </a:lnTo>
                  <a:lnTo>
                    <a:pt x="6848" y="676"/>
                  </a:lnTo>
                  <a:close/>
                  <a:moveTo>
                    <a:pt x="7040" y="1"/>
                  </a:moveTo>
                  <a:cubicBezTo>
                    <a:pt x="6976" y="1"/>
                    <a:pt x="6880" y="1"/>
                    <a:pt x="6815" y="65"/>
                  </a:cubicBezTo>
                  <a:lnTo>
                    <a:pt x="3376" y="2476"/>
                  </a:lnTo>
                  <a:cubicBezTo>
                    <a:pt x="3280" y="2572"/>
                    <a:pt x="3215" y="2701"/>
                    <a:pt x="3280" y="2797"/>
                  </a:cubicBezTo>
                  <a:lnTo>
                    <a:pt x="4340" y="5144"/>
                  </a:lnTo>
                  <a:lnTo>
                    <a:pt x="33" y="20252"/>
                  </a:lnTo>
                  <a:cubicBezTo>
                    <a:pt x="1" y="20316"/>
                    <a:pt x="1" y="20348"/>
                    <a:pt x="33" y="20412"/>
                  </a:cubicBezTo>
                  <a:lnTo>
                    <a:pt x="1029" y="23338"/>
                  </a:lnTo>
                  <a:cubicBezTo>
                    <a:pt x="1062" y="23434"/>
                    <a:pt x="1126" y="23498"/>
                    <a:pt x="1222" y="23530"/>
                  </a:cubicBezTo>
                  <a:cubicBezTo>
                    <a:pt x="1287" y="23530"/>
                    <a:pt x="1383" y="23530"/>
                    <a:pt x="1447" y="23466"/>
                  </a:cubicBezTo>
                  <a:lnTo>
                    <a:pt x="4405" y="21248"/>
                  </a:lnTo>
                  <a:cubicBezTo>
                    <a:pt x="4469" y="21216"/>
                    <a:pt x="4501" y="21152"/>
                    <a:pt x="4501" y="21055"/>
                  </a:cubicBezTo>
                  <a:lnTo>
                    <a:pt x="6108" y="5562"/>
                  </a:lnTo>
                  <a:lnTo>
                    <a:pt x="8294" y="3183"/>
                  </a:lnTo>
                  <a:cubicBezTo>
                    <a:pt x="8358" y="3119"/>
                    <a:pt x="8358" y="2990"/>
                    <a:pt x="8326" y="2894"/>
                  </a:cubicBezTo>
                  <a:lnTo>
                    <a:pt x="7233" y="161"/>
                  </a:lnTo>
                  <a:cubicBezTo>
                    <a:pt x="7201" y="97"/>
                    <a:pt x="7137" y="33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4309;p64">
              <a:extLst>
                <a:ext uri="{FF2B5EF4-FFF2-40B4-BE49-F238E27FC236}">
                  <a16:creationId xmlns:a16="http://schemas.microsoft.com/office/drawing/2014/main" id="{6A9B24CE-8D5F-9C11-7B92-ABC62A79AEDA}"/>
                </a:ext>
              </a:extLst>
            </p:cNvPr>
            <p:cNvSpPr/>
            <p:nvPr/>
          </p:nvSpPr>
          <p:spPr>
            <a:xfrm>
              <a:off x="4399025" y="1330225"/>
              <a:ext cx="261200" cy="301375"/>
            </a:xfrm>
            <a:custGeom>
              <a:avLst/>
              <a:gdLst/>
              <a:ahLst/>
              <a:cxnLst/>
              <a:rect l="l" t="t" r="r" b="b"/>
              <a:pathLst>
                <a:path w="10448" h="12055" extrusionOk="0">
                  <a:moveTo>
                    <a:pt x="5079" y="0"/>
                  </a:moveTo>
                  <a:cubicBezTo>
                    <a:pt x="2829" y="0"/>
                    <a:pt x="1929" y="1833"/>
                    <a:pt x="1929" y="1833"/>
                  </a:cubicBezTo>
                  <a:cubicBezTo>
                    <a:pt x="1929" y="1833"/>
                    <a:pt x="804" y="3954"/>
                    <a:pt x="418" y="5369"/>
                  </a:cubicBezTo>
                  <a:cubicBezTo>
                    <a:pt x="0" y="6783"/>
                    <a:pt x="0" y="9419"/>
                    <a:pt x="0" y="9419"/>
                  </a:cubicBezTo>
                  <a:cubicBezTo>
                    <a:pt x="0" y="9419"/>
                    <a:pt x="3247" y="7908"/>
                    <a:pt x="4147" y="7908"/>
                  </a:cubicBezTo>
                  <a:cubicBezTo>
                    <a:pt x="5079" y="7908"/>
                    <a:pt x="6911" y="12055"/>
                    <a:pt x="6911" y="12055"/>
                  </a:cubicBezTo>
                  <a:cubicBezTo>
                    <a:pt x="6911" y="12055"/>
                    <a:pt x="9644" y="8004"/>
                    <a:pt x="10029" y="5047"/>
                  </a:cubicBezTo>
                  <a:cubicBezTo>
                    <a:pt x="10447" y="2122"/>
                    <a:pt x="7297" y="0"/>
                    <a:pt x="5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4310;p64">
              <a:extLst>
                <a:ext uri="{FF2B5EF4-FFF2-40B4-BE49-F238E27FC236}">
                  <a16:creationId xmlns:a16="http://schemas.microsoft.com/office/drawing/2014/main" id="{C0EC0635-3A14-F556-5BE9-61B6703B2F85}"/>
                </a:ext>
              </a:extLst>
            </p:cNvPr>
            <p:cNvSpPr/>
            <p:nvPr/>
          </p:nvSpPr>
          <p:spPr>
            <a:xfrm>
              <a:off x="4392600" y="1323800"/>
              <a:ext cx="265200" cy="314225"/>
            </a:xfrm>
            <a:custGeom>
              <a:avLst/>
              <a:gdLst/>
              <a:ahLst/>
              <a:cxnLst/>
              <a:rect l="l" t="t" r="r" b="b"/>
              <a:pathLst>
                <a:path w="10608" h="12569" extrusionOk="0">
                  <a:moveTo>
                    <a:pt x="5336" y="515"/>
                  </a:moveTo>
                  <a:cubicBezTo>
                    <a:pt x="6300" y="515"/>
                    <a:pt x="7490" y="965"/>
                    <a:pt x="8454" y="1736"/>
                  </a:cubicBezTo>
                  <a:cubicBezTo>
                    <a:pt x="9386" y="2507"/>
                    <a:pt x="10061" y="3568"/>
                    <a:pt x="10061" y="4790"/>
                  </a:cubicBezTo>
                  <a:cubicBezTo>
                    <a:pt x="10061" y="4950"/>
                    <a:pt x="10061" y="5111"/>
                    <a:pt x="10029" y="5272"/>
                  </a:cubicBezTo>
                  <a:cubicBezTo>
                    <a:pt x="9836" y="6686"/>
                    <a:pt x="9065" y="8422"/>
                    <a:pt x="8326" y="9804"/>
                  </a:cubicBezTo>
                  <a:cubicBezTo>
                    <a:pt x="7972" y="10479"/>
                    <a:pt x="7618" y="11058"/>
                    <a:pt x="7361" y="11476"/>
                  </a:cubicBezTo>
                  <a:cubicBezTo>
                    <a:pt x="7300" y="11583"/>
                    <a:pt x="7246" y="11675"/>
                    <a:pt x="7196" y="11756"/>
                  </a:cubicBezTo>
                  <a:lnTo>
                    <a:pt x="7196" y="11756"/>
                  </a:lnTo>
                  <a:cubicBezTo>
                    <a:pt x="7011" y="11351"/>
                    <a:pt x="6711" y="10728"/>
                    <a:pt x="6365" y="10094"/>
                  </a:cubicBezTo>
                  <a:cubicBezTo>
                    <a:pt x="6075" y="9579"/>
                    <a:pt x="5754" y="9065"/>
                    <a:pt x="5433" y="8647"/>
                  </a:cubicBezTo>
                  <a:cubicBezTo>
                    <a:pt x="5272" y="8422"/>
                    <a:pt x="5143" y="8261"/>
                    <a:pt x="4983" y="8133"/>
                  </a:cubicBezTo>
                  <a:cubicBezTo>
                    <a:pt x="4822" y="8004"/>
                    <a:pt x="4629" y="7876"/>
                    <a:pt x="4404" y="7876"/>
                  </a:cubicBezTo>
                  <a:cubicBezTo>
                    <a:pt x="4115" y="7876"/>
                    <a:pt x="3761" y="8004"/>
                    <a:pt x="3311" y="8133"/>
                  </a:cubicBezTo>
                  <a:cubicBezTo>
                    <a:pt x="2365" y="8456"/>
                    <a:pt x="1155" y="8977"/>
                    <a:pt x="547" y="9246"/>
                  </a:cubicBezTo>
                  <a:lnTo>
                    <a:pt x="547" y="9246"/>
                  </a:lnTo>
                  <a:cubicBezTo>
                    <a:pt x="548" y="8437"/>
                    <a:pt x="644" y="6713"/>
                    <a:pt x="932" y="5690"/>
                  </a:cubicBezTo>
                  <a:cubicBezTo>
                    <a:pt x="1125" y="5015"/>
                    <a:pt x="1511" y="4147"/>
                    <a:pt x="1832" y="3440"/>
                  </a:cubicBezTo>
                  <a:cubicBezTo>
                    <a:pt x="1993" y="3086"/>
                    <a:pt x="2154" y="2765"/>
                    <a:pt x="2250" y="2540"/>
                  </a:cubicBezTo>
                  <a:cubicBezTo>
                    <a:pt x="2347" y="2347"/>
                    <a:pt x="2443" y="2218"/>
                    <a:pt x="2443" y="2186"/>
                  </a:cubicBezTo>
                  <a:cubicBezTo>
                    <a:pt x="2443" y="2154"/>
                    <a:pt x="2668" y="1736"/>
                    <a:pt x="3150" y="1318"/>
                  </a:cubicBezTo>
                  <a:cubicBezTo>
                    <a:pt x="3632" y="900"/>
                    <a:pt x="4308" y="515"/>
                    <a:pt x="5336" y="515"/>
                  </a:cubicBezTo>
                  <a:close/>
                  <a:moveTo>
                    <a:pt x="5336" y="0"/>
                  </a:moveTo>
                  <a:cubicBezTo>
                    <a:pt x="4147" y="0"/>
                    <a:pt x="3279" y="482"/>
                    <a:pt x="2732" y="965"/>
                  </a:cubicBezTo>
                  <a:cubicBezTo>
                    <a:pt x="2218" y="1447"/>
                    <a:pt x="1961" y="1929"/>
                    <a:pt x="1961" y="1961"/>
                  </a:cubicBezTo>
                  <a:cubicBezTo>
                    <a:pt x="1961" y="1961"/>
                    <a:pt x="836" y="4083"/>
                    <a:pt x="418" y="5561"/>
                  </a:cubicBezTo>
                  <a:cubicBezTo>
                    <a:pt x="193" y="6301"/>
                    <a:pt x="97" y="7329"/>
                    <a:pt x="64" y="8165"/>
                  </a:cubicBezTo>
                  <a:cubicBezTo>
                    <a:pt x="0" y="9001"/>
                    <a:pt x="0" y="9676"/>
                    <a:pt x="0" y="9676"/>
                  </a:cubicBezTo>
                  <a:cubicBezTo>
                    <a:pt x="0" y="9772"/>
                    <a:pt x="32" y="9836"/>
                    <a:pt x="129" y="9901"/>
                  </a:cubicBezTo>
                  <a:cubicBezTo>
                    <a:pt x="166" y="9938"/>
                    <a:pt x="215" y="9954"/>
                    <a:pt x="268" y="9954"/>
                  </a:cubicBezTo>
                  <a:cubicBezTo>
                    <a:pt x="306" y="9954"/>
                    <a:pt x="346" y="9946"/>
                    <a:pt x="386" y="9933"/>
                  </a:cubicBezTo>
                  <a:cubicBezTo>
                    <a:pt x="386" y="9933"/>
                    <a:pt x="579" y="9836"/>
                    <a:pt x="900" y="9676"/>
                  </a:cubicBezTo>
                  <a:cubicBezTo>
                    <a:pt x="1382" y="9483"/>
                    <a:pt x="2090" y="9161"/>
                    <a:pt x="2797" y="8872"/>
                  </a:cubicBezTo>
                  <a:cubicBezTo>
                    <a:pt x="3150" y="8744"/>
                    <a:pt x="3472" y="8647"/>
                    <a:pt x="3761" y="8551"/>
                  </a:cubicBezTo>
                  <a:cubicBezTo>
                    <a:pt x="4050" y="8454"/>
                    <a:pt x="4308" y="8422"/>
                    <a:pt x="4404" y="8422"/>
                  </a:cubicBezTo>
                  <a:cubicBezTo>
                    <a:pt x="4436" y="8422"/>
                    <a:pt x="4500" y="8454"/>
                    <a:pt x="4629" y="8551"/>
                  </a:cubicBezTo>
                  <a:cubicBezTo>
                    <a:pt x="4822" y="8711"/>
                    <a:pt x="5079" y="9033"/>
                    <a:pt x="5336" y="9451"/>
                  </a:cubicBezTo>
                  <a:cubicBezTo>
                    <a:pt x="5722" y="10029"/>
                    <a:pt x="6140" y="10769"/>
                    <a:pt x="6429" y="11379"/>
                  </a:cubicBezTo>
                  <a:cubicBezTo>
                    <a:pt x="6558" y="11669"/>
                    <a:pt x="6686" y="11926"/>
                    <a:pt x="6783" y="12119"/>
                  </a:cubicBezTo>
                  <a:cubicBezTo>
                    <a:pt x="6847" y="12312"/>
                    <a:pt x="6911" y="12408"/>
                    <a:pt x="6911" y="12408"/>
                  </a:cubicBezTo>
                  <a:cubicBezTo>
                    <a:pt x="6943" y="12504"/>
                    <a:pt x="7040" y="12569"/>
                    <a:pt x="7136" y="12569"/>
                  </a:cubicBezTo>
                  <a:cubicBezTo>
                    <a:pt x="7233" y="12569"/>
                    <a:pt x="7329" y="12537"/>
                    <a:pt x="7361" y="12472"/>
                  </a:cubicBezTo>
                  <a:cubicBezTo>
                    <a:pt x="7393" y="12440"/>
                    <a:pt x="8068" y="11444"/>
                    <a:pt x="8808" y="10029"/>
                  </a:cubicBezTo>
                  <a:cubicBezTo>
                    <a:pt x="9547" y="8647"/>
                    <a:pt x="10351" y="6879"/>
                    <a:pt x="10544" y="5368"/>
                  </a:cubicBezTo>
                  <a:cubicBezTo>
                    <a:pt x="10576" y="5175"/>
                    <a:pt x="10608" y="4983"/>
                    <a:pt x="10608" y="4790"/>
                  </a:cubicBezTo>
                  <a:cubicBezTo>
                    <a:pt x="10608" y="3375"/>
                    <a:pt x="9804" y="2154"/>
                    <a:pt x="8776" y="1318"/>
                  </a:cubicBezTo>
                  <a:cubicBezTo>
                    <a:pt x="7747" y="482"/>
                    <a:pt x="6461" y="0"/>
                    <a:pt x="5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4311;p64">
              <a:extLst>
                <a:ext uri="{FF2B5EF4-FFF2-40B4-BE49-F238E27FC236}">
                  <a16:creationId xmlns:a16="http://schemas.microsoft.com/office/drawing/2014/main" id="{CEFE8BE1-B000-0B28-0860-B37DE0188079}"/>
                </a:ext>
              </a:extLst>
            </p:cNvPr>
            <p:cNvSpPr/>
            <p:nvPr/>
          </p:nvSpPr>
          <p:spPr>
            <a:xfrm>
              <a:off x="4693150" y="1284575"/>
              <a:ext cx="77975" cy="92900"/>
            </a:xfrm>
            <a:custGeom>
              <a:avLst/>
              <a:gdLst/>
              <a:ahLst/>
              <a:cxnLst/>
              <a:rect l="l" t="t" r="r" b="b"/>
              <a:pathLst>
                <a:path w="3119" h="3716" extrusionOk="0">
                  <a:moveTo>
                    <a:pt x="2546" y="0"/>
                  </a:moveTo>
                  <a:cubicBezTo>
                    <a:pt x="2181" y="0"/>
                    <a:pt x="1704" y="701"/>
                    <a:pt x="1704" y="701"/>
                  </a:cubicBezTo>
                  <a:lnTo>
                    <a:pt x="0" y="3530"/>
                  </a:lnTo>
                  <a:cubicBezTo>
                    <a:pt x="0" y="3530"/>
                    <a:pt x="229" y="3716"/>
                    <a:pt x="591" y="3716"/>
                  </a:cubicBezTo>
                  <a:cubicBezTo>
                    <a:pt x="772" y="3716"/>
                    <a:pt x="986" y="3669"/>
                    <a:pt x="1222" y="3530"/>
                  </a:cubicBezTo>
                  <a:cubicBezTo>
                    <a:pt x="1929" y="3144"/>
                    <a:pt x="3118" y="2019"/>
                    <a:pt x="2925" y="605"/>
                  </a:cubicBezTo>
                  <a:cubicBezTo>
                    <a:pt x="2864" y="154"/>
                    <a:pt x="2717" y="0"/>
                    <a:pt x="25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4312;p64">
              <a:extLst>
                <a:ext uri="{FF2B5EF4-FFF2-40B4-BE49-F238E27FC236}">
                  <a16:creationId xmlns:a16="http://schemas.microsoft.com/office/drawing/2014/main" id="{5F5FCAB0-3FCE-2640-769F-2C9F4E80E95A}"/>
                </a:ext>
              </a:extLst>
            </p:cNvPr>
            <p:cNvSpPr/>
            <p:nvPr/>
          </p:nvSpPr>
          <p:spPr>
            <a:xfrm>
              <a:off x="4685100" y="1277975"/>
              <a:ext cx="88425" cy="106125"/>
            </a:xfrm>
            <a:custGeom>
              <a:avLst/>
              <a:gdLst/>
              <a:ahLst/>
              <a:cxnLst/>
              <a:rect l="l" t="t" r="r" b="b"/>
              <a:pathLst>
                <a:path w="3537" h="4245" extrusionOk="0">
                  <a:moveTo>
                    <a:pt x="2862" y="1"/>
                  </a:moveTo>
                  <a:cubicBezTo>
                    <a:pt x="2701" y="1"/>
                    <a:pt x="2540" y="65"/>
                    <a:pt x="2444" y="162"/>
                  </a:cubicBezTo>
                  <a:cubicBezTo>
                    <a:pt x="2090" y="419"/>
                    <a:pt x="1833" y="805"/>
                    <a:pt x="1801" y="837"/>
                  </a:cubicBezTo>
                  <a:cubicBezTo>
                    <a:pt x="1737" y="933"/>
                    <a:pt x="1769" y="1126"/>
                    <a:pt x="1897" y="1190"/>
                  </a:cubicBezTo>
                  <a:cubicBezTo>
                    <a:pt x="1948" y="1228"/>
                    <a:pt x="2004" y="1246"/>
                    <a:pt x="2057" y="1246"/>
                  </a:cubicBezTo>
                  <a:cubicBezTo>
                    <a:pt x="2138" y="1246"/>
                    <a:pt x="2212" y="1204"/>
                    <a:pt x="2251" y="1126"/>
                  </a:cubicBezTo>
                  <a:lnTo>
                    <a:pt x="2283" y="1094"/>
                  </a:lnTo>
                  <a:cubicBezTo>
                    <a:pt x="2315" y="1030"/>
                    <a:pt x="2444" y="869"/>
                    <a:pt x="2572" y="740"/>
                  </a:cubicBezTo>
                  <a:cubicBezTo>
                    <a:pt x="2637" y="676"/>
                    <a:pt x="2701" y="612"/>
                    <a:pt x="2765" y="580"/>
                  </a:cubicBezTo>
                  <a:cubicBezTo>
                    <a:pt x="2829" y="547"/>
                    <a:pt x="2862" y="547"/>
                    <a:pt x="2862" y="547"/>
                  </a:cubicBezTo>
                  <a:cubicBezTo>
                    <a:pt x="2894" y="580"/>
                    <a:pt x="2958" y="676"/>
                    <a:pt x="2990" y="901"/>
                  </a:cubicBezTo>
                  <a:cubicBezTo>
                    <a:pt x="2990" y="997"/>
                    <a:pt x="2990" y="1094"/>
                    <a:pt x="3022" y="1190"/>
                  </a:cubicBezTo>
                  <a:cubicBezTo>
                    <a:pt x="3022" y="1737"/>
                    <a:pt x="2765" y="2251"/>
                    <a:pt x="2444" y="2669"/>
                  </a:cubicBezTo>
                  <a:cubicBezTo>
                    <a:pt x="2122" y="3087"/>
                    <a:pt x="1704" y="3408"/>
                    <a:pt x="1383" y="3569"/>
                  </a:cubicBezTo>
                  <a:cubicBezTo>
                    <a:pt x="1190" y="3698"/>
                    <a:pt x="1029" y="3730"/>
                    <a:pt x="901" y="3730"/>
                  </a:cubicBezTo>
                  <a:cubicBezTo>
                    <a:pt x="772" y="3730"/>
                    <a:pt x="644" y="3698"/>
                    <a:pt x="579" y="3665"/>
                  </a:cubicBezTo>
                  <a:lnTo>
                    <a:pt x="515" y="3601"/>
                  </a:lnTo>
                  <a:lnTo>
                    <a:pt x="483" y="3601"/>
                  </a:lnTo>
                  <a:cubicBezTo>
                    <a:pt x="429" y="3561"/>
                    <a:pt x="370" y="3543"/>
                    <a:pt x="312" y="3543"/>
                  </a:cubicBezTo>
                  <a:cubicBezTo>
                    <a:pt x="231" y="3543"/>
                    <a:pt x="153" y="3577"/>
                    <a:pt x="97" y="3633"/>
                  </a:cubicBezTo>
                  <a:cubicBezTo>
                    <a:pt x="1" y="3762"/>
                    <a:pt x="33" y="3923"/>
                    <a:pt x="161" y="4019"/>
                  </a:cubicBezTo>
                  <a:cubicBezTo>
                    <a:pt x="161" y="4051"/>
                    <a:pt x="451" y="4244"/>
                    <a:pt x="901" y="4244"/>
                  </a:cubicBezTo>
                  <a:cubicBezTo>
                    <a:pt x="1126" y="4244"/>
                    <a:pt x="1383" y="4212"/>
                    <a:pt x="1672" y="4051"/>
                  </a:cubicBezTo>
                  <a:cubicBezTo>
                    <a:pt x="2026" y="3826"/>
                    <a:pt x="2476" y="3473"/>
                    <a:pt x="2862" y="2990"/>
                  </a:cubicBezTo>
                  <a:cubicBezTo>
                    <a:pt x="3247" y="2508"/>
                    <a:pt x="3537" y="1898"/>
                    <a:pt x="3537" y="1190"/>
                  </a:cubicBezTo>
                  <a:cubicBezTo>
                    <a:pt x="3537" y="1062"/>
                    <a:pt x="3537" y="965"/>
                    <a:pt x="3504" y="837"/>
                  </a:cubicBezTo>
                  <a:cubicBezTo>
                    <a:pt x="3472" y="580"/>
                    <a:pt x="3408" y="387"/>
                    <a:pt x="3312" y="258"/>
                  </a:cubicBezTo>
                  <a:cubicBezTo>
                    <a:pt x="3215" y="97"/>
                    <a:pt x="3054" y="1"/>
                    <a:pt x="2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4313;p64">
              <a:extLst>
                <a:ext uri="{FF2B5EF4-FFF2-40B4-BE49-F238E27FC236}">
                  <a16:creationId xmlns:a16="http://schemas.microsoft.com/office/drawing/2014/main" id="{7716D836-F3D4-004A-0772-CE9D96689052}"/>
                </a:ext>
              </a:extLst>
            </p:cNvPr>
            <p:cNvSpPr/>
            <p:nvPr/>
          </p:nvSpPr>
          <p:spPr>
            <a:xfrm>
              <a:off x="4422325" y="1150100"/>
              <a:ext cx="55475" cy="116650"/>
            </a:xfrm>
            <a:custGeom>
              <a:avLst/>
              <a:gdLst/>
              <a:ahLst/>
              <a:cxnLst/>
              <a:rect l="l" t="t" r="r" b="b"/>
              <a:pathLst>
                <a:path w="2219" h="4666" extrusionOk="0">
                  <a:moveTo>
                    <a:pt x="1642" y="1"/>
                  </a:moveTo>
                  <a:cubicBezTo>
                    <a:pt x="1310" y="1"/>
                    <a:pt x="903" y="206"/>
                    <a:pt x="611" y="1034"/>
                  </a:cubicBezTo>
                  <a:cubicBezTo>
                    <a:pt x="1" y="2641"/>
                    <a:pt x="997" y="4666"/>
                    <a:pt x="997" y="4666"/>
                  </a:cubicBezTo>
                  <a:lnTo>
                    <a:pt x="2026" y="2544"/>
                  </a:lnTo>
                  <a:lnTo>
                    <a:pt x="2218" y="198"/>
                  </a:lnTo>
                  <a:cubicBezTo>
                    <a:pt x="2218" y="198"/>
                    <a:pt x="1966" y="1"/>
                    <a:pt x="16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4314;p64">
              <a:extLst>
                <a:ext uri="{FF2B5EF4-FFF2-40B4-BE49-F238E27FC236}">
                  <a16:creationId xmlns:a16="http://schemas.microsoft.com/office/drawing/2014/main" id="{0F2682AA-5341-2DB0-0F81-DC0D3170AA82}"/>
                </a:ext>
              </a:extLst>
            </p:cNvPr>
            <p:cNvSpPr/>
            <p:nvPr/>
          </p:nvSpPr>
          <p:spPr>
            <a:xfrm>
              <a:off x="4425550" y="1143775"/>
              <a:ext cx="59475" cy="129425"/>
            </a:xfrm>
            <a:custGeom>
              <a:avLst/>
              <a:gdLst/>
              <a:ahLst/>
              <a:cxnLst/>
              <a:rect l="l" t="t" r="r" b="b"/>
              <a:pathLst>
                <a:path w="2379" h="5177" extrusionOk="0">
                  <a:moveTo>
                    <a:pt x="1511" y="1"/>
                  </a:moveTo>
                  <a:cubicBezTo>
                    <a:pt x="1286" y="1"/>
                    <a:pt x="1029" y="65"/>
                    <a:pt x="804" y="258"/>
                  </a:cubicBezTo>
                  <a:cubicBezTo>
                    <a:pt x="579" y="451"/>
                    <a:pt x="386" y="740"/>
                    <a:pt x="225" y="1190"/>
                  </a:cubicBezTo>
                  <a:cubicBezTo>
                    <a:pt x="64" y="1608"/>
                    <a:pt x="0" y="2026"/>
                    <a:pt x="0" y="2444"/>
                  </a:cubicBezTo>
                  <a:cubicBezTo>
                    <a:pt x="0" y="3794"/>
                    <a:pt x="611" y="5015"/>
                    <a:pt x="643" y="5048"/>
                  </a:cubicBezTo>
                  <a:cubicBezTo>
                    <a:pt x="675" y="5144"/>
                    <a:pt x="772" y="5176"/>
                    <a:pt x="868" y="5176"/>
                  </a:cubicBezTo>
                  <a:cubicBezTo>
                    <a:pt x="964" y="5176"/>
                    <a:pt x="1061" y="5144"/>
                    <a:pt x="1125" y="5048"/>
                  </a:cubicBezTo>
                  <a:lnTo>
                    <a:pt x="2122" y="2926"/>
                  </a:lnTo>
                  <a:cubicBezTo>
                    <a:pt x="2186" y="2765"/>
                    <a:pt x="2122" y="2605"/>
                    <a:pt x="1993" y="2540"/>
                  </a:cubicBezTo>
                  <a:cubicBezTo>
                    <a:pt x="1959" y="2523"/>
                    <a:pt x="1922" y="2515"/>
                    <a:pt x="1885" y="2515"/>
                  </a:cubicBezTo>
                  <a:cubicBezTo>
                    <a:pt x="1785" y="2515"/>
                    <a:pt x="1687" y="2575"/>
                    <a:pt x="1639" y="2669"/>
                  </a:cubicBezTo>
                  <a:lnTo>
                    <a:pt x="899" y="4268"/>
                  </a:lnTo>
                  <a:lnTo>
                    <a:pt x="899" y="4268"/>
                  </a:lnTo>
                  <a:cubicBezTo>
                    <a:pt x="739" y="3818"/>
                    <a:pt x="547" y="3138"/>
                    <a:pt x="547" y="2444"/>
                  </a:cubicBezTo>
                  <a:cubicBezTo>
                    <a:pt x="547" y="2058"/>
                    <a:pt x="579" y="1705"/>
                    <a:pt x="707" y="1383"/>
                  </a:cubicBezTo>
                  <a:cubicBezTo>
                    <a:pt x="868" y="997"/>
                    <a:pt x="1029" y="772"/>
                    <a:pt x="1157" y="676"/>
                  </a:cubicBezTo>
                  <a:cubicBezTo>
                    <a:pt x="1286" y="547"/>
                    <a:pt x="1382" y="547"/>
                    <a:pt x="1511" y="547"/>
                  </a:cubicBezTo>
                  <a:cubicBezTo>
                    <a:pt x="1529" y="541"/>
                    <a:pt x="1549" y="539"/>
                    <a:pt x="1569" y="539"/>
                  </a:cubicBezTo>
                  <a:cubicBezTo>
                    <a:pt x="1654" y="539"/>
                    <a:pt x="1748" y="586"/>
                    <a:pt x="1800" y="612"/>
                  </a:cubicBezTo>
                  <a:lnTo>
                    <a:pt x="1897" y="644"/>
                  </a:lnTo>
                  <a:lnTo>
                    <a:pt x="1929" y="676"/>
                  </a:lnTo>
                  <a:cubicBezTo>
                    <a:pt x="1969" y="716"/>
                    <a:pt x="2026" y="734"/>
                    <a:pt x="2084" y="734"/>
                  </a:cubicBezTo>
                  <a:cubicBezTo>
                    <a:pt x="2164" y="734"/>
                    <a:pt x="2245" y="700"/>
                    <a:pt x="2282" y="644"/>
                  </a:cubicBezTo>
                  <a:cubicBezTo>
                    <a:pt x="2379" y="515"/>
                    <a:pt x="2379" y="354"/>
                    <a:pt x="2250" y="258"/>
                  </a:cubicBezTo>
                  <a:cubicBezTo>
                    <a:pt x="2218" y="258"/>
                    <a:pt x="1961" y="1"/>
                    <a:pt x="1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4315;p64">
              <a:extLst>
                <a:ext uri="{FF2B5EF4-FFF2-40B4-BE49-F238E27FC236}">
                  <a16:creationId xmlns:a16="http://schemas.microsoft.com/office/drawing/2014/main" id="{1FE44E21-735A-F6D4-1202-0D0D3BF4F208}"/>
                </a:ext>
              </a:extLst>
            </p:cNvPr>
            <p:cNvSpPr/>
            <p:nvPr/>
          </p:nvSpPr>
          <p:spPr>
            <a:xfrm>
              <a:off x="4469750" y="1442050"/>
              <a:ext cx="140350" cy="85950"/>
            </a:xfrm>
            <a:custGeom>
              <a:avLst/>
              <a:gdLst/>
              <a:ahLst/>
              <a:cxnLst/>
              <a:rect l="l" t="t" r="r" b="b"/>
              <a:pathLst>
                <a:path w="5614" h="3438" extrusionOk="0">
                  <a:moveTo>
                    <a:pt x="5483" y="0"/>
                  </a:moveTo>
                  <a:cubicBezTo>
                    <a:pt x="4710" y="0"/>
                    <a:pt x="321" y="2117"/>
                    <a:pt x="321" y="2117"/>
                  </a:cubicBezTo>
                  <a:cubicBezTo>
                    <a:pt x="321" y="2117"/>
                    <a:pt x="0" y="3338"/>
                    <a:pt x="1318" y="3435"/>
                  </a:cubicBezTo>
                  <a:cubicBezTo>
                    <a:pt x="1340" y="3437"/>
                    <a:pt x="1362" y="3437"/>
                    <a:pt x="1385" y="3437"/>
                  </a:cubicBezTo>
                  <a:cubicBezTo>
                    <a:pt x="2728" y="3437"/>
                    <a:pt x="5404" y="692"/>
                    <a:pt x="5593" y="92"/>
                  </a:cubicBezTo>
                  <a:cubicBezTo>
                    <a:pt x="5613" y="28"/>
                    <a:pt x="5572" y="0"/>
                    <a:pt x="5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4316;p64">
              <a:extLst>
                <a:ext uri="{FF2B5EF4-FFF2-40B4-BE49-F238E27FC236}">
                  <a16:creationId xmlns:a16="http://schemas.microsoft.com/office/drawing/2014/main" id="{D7A57464-319F-E135-0ED4-DCF5A68377EB}"/>
                </a:ext>
              </a:extLst>
            </p:cNvPr>
            <p:cNvSpPr/>
            <p:nvPr/>
          </p:nvSpPr>
          <p:spPr>
            <a:xfrm>
              <a:off x="4470550" y="1435500"/>
              <a:ext cx="145475" cy="98875"/>
            </a:xfrm>
            <a:custGeom>
              <a:avLst/>
              <a:gdLst/>
              <a:ahLst/>
              <a:cxnLst/>
              <a:rect l="l" t="t" r="r" b="b"/>
              <a:pathLst>
                <a:path w="5819" h="3955" extrusionOk="0">
                  <a:moveTo>
                    <a:pt x="5072" y="614"/>
                  </a:moveTo>
                  <a:cubicBezTo>
                    <a:pt x="4748" y="1047"/>
                    <a:pt x="4092" y="1750"/>
                    <a:pt x="3407" y="2315"/>
                  </a:cubicBezTo>
                  <a:cubicBezTo>
                    <a:pt x="3022" y="2636"/>
                    <a:pt x="2636" y="2925"/>
                    <a:pt x="2282" y="3118"/>
                  </a:cubicBezTo>
                  <a:cubicBezTo>
                    <a:pt x="1937" y="3291"/>
                    <a:pt x="1642" y="3413"/>
                    <a:pt x="1446" y="3413"/>
                  </a:cubicBezTo>
                  <a:cubicBezTo>
                    <a:pt x="1424" y="3413"/>
                    <a:pt x="1402" y="3411"/>
                    <a:pt x="1382" y="3408"/>
                  </a:cubicBezTo>
                  <a:lnTo>
                    <a:pt x="1318" y="3408"/>
                  </a:lnTo>
                  <a:cubicBezTo>
                    <a:pt x="932" y="3375"/>
                    <a:pt x="772" y="3247"/>
                    <a:pt x="643" y="3118"/>
                  </a:cubicBezTo>
                  <a:cubicBezTo>
                    <a:pt x="547" y="2990"/>
                    <a:pt x="514" y="2797"/>
                    <a:pt x="514" y="2668"/>
                  </a:cubicBezTo>
                  <a:cubicBezTo>
                    <a:pt x="514" y="2623"/>
                    <a:pt x="530" y="2578"/>
                    <a:pt x="540" y="2544"/>
                  </a:cubicBezTo>
                  <a:lnTo>
                    <a:pt x="540" y="2544"/>
                  </a:lnTo>
                  <a:cubicBezTo>
                    <a:pt x="654" y="2489"/>
                    <a:pt x="846" y="2397"/>
                    <a:pt x="1093" y="2283"/>
                  </a:cubicBezTo>
                  <a:cubicBezTo>
                    <a:pt x="1736" y="1993"/>
                    <a:pt x="2700" y="1543"/>
                    <a:pt x="3568" y="1158"/>
                  </a:cubicBezTo>
                  <a:cubicBezTo>
                    <a:pt x="4018" y="997"/>
                    <a:pt x="4436" y="804"/>
                    <a:pt x="4790" y="707"/>
                  </a:cubicBezTo>
                  <a:cubicBezTo>
                    <a:pt x="4894" y="666"/>
                    <a:pt x="4985" y="637"/>
                    <a:pt x="5072" y="614"/>
                  </a:cubicBezTo>
                  <a:close/>
                  <a:moveTo>
                    <a:pt x="5433" y="0"/>
                  </a:moveTo>
                  <a:cubicBezTo>
                    <a:pt x="5304" y="0"/>
                    <a:pt x="5143" y="32"/>
                    <a:pt x="4918" y="97"/>
                  </a:cubicBezTo>
                  <a:cubicBezTo>
                    <a:pt x="4211" y="290"/>
                    <a:pt x="3054" y="804"/>
                    <a:pt x="2025" y="1254"/>
                  </a:cubicBezTo>
                  <a:cubicBezTo>
                    <a:pt x="1029" y="1736"/>
                    <a:pt x="161" y="2122"/>
                    <a:pt x="161" y="2122"/>
                  </a:cubicBezTo>
                  <a:cubicBezTo>
                    <a:pt x="97" y="2154"/>
                    <a:pt x="32" y="2218"/>
                    <a:pt x="32" y="2315"/>
                  </a:cubicBezTo>
                  <a:cubicBezTo>
                    <a:pt x="32" y="2315"/>
                    <a:pt x="0" y="2443"/>
                    <a:pt x="0" y="2668"/>
                  </a:cubicBezTo>
                  <a:cubicBezTo>
                    <a:pt x="0" y="2861"/>
                    <a:pt x="32" y="3183"/>
                    <a:pt x="225" y="3440"/>
                  </a:cubicBezTo>
                  <a:cubicBezTo>
                    <a:pt x="418" y="3729"/>
                    <a:pt x="772" y="3922"/>
                    <a:pt x="1286" y="3954"/>
                  </a:cubicBezTo>
                  <a:lnTo>
                    <a:pt x="1382" y="3954"/>
                  </a:lnTo>
                  <a:cubicBezTo>
                    <a:pt x="1800" y="3954"/>
                    <a:pt x="2250" y="3761"/>
                    <a:pt x="2700" y="3472"/>
                  </a:cubicBezTo>
                  <a:cubicBezTo>
                    <a:pt x="3375" y="3054"/>
                    <a:pt x="4115" y="2443"/>
                    <a:pt x="4693" y="1865"/>
                  </a:cubicBezTo>
                  <a:cubicBezTo>
                    <a:pt x="4983" y="1575"/>
                    <a:pt x="5240" y="1286"/>
                    <a:pt x="5433" y="1029"/>
                  </a:cubicBezTo>
                  <a:cubicBezTo>
                    <a:pt x="5625" y="804"/>
                    <a:pt x="5754" y="611"/>
                    <a:pt x="5818" y="418"/>
                  </a:cubicBezTo>
                  <a:lnTo>
                    <a:pt x="5818" y="322"/>
                  </a:lnTo>
                  <a:cubicBezTo>
                    <a:pt x="5818" y="257"/>
                    <a:pt x="5818" y="193"/>
                    <a:pt x="5786" y="129"/>
                  </a:cubicBezTo>
                  <a:cubicBezTo>
                    <a:pt x="5722" y="65"/>
                    <a:pt x="5658" y="32"/>
                    <a:pt x="5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4317;p64">
              <a:extLst>
                <a:ext uri="{FF2B5EF4-FFF2-40B4-BE49-F238E27FC236}">
                  <a16:creationId xmlns:a16="http://schemas.microsoft.com/office/drawing/2014/main" id="{B53FCFD5-08A3-EA51-BAAC-2D9C0F34B76B}"/>
                </a:ext>
              </a:extLst>
            </p:cNvPr>
            <p:cNvSpPr/>
            <p:nvPr/>
          </p:nvSpPr>
          <p:spPr>
            <a:xfrm>
              <a:off x="4434375" y="979525"/>
              <a:ext cx="393000" cy="529650"/>
            </a:xfrm>
            <a:custGeom>
              <a:avLst/>
              <a:gdLst/>
              <a:ahLst/>
              <a:cxnLst/>
              <a:rect l="l" t="t" r="r" b="b"/>
              <a:pathLst>
                <a:path w="15720" h="21186" extrusionOk="0">
                  <a:moveTo>
                    <a:pt x="9216" y="1"/>
                  </a:moveTo>
                  <a:cubicBezTo>
                    <a:pt x="8300" y="1"/>
                    <a:pt x="7368" y="253"/>
                    <a:pt x="6494" y="849"/>
                  </a:cubicBezTo>
                  <a:cubicBezTo>
                    <a:pt x="6494" y="849"/>
                    <a:pt x="2958" y="2489"/>
                    <a:pt x="2154" y="4996"/>
                  </a:cubicBezTo>
                  <a:cubicBezTo>
                    <a:pt x="1319" y="7535"/>
                    <a:pt x="1" y="12710"/>
                    <a:pt x="1" y="14639"/>
                  </a:cubicBezTo>
                  <a:cubicBezTo>
                    <a:pt x="1" y="16568"/>
                    <a:pt x="611" y="20522"/>
                    <a:pt x="1929" y="21100"/>
                  </a:cubicBezTo>
                  <a:cubicBezTo>
                    <a:pt x="2056" y="21159"/>
                    <a:pt x="2211" y="21186"/>
                    <a:pt x="2389" y="21186"/>
                  </a:cubicBezTo>
                  <a:cubicBezTo>
                    <a:pt x="4059" y="21186"/>
                    <a:pt x="7736" y="18805"/>
                    <a:pt x="8840" y="18079"/>
                  </a:cubicBezTo>
                  <a:cubicBezTo>
                    <a:pt x="10030" y="17275"/>
                    <a:pt x="11444" y="14125"/>
                    <a:pt x="12987" y="12293"/>
                  </a:cubicBezTo>
                  <a:cubicBezTo>
                    <a:pt x="14498" y="10492"/>
                    <a:pt x="15719" y="7149"/>
                    <a:pt x="15109" y="4417"/>
                  </a:cubicBezTo>
                  <a:cubicBezTo>
                    <a:pt x="14649" y="2336"/>
                    <a:pt x="12004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4318;p64">
              <a:extLst>
                <a:ext uri="{FF2B5EF4-FFF2-40B4-BE49-F238E27FC236}">
                  <a16:creationId xmlns:a16="http://schemas.microsoft.com/office/drawing/2014/main" id="{B7217926-0741-F423-0C4C-C9E6E2482D84}"/>
                </a:ext>
              </a:extLst>
            </p:cNvPr>
            <p:cNvSpPr/>
            <p:nvPr/>
          </p:nvSpPr>
          <p:spPr>
            <a:xfrm>
              <a:off x="4427950" y="972625"/>
              <a:ext cx="394600" cy="543250"/>
            </a:xfrm>
            <a:custGeom>
              <a:avLst/>
              <a:gdLst/>
              <a:ahLst/>
              <a:cxnLst/>
              <a:rect l="l" t="t" r="r" b="b"/>
              <a:pathLst>
                <a:path w="15784" h="21730" extrusionOk="0">
                  <a:moveTo>
                    <a:pt x="9483" y="547"/>
                  </a:moveTo>
                  <a:cubicBezTo>
                    <a:pt x="10801" y="547"/>
                    <a:pt x="12119" y="1093"/>
                    <a:pt x="13115" y="1929"/>
                  </a:cubicBezTo>
                  <a:cubicBezTo>
                    <a:pt x="14144" y="2732"/>
                    <a:pt x="14883" y="3793"/>
                    <a:pt x="15108" y="4725"/>
                  </a:cubicBezTo>
                  <a:cubicBezTo>
                    <a:pt x="15205" y="5207"/>
                    <a:pt x="15269" y="5690"/>
                    <a:pt x="15269" y="6204"/>
                  </a:cubicBezTo>
                  <a:cubicBezTo>
                    <a:pt x="15269" y="8486"/>
                    <a:pt x="14240" y="10961"/>
                    <a:pt x="13019" y="12408"/>
                  </a:cubicBezTo>
                  <a:cubicBezTo>
                    <a:pt x="12248" y="13340"/>
                    <a:pt x="11508" y="14594"/>
                    <a:pt x="10833" y="15719"/>
                  </a:cubicBezTo>
                  <a:cubicBezTo>
                    <a:pt x="10126" y="16812"/>
                    <a:pt x="9451" y="17776"/>
                    <a:pt x="8937" y="18130"/>
                  </a:cubicBezTo>
                  <a:cubicBezTo>
                    <a:pt x="8390" y="18483"/>
                    <a:pt x="7201" y="19287"/>
                    <a:pt x="5947" y="19962"/>
                  </a:cubicBezTo>
                  <a:cubicBezTo>
                    <a:pt x="5337" y="20283"/>
                    <a:pt x="4694" y="20605"/>
                    <a:pt x="4115" y="20830"/>
                  </a:cubicBezTo>
                  <a:cubicBezTo>
                    <a:pt x="3536" y="21087"/>
                    <a:pt x="2990" y="21215"/>
                    <a:pt x="2636" y="21215"/>
                  </a:cubicBezTo>
                  <a:cubicBezTo>
                    <a:pt x="2508" y="21215"/>
                    <a:pt x="2379" y="21183"/>
                    <a:pt x="2315" y="21151"/>
                  </a:cubicBezTo>
                  <a:cubicBezTo>
                    <a:pt x="2058" y="21055"/>
                    <a:pt x="1801" y="20733"/>
                    <a:pt x="1576" y="20283"/>
                  </a:cubicBezTo>
                  <a:cubicBezTo>
                    <a:pt x="1222" y="19576"/>
                    <a:pt x="965" y="18580"/>
                    <a:pt x="804" y="17615"/>
                  </a:cubicBezTo>
                  <a:cubicBezTo>
                    <a:pt x="611" y="16619"/>
                    <a:pt x="547" y="15622"/>
                    <a:pt x="547" y="14915"/>
                  </a:cubicBezTo>
                  <a:cubicBezTo>
                    <a:pt x="547" y="14015"/>
                    <a:pt x="868" y="12215"/>
                    <a:pt x="1286" y="10383"/>
                  </a:cubicBezTo>
                  <a:cubicBezTo>
                    <a:pt x="1704" y="8551"/>
                    <a:pt x="2251" y="6622"/>
                    <a:pt x="2636" y="5368"/>
                  </a:cubicBezTo>
                  <a:cubicBezTo>
                    <a:pt x="3022" y="4179"/>
                    <a:pt x="4083" y="3182"/>
                    <a:pt x="5047" y="2475"/>
                  </a:cubicBezTo>
                  <a:cubicBezTo>
                    <a:pt x="5529" y="2122"/>
                    <a:pt x="5979" y="1832"/>
                    <a:pt x="6301" y="1672"/>
                  </a:cubicBezTo>
                  <a:cubicBezTo>
                    <a:pt x="6494" y="1575"/>
                    <a:pt x="6622" y="1511"/>
                    <a:pt x="6719" y="1447"/>
                  </a:cubicBezTo>
                  <a:lnTo>
                    <a:pt x="6815" y="1382"/>
                  </a:lnTo>
                  <a:lnTo>
                    <a:pt x="6879" y="1382"/>
                  </a:lnTo>
                  <a:lnTo>
                    <a:pt x="6912" y="1350"/>
                  </a:lnTo>
                  <a:cubicBezTo>
                    <a:pt x="7747" y="772"/>
                    <a:pt x="8615" y="547"/>
                    <a:pt x="9483" y="547"/>
                  </a:cubicBezTo>
                  <a:close/>
                  <a:moveTo>
                    <a:pt x="9483" y="0"/>
                  </a:moveTo>
                  <a:cubicBezTo>
                    <a:pt x="8519" y="0"/>
                    <a:pt x="7522" y="289"/>
                    <a:pt x="6590" y="900"/>
                  </a:cubicBezTo>
                  <a:lnTo>
                    <a:pt x="6604" y="919"/>
                  </a:lnTo>
                  <a:lnTo>
                    <a:pt x="6604" y="919"/>
                  </a:lnTo>
                  <a:cubicBezTo>
                    <a:pt x="6397" y="1009"/>
                    <a:pt x="5599" y="1410"/>
                    <a:pt x="4726" y="2057"/>
                  </a:cubicBezTo>
                  <a:cubicBezTo>
                    <a:pt x="3697" y="2797"/>
                    <a:pt x="2572" y="3857"/>
                    <a:pt x="2154" y="5207"/>
                  </a:cubicBezTo>
                  <a:cubicBezTo>
                    <a:pt x="1736" y="6493"/>
                    <a:pt x="1190" y="8422"/>
                    <a:pt x="772" y="10254"/>
                  </a:cubicBezTo>
                  <a:cubicBezTo>
                    <a:pt x="322" y="12119"/>
                    <a:pt x="1" y="13886"/>
                    <a:pt x="1" y="14915"/>
                  </a:cubicBezTo>
                  <a:cubicBezTo>
                    <a:pt x="1" y="15912"/>
                    <a:pt x="161" y="17390"/>
                    <a:pt x="483" y="18708"/>
                  </a:cubicBezTo>
                  <a:cubicBezTo>
                    <a:pt x="643" y="19383"/>
                    <a:pt x="836" y="19994"/>
                    <a:pt x="1093" y="20508"/>
                  </a:cubicBezTo>
                  <a:cubicBezTo>
                    <a:pt x="1351" y="21023"/>
                    <a:pt x="1672" y="21440"/>
                    <a:pt x="2090" y="21633"/>
                  </a:cubicBezTo>
                  <a:cubicBezTo>
                    <a:pt x="2251" y="21730"/>
                    <a:pt x="2444" y="21730"/>
                    <a:pt x="2636" y="21730"/>
                  </a:cubicBezTo>
                  <a:cubicBezTo>
                    <a:pt x="3119" y="21730"/>
                    <a:pt x="3697" y="21569"/>
                    <a:pt x="4308" y="21344"/>
                  </a:cubicBezTo>
                  <a:cubicBezTo>
                    <a:pt x="6140" y="20605"/>
                    <a:pt x="8390" y="19126"/>
                    <a:pt x="9226" y="18580"/>
                  </a:cubicBezTo>
                  <a:cubicBezTo>
                    <a:pt x="9933" y="18097"/>
                    <a:pt x="10576" y="17101"/>
                    <a:pt x="11283" y="15976"/>
                  </a:cubicBezTo>
                  <a:cubicBezTo>
                    <a:pt x="11958" y="14883"/>
                    <a:pt x="12698" y="13629"/>
                    <a:pt x="13437" y="12761"/>
                  </a:cubicBezTo>
                  <a:cubicBezTo>
                    <a:pt x="14723" y="11186"/>
                    <a:pt x="15783" y="8647"/>
                    <a:pt x="15783" y="6204"/>
                  </a:cubicBezTo>
                  <a:cubicBezTo>
                    <a:pt x="15783" y="5658"/>
                    <a:pt x="15751" y="5143"/>
                    <a:pt x="15623" y="4629"/>
                  </a:cubicBezTo>
                  <a:cubicBezTo>
                    <a:pt x="15366" y="3504"/>
                    <a:pt x="14562" y="2379"/>
                    <a:pt x="13469" y="1511"/>
                  </a:cubicBezTo>
                  <a:cubicBezTo>
                    <a:pt x="12344" y="611"/>
                    <a:pt x="10962" y="0"/>
                    <a:pt x="9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4319;p64">
              <a:extLst>
                <a:ext uri="{FF2B5EF4-FFF2-40B4-BE49-F238E27FC236}">
                  <a16:creationId xmlns:a16="http://schemas.microsoft.com/office/drawing/2014/main" id="{19D0EB2E-9A8D-814C-338A-A59BEBAFF394}"/>
                </a:ext>
              </a:extLst>
            </p:cNvPr>
            <p:cNvSpPr/>
            <p:nvPr/>
          </p:nvSpPr>
          <p:spPr>
            <a:xfrm>
              <a:off x="4455275" y="979525"/>
              <a:ext cx="372100" cy="369200"/>
            </a:xfrm>
            <a:custGeom>
              <a:avLst/>
              <a:gdLst/>
              <a:ahLst/>
              <a:cxnLst/>
              <a:rect l="l" t="t" r="r" b="b"/>
              <a:pathLst>
                <a:path w="14884" h="14768" extrusionOk="0">
                  <a:moveTo>
                    <a:pt x="8380" y="1"/>
                  </a:moveTo>
                  <a:cubicBezTo>
                    <a:pt x="7464" y="1"/>
                    <a:pt x="6532" y="253"/>
                    <a:pt x="5658" y="849"/>
                  </a:cubicBezTo>
                  <a:cubicBezTo>
                    <a:pt x="5658" y="849"/>
                    <a:pt x="2122" y="2489"/>
                    <a:pt x="1318" y="4996"/>
                  </a:cubicBezTo>
                  <a:cubicBezTo>
                    <a:pt x="933" y="6217"/>
                    <a:pt x="418" y="8017"/>
                    <a:pt x="0" y="9785"/>
                  </a:cubicBezTo>
                  <a:cubicBezTo>
                    <a:pt x="708" y="8692"/>
                    <a:pt x="1833" y="6860"/>
                    <a:pt x="1897" y="6442"/>
                  </a:cubicBezTo>
                  <a:cubicBezTo>
                    <a:pt x="2026" y="5832"/>
                    <a:pt x="2026" y="5735"/>
                    <a:pt x="2733" y="5735"/>
                  </a:cubicBezTo>
                  <a:cubicBezTo>
                    <a:pt x="3440" y="5735"/>
                    <a:pt x="4758" y="7760"/>
                    <a:pt x="6558" y="8146"/>
                  </a:cubicBezTo>
                  <a:cubicBezTo>
                    <a:pt x="8390" y="8564"/>
                    <a:pt x="10833" y="8242"/>
                    <a:pt x="10833" y="9271"/>
                  </a:cubicBezTo>
                  <a:cubicBezTo>
                    <a:pt x="10833" y="10267"/>
                    <a:pt x="9419" y="11907"/>
                    <a:pt x="10319" y="12389"/>
                  </a:cubicBezTo>
                  <a:cubicBezTo>
                    <a:pt x="11026" y="12807"/>
                    <a:pt x="10383" y="14157"/>
                    <a:pt x="10447" y="14768"/>
                  </a:cubicBezTo>
                  <a:cubicBezTo>
                    <a:pt x="10994" y="13900"/>
                    <a:pt x="11572" y="13000"/>
                    <a:pt x="12151" y="12293"/>
                  </a:cubicBezTo>
                  <a:cubicBezTo>
                    <a:pt x="13662" y="10492"/>
                    <a:pt x="14883" y="7149"/>
                    <a:pt x="14273" y="4417"/>
                  </a:cubicBezTo>
                  <a:cubicBezTo>
                    <a:pt x="13813" y="2336"/>
                    <a:pt x="11168" y="1"/>
                    <a:pt x="8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4320;p64">
              <a:extLst>
                <a:ext uri="{FF2B5EF4-FFF2-40B4-BE49-F238E27FC236}">
                  <a16:creationId xmlns:a16="http://schemas.microsoft.com/office/drawing/2014/main" id="{BE2A16D9-191C-510C-84A2-13C22EC125BB}"/>
                </a:ext>
              </a:extLst>
            </p:cNvPr>
            <p:cNvSpPr/>
            <p:nvPr/>
          </p:nvSpPr>
          <p:spPr>
            <a:xfrm>
              <a:off x="4448050" y="972625"/>
              <a:ext cx="374500" cy="382750"/>
            </a:xfrm>
            <a:custGeom>
              <a:avLst/>
              <a:gdLst/>
              <a:ahLst/>
              <a:cxnLst/>
              <a:rect l="l" t="t" r="r" b="b"/>
              <a:pathLst>
                <a:path w="14980" h="15310" extrusionOk="0">
                  <a:moveTo>
                    <a:pt x="8679" y="547"/>
                  </a:moveTo>
                  <a:cubicBezTo>
                    <a:pt x="9997" y="547"/>
                    <a:pt x="11315" y="1093"/>
                    <a:pt x="12311" y="1929"/>
                  </a:cubicBezTo>
                  <a:cubicBezTo>
                    <a:pt x="13340" y="2732"/>
                    <a:pt x="14079" y="3793"/>
                    <a:pt x="14304" y="4725"/>
                  </a:cubicBezTo>
                  <a:cubicBezTo>
                    <a:pt x="14401" y="5207"/>
                    <a:pt x="14465" y="5690"/>
                    <a:pt x="14465" y="6204"/>
                  </a:cubicBezTo>
                  <a:cubicBezTo>
                    <a:pt x="14465" y="8486"/>
                    <a:pt x="13436" y="10961"/>
                    <a:pt x="12215" y="12408"/>
                  </a:cubicBezTo>
                  <a:cubicBezTo>
                    <a:pt x="11868" y="12832"/>
                    <a:pt x="11520" y="13327"/>
                    <a:pt x="11180" y="13842"/>
                  </a:cubicBezTo>
                  <a:lnTo>
                    <a:pt x="11180" y="13842"/>
                  </a:lnTo>
                  <a:cubicBezTo>
                    <a:pt x="11203" y="13696"/>
                    <a:pt x="11219" y="13546"/>
                    <a:pt x="11219" y="13404"/>
                  </a:cubicBezTo>
                  <a:cubicBezTo>
                    <a:pt x="11219" y="13244"/>
                    <a:pt x="11186" y="13051"/>
                    <a:pt x="11122" y="12890"/>
                  </a:cubicBezTo>
                  <a:cubicBezTo>
                    <a:pt x="11058" y="12697"/>
                    <a:pt x="10929" y="12536"/>
                    <a:pt x="10736" y="12440"/>
                  </a:cubicBezTo>
                  <a:cubicBezTo>
                    <a:pt x="10672" y="12408"/>
                    <a:pt x="10640" y="12376"/>
                    <a:pt x="10608" y="12311"/>
                  </a:cubicBezTo>
                  <a:cubicBezTo>
                    <a:pt x="10576" y="12279"/>
                    <a:pt x="10576" y="12215"/>
                    <a:pt x="10576" y="12151"/>
                  </a:cubicBezTo>
                  <a:cubicBezTo>
                    <a:pt x="10576" y="11894"/>
                    <a:pt x="10736" y="11411"/>
                    <a:pt x="10961" y="10961"/>
                  </a:cubicBezTo>
                  <a:cubicBezTo>
                    <a:pt x="11154" y="10511"/>
                    <a:pt x="11379" y="10029"/>
                    <a:pt x="11379" y="9547"/>
                  </a:cubicBezTo>
                  <a:cubicBezTo>
                    <a:pt x="11379" y="9354"/>
                    <a:pt x="11315" y="9193"/>
                    <a:pt x="11219" y="9065"/>
                  </a:cubicBezTo>
                  <a:cubicBezTo>
                    <a:pt x="11026" y="8808"/>
                    <a:pt x="10769" y="8711"/>
                    <a:pt x="10447" y="8615"/>
                  </a:cubicBezTo>
                  <a:cubicBezTo>
                    <a:pt x="9965" y="8486"/>
                    <a:pt x="9386" y="8454"/>
                    <a:pt x="8776" y="8390"/>
                  </a:cubicBezTo>
                  <a:cubicBezTo>
                    <a:pt x="8133" y="8358"/>
                    <a:pt x="7490" y="8293"/>
                    <a:pt x="6911" y="8165"/>
                  </a:cubicBezTo>
                  <a:cubicBezTo>
                    <a:pt x="6075" y="7972"/>
                    <a:pt x="5336" y="7393"/>
                    <a:pt x="4693" y="6847"/>
                  </a:cubicBezTo>
                  <a:cubicBezTo>
                    <a:pt x="4372" y="6590"/>
                    <a:pt x="4082" y="6300"/>
                    <a:pt x="3825" y="6108"/>
                  </a:cubicBezTo>
                  <a:cubicBezTo>
                    <a:pt x="3536" y="5915"/>
                    <a:pt x="3311" y="5722"/>
                    <a:pt x="3022" y="5722"/>
                  </a:cubicBezTo>
                  <a:cubicBezTo>
                    <a:pt x="2829" y="5722"/>
                    <a:pt x="2668" y="5722"/>
                    <a:pt x="2540" y="5754"/>
                  </a:cubicBezTo>
                  <a:cubicBezTo>
                    <a:pt x="2443" y="5786"/>
                    <a:pt x="2347" y="5818"/>
                    <a:pt x="2282" y="5850"/>
                  </a:cubicBezTo>
                  <a:cubicBezTo>
                    <a:pt x="2122" y="5947"/>
                    <a:pt x="2057" y="6108"/>
                    <a:pt x="2025" y="6236"/>
                  </a:cubicBezTo>
                  <a:cubicBezTo>
                    <a:pt x="1993" y="6365"/>
                    <a:pt x="1961" y="6493"/>
                    <a:pt x="1929" y="6654"/>
                  </a:cubicBezTo>
                  <a:cubicBezTo>
                    <a:pt x="1929" y="6686"/>
                    <a:pt x="1929" y="6750"/>
                    <a:pt x="1865" y="6815"/>
                  </a:cubicBezTo>
                  <a:cubicBezTo>
                    <a:pt x="1768" y="7104"/>
                    <a:pt x="1447" y="7650"/>
                    <a:pt x="1093" y="8229"/>
                  </a:cubicBezTo>
                  <a:cubicBezTo>
                    <a:pt x="1052" y="8303"/>
                    <a:pt x="1009" y="8377"/>
                    <a:pt x="966" y="8452"/>
                  </a:cubicBezTo>
                  <a:lnTo>
                    <a:pt x="966" y="8452"/>
                  </a:lnTo>
                  <a:cubicBezTo>
                    <a:pt x="1275" y="7276"/>
                    <a:pt x="1591" y="6180"/>
                    <a:pt x="1832" y="5368"/>
                  </a:cubicBezTo>
                  <a:cubicBezTo>
                    <a:pt x="2218" y="4179"/>
                    <a:pt x="3279" y="3182"/>
                    <a:pt x="4243" y="2475"/>
                  </a:cubicBezTo>
                  <a:cubicBezTo>
                    <a:pt x="4725" y="2122"/>
                    <a:pt x="5175" y="1832"/>
                    <a:pt x="5497" y="1672"/>
                  </a:cubicBezTo>
                  <a:cubicBezTo>
                    <a:pt x="5690" y="1575"/>
                    <a:pt x="5818" y="1511"/>
                    <a:pt x="5915" y="1447"/>
                  </a:cubicBezTo>
                  <a:lnTo>
                    <a:pt x="6011" y="1382"/>
                  </a:lnTo>
                  <a:lnTo>
                    <a:pt x="6075" y="1382"/>
                  </a:lnTo>
                  <a:lnTo>
                    <a:pt x="6108" y="1350"/>
                  </a:lnTo>
                  <a:cubicBezTo>
                    <a:pt x="6943" y="772"/>
                    <a:pt x="7811" y="547"/>
                    <a:pt x="8679" y="547"/>
                  </a:cubicBezTo>
                  <a:close/>
                  <a:moveTo>
                    <a:pt x="8679" y="0"/>
                  </a:moveTo>
                  <a:cubicBezTo>
                    <a:pt x="7715" y="0"/>
                    <a:pt x="6718" y="289"/>
                    <a:pt x="5786" y="900"/>
                  </a:cubicBezTo>
                  <a:lnTo>
                    <a:pt x="5800" y="919"/>
                  </a:lnTo>
                  <a:lnTo>
                    <a:pt x="5800" y="919"/>
                  </a:lnTo>
                  <a:cubicBezTo>
                    <a:pt x="5593" y="1009"/>
                    <a:pt x="4795" y="1410"/>
                    <a:pt x="3922" y="2057"/>
                  </a:cubicBezTo>
                  <a:cubicBezTo>
                    <a:pt x="2893" y="2797"/>
                    <a:pt x="1768" y="3857"/>
                    <a:pt x="1350" y="5207"/>
                  </a:cubicBezTo>
                  <a:cubicBezTo>
                    <a:pt x="964" y="6429"/>
                    <a:pt x="450" y="8229"/>
                    <a:pt x="32" y="9997"/>
                  </a:cubicBezTo>
                  <a:cubicBezTo>
                    <a:pt x="0" y="10126"/>
                    <a:pt x="64" y="10254"/>
                    <a:pt x="193" y="10286"/>
                  </a:cubicBezTo>
                  <a:cubicBezTo>
                    <a:pt x="236" y="10308"/>
                    <a:pt x="279" y="10318"/>
                    <a:pt x="319" y="10318"/>
                  </a:cubicBezTo>
                  <a:cubicBezTo>
                    <a:pt x="400" y="10318"/>
                    <a:pt x="472" y="10276"/>
                    <a:pt x="514" y="10190"/>
                  </a:cubicBezTo>
                  <a:cubicBezTo>
                    <a:pt x="868" y="9643"/>
                    <a:pt x="1318" y="8904"/>
                    <a:pt x="1704" y="8261"/>
                  </a:cubicBezTo>
                  <a:cubicBezTo>
                    <a:pt x="1897" y="7940"/>
                    <a:pt x="2090" y="7618"/>
                    <a:pt x="2218" y="7361"/>
                  </a:cubicBezTo>
                  <a:cubicBezTo>
                    <a:pt x="2282" y="7233"/>
                    <a:pt x="2315" y="7136"/>
                    <a:pt x="2379" y="7040"/>
                  </a:cubicBezTo>
                  <a:cubicBezTo>
                    <a:pt x="2411" y="6911"/>
                    <a:pt x="2443" y="6847"/>
                    <a:pt x="2475" y="6750"/>
                  </a:cubicBezTo>
                  <a:cubicBezTo>
                    <a:pt x="2475" y="6590"/>
                    <a:pt x="2507" y="6493"/>
                    <a:pt x="2540" y="6397"/>
                  </a:cubicBezTo>
                  <a:cubicBezTo>
                    <a:pt x="2540" y="6365"/>
                    <a:pt x="2572" y="6333"/>
                    <a:pt x="2572" y="6300"/>
                  </a:cubicBezTo>
                  <a:lnTo>
                    <a:pt x="2636" y="6300"/>
                  </a:lnTo>
                  <a:cubicBezTo>
                    <a:pt x="2700" y="6268"/>
                    <a:pt x="2829" y="6268"/>
                    <a:pt x="3022" y="6268"/>
                  </a:cubicBezTo>
                  <a:cubicBezTo>
                    <a:pt x="3054" y="6268"/>
                    <a:pt x="3247" y="6333"/>
                    <a:pt x="3504" y="6525"/>
                  </a:cubicBezTo>
                  <a:cubicBezTo>
                    <a:pt x="3857" y="6815"/>
                    <a:pt x="4307" y="7265"/>
                    <a:pt x="4854" y="7683"/>
                  </a:cubicBezTo>
                  <a:cubicBezTo>
                    <a:pt x="5400" y="8133"/>
                    <a:pt x="6043" y="8518"/>
                    <a:pt x="6815" y="8679"/>
                  </a:cubicBezTo>
                  <a:cubicBezTo>
                    <a:pt x="7747" y="8904"/>
                    <a:pt x="8808" y="8936"/>
                    <a:pt x="9643" y="9033"/>
                  </a:cubicBezTo>
                  <a:cubicBezTo>
                    <a:pt x="10061" y="9065"/>
                    <a:pt x="10383" y="9129"/>
                    <a:pt x="10608" y="9226"/>
                  </a:cubicBezTo>
                  <a:cubicBezTo>
                    <a:pt x="10704" y="9290"/>
                    <a:pt x="10769" y="9354"/>
                    <a:pt x="10801" y="9386"/>
                  </a:cubicBezTo>
                  <a:cubicBezTo>
                    <a:pt x="10833" y="9418"/>
                    <a:pt x="10833" y="9483"/>
                    <a:pt x="10833" y="9547"/>
                  </a:cubicBezTo>
                  <a:cubicBezTo>
                    <a:pt x="10865" y="9836"/>
                    <a:pt x="10672" y="10286"/>
                    <a:pt x="10447" y="10736"/>
                  </a:cubicBezTo>
                  <a:cubicBezTo>
                    <a:pt x="10254" y="11219"/>
                    <a:pt x="10029" y="11669"/>
                    <a:pt x="10029" y="12151"/>
                  </a:cubicBezTo>
                  <a:cubicBezTo>
                    <a:pt x="10029" y="12279"/>
                    <a:pt x="10061" y="12440"/>
                    <a:pt x="10126" y="12569"/>
                  </a:cubicBezTo>
                  <a:cubicBezTo>
                    <a:pt x="10222" y="12729"/>
                    <a:pt x="10318" y="12826"/>
                    <a:pt x="10479" y="12922"/>
                  </a:cubicBezTo>
                  <a:cubicBezTo>
                    <a:pt x="10544" y="12954"/>
                    <a:pt x="10576" y="13019"/>
                    <a:pt x="10640" y="13083"/>
                  </a:cubicBezTo>
                  <a:cubicBezTo>
                    <a:pt x="10672" y="13179"/>
                    <a:pt x="10672" y="13276"/>
                    <a:pt x="10672" y="13404"/>
                  </a:cubicBezTo>
                  <a:cubicBezTo>
                    <a:pt x="10672" y="13629"/>
                    <a:pt x="10640" y="13919"/>
                    <a:pt x="10576" y="14176"/>
                  </a:cubicBezTo>
                  <a:cubicBezTo>
                    <a:pt x="10511" y="14433"/>
                    <a:pt x="10479" y="14690"/>
                    <a:pt x="10479" y="14947"/>
                  </a:cubicBezTo>
                  <a:cubicBezTo>
                    <a:pt x="10479" y="14979"/>
                    <a:pt x="10479" y="15044"/>
                    <a:pt x="10479" y="15076"/>
                  </a:cubicBezTo>
                  <a:cubicBezTo>
                    <a:pt x="10511" y="15204"/>
                    <a:pt x="10576" y="15269"/>
                    <a:pt x="10704" y="15301"/>
                  </a:cubicBezTo>
                  <a:cubicBezTo>
                    <a:pt x="10721" y="15307"/>
                    <a:pt x="10738" y="15309"/>
                    <a:pt x="10755" y="15309"/>
                  </a:cubicBezTo>
                  <a:cubicBezTo>
                    <a:pt x="10834" y="15309"/>
                    <a:pt x="10908" y="15252"/>
                    <a:pt x="10961" y="15172"/>
                  </a:cubicBezTo>
                  <a:cubicBezTo>
                    <a:pt x="11508" y="14304"/>
                    <a:pt x="12086" y="13436"/>
                    <a:pt x="12633" y="12761"/>
                  </a:cubicBezTo>
                  <a:cubicBezTo>
                    <a:pt x="13919" y="11186"/>
                    <a:pt x="14979" y="8647"/>
                    <a:pt x="14979" y="6204"/>
                  </a:cubicBezTo>
                  <a:cubicBezTo>
                    <a:pt x="14979" y="5658"/>
                    <a:pt x="14947" y="5143"/>
                    <a:pt x="14819" y="4629"/>
                  </a:cubicBezTo>
                  <a:cubicBezTo>
                    <a:pt x="14562" y="3504"/>
                    <a:pt x="13758" y="2379"/>
                    <a:pt x="12665" y="1511"/>
                  </a:cubicBezTo>
                  <a:cubicBezTo>
                    <a:pt x="11540" y="611"/>
                    <a:pt x="10158" y="0"/>
                    <a:pt x="8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4321;p64">
              <a:extLst>
                <a:ext uri="{FF2B5EF4-FFF2-40B4-BE49-F238E27FC236}">
                  <a16:creationId xmlns:a16="http://schemas.microsoft.com/office/drawing/2014/main" id="{FABADAAB-47C1-AB47-43AB-A8F5A047F6F5}"/>
                </a:ext>
              </a:extLst>
            </p:cNvPr>
            <p:cNvSpPr/>
            <p:nvPr/>
          </p:nvSpPr>
          <p:spPr>
            <a:xfrm>
              <a:off x="4414300" y="1239600"/>
              <a:ext cx="283700" cy="158775"/>
            </a:xfrm>
            <a:custGeom>
              <a:avLst/>
              <a:gdLst/>
              <a:ahLst/>
              <a:cxnLst/>
              <a:rect l="l" t="t" r="r" b="b"/>
              <a:pathLst>
                <a:path w="11348" h="6351" extrusionOk="0">
                  <a:moveTo>
                    <a:pt x="1289" y="0"/>
                  </a:moveTo>
                  <a:cubicBezTo>
                    <a:pt x="777" y="0"/>
                    <a:pt x="292" y="174"/>
                    <a:pt x="193" y="797"/>
                  </a:cubicBezTo>
                  <a:cubicBezTo>
                    <a:pt x="0" y="2211"/>
                    <a:pt x="1414" y="4236"/>
                    <a:pt x="2732" y="4236"/>
                  </a:cubicBezTo>
                  <a:cubicBezTo>
                    <a:pt x="4004" y="4236"/>
                    <a:pt x="4527" y="3010"/>
                    <a:pt x="5198" y="3010"/>
                  </a:cubicBezTo>
                  <a:cubicBezTo>
                    <a:pt x="5222" y="3010"/>
                    <a:pt x="5247" y="3011"/>
                    <a:pt x="5272" y="3015"/>
                  </a:cubicBezTo>
                  <a:cubicBezTo>
                    <a:pt x="5979" y="3111"/>
                    <a:pt x="5690" y="5650"/>
                    <a:pt x="6879" y="6165"/>
                  </a:cubicBezTo>
                  <a:cubicBezTo>
                    <a:pt x="7198" y="6291"/>
                    <a:pt x="7572" y="6351"/>
                    <a:pt x="7962" y="6351"/>
                  </a:cubicBezTo>
                  <a:cubicBezTo>
                    <a:pt x="9063" y="6351"/>
                    <a:pt x="10285" y="5871"/>
                    <a:pt x="10736" y="5040"/>
                  </a:cubicBezTo>
                  <a:cubicBezTo>
                    <a:pt x="11347" y="3915"/>
                    <a:pt x="9643" y="3207"/>
                    <a:pt x="7908" y="2597"/>
                  </a:cubicBezTo>
                  <a:cubicBezTo>
                    <a:pt x="6172" y="1986"/>
                    <a:pt x="2636" y="282"/>
                    <a:pt x="2636" y="282"/>
                  </a:cubicBezTo>
                  <a:cubicBezTo>
                    <a:pt x="2636" y="282"/>
                    <a:pt x="1940" y="0"/>
                    <a:pt x="1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4322;p64">
              <a:extLst>
                <a:ext uri="{FF2B5EF4-FFF2-40B4-BE49-F238E27FC236}">
                  <a16:creationId xmlns:a16="http://schemas.microsoft.com/office/drawing/2014/main" id="{FC262284-90D6-E676-92E9-539BC392F6B8}"/>
                </a:ext>
              </a:extLst>
            </p:cNvPr>
            <p:cNvSpPr/>
            <p:nvPr/>
          </p:nvSpPr>
          <p:spPr>
            <a:xfrm>
              <a:off x="4412675" y="1232975"/>
              <a:ext cx="279700" cy="172000"/>
            </a:xfrm>
            <a:custGeom>
              <a:avLst/>
              <a:gdLst/>
              <a:ahLst/>
              <a:cxnLst/>
              <a:rect l="l" t="t" r="r" b="b"/>
              <a:pathLst>
                <a:path w="11188" h="6880" extrusionOk="0">
                  <a:moveTo>
                    <a:pt x="1351" y="515"/>
                  </a:moveTo>
                  <a:cubicBezTo>
                    <a:pt x="1640" y="515"/>
                    <a:pt x="1962" y="579"/>
                    <a:pt x="2187" y="644"/>
                  </a:cubicBezTo>
                  <a:cubicBezTo>
                    <a:pt x="2315" y="708"/>
                    <a:pt x="2412" y="740"/>
                    <a:pt x="2508" y="740"/>
                  </a:cubicBezTo>
                  <a:lnTo>
                    <a:pt x="2572" y="772"/>
                  </a:lnTo>
                  <a:cubicBezTo>
                    <a:pt x="2572" y="772"/>
                    <a:pt x="2572" y="772"/>
                    <a:pt x="2572" y="772"/>
                  </a:cubicBezTo>
                  <a:lnTo>
                    <a:pt x="2572" y="772"/>
                  </a:lnTo>
                  <a:lnTo>
                    <a:pt x="2604" y="805"/>
                  </a:lnTo>
                  <a:lnTo>
                    <a:pt x="2610" y="789"/>
                  </a:lnTo>
                  <a:lnTo>
                    <a:pt x="2610" y="789"/>
                  </a:lnTo>
                  <a:cubicBezTo>
                    <a:pt x="2999" y="965"/>
                    <a:pt x="6239" y="2543"/>
                    <a:pt x="7876" y="3119"/>
                  </a:cubicBezTo>
                  <a:cubicBezTo>
                    <a:pt x="8615" y="3376"/>
                    <a:pt x="9355" y="3665"/>
                    <a:pt x="9869" y="3955"/>
                  </a:cubicBezTo>
                  <a:cubicBezTo>
                    <a:pt x="10126" y="4115"/>
                    <a:pt x="10351" y="4276"/>
                    <a:pt x="10480" y="4437"/>
                  </a:cubicBezTo>
                  <a:cubicBezTo>
                    <a:pt x="10608" y="4598"/>
                    <a:pt x="10673" y="4726"/>
                    <a:pt x="10673" y="4855"/>
                  </a:cubicBezTo>
                  <a:cubicBezTo>
                    <a:pt x="10673" y="4951"/>
                    <a:pt x="10641" y="5048"/>
                    <a:pt x="10576" y="5176"/>
                  </a:cubicBezTo>
                  <a:cubicBezTo>
                    <a:pt x="10383" y="5530"/>
                    <a:pt x="10030" y="5819"/>
                    <a:pt x="9548" y="6012"/>
                  </a:cubicBezTo>
                  <a:cubicBezTo>
                    <a:pt x="9098" y="6237"/>
                    <a:pt x="8551" y="6333"/>
                    <a:pt x="8037" y="6333"/>
                  </a:cubicBezTo>
                  <a:cubicBezTo>
                    <a:pt x="7683" y="6333"/>
                    <a:pt x="7330" y="6301"/>
                    <a:pt x="7073" y="6173"/>
                  </a:cubicBezTo>
                  <a:cubicBezTo>
                    <a:pt x="6848" y="6076"/>
                    <a:pt x="6655" y="5883"/>
                    <a:pt x="6526" y="5626"/>
                  </a:cubicBezTo>
                  <a:cubicBezTo>
                    <a:pt x="6333" y="5208"/>
                    <a:pt x="6205" y="4630"/>
                    <a:pt x="6108" y="4115"/>
                  </a:cubicBezTo>
                  <a:cubicBezTo>
                    <a:pt x="6044" y="3858"/>
                    <a:pt x="5980" y="3633"/>
                    <a:pt x="5883" y="3440"/>
                  </a:cubicBezTo>
                  <a:cubicBezTo>
                    <a:pt x="5851" y="3344"/>
                    <a:pt x="5787" y="3247"/>
                    <a:pt x="5690" y="3183"/>
                  </a:cubicBezTo>
                  <a:cubicBezTo>
                    <a:pt x="5626" y="3087"/>
                    <a:pt x="5497" y="3022"/>
                    <a:pt x="5369" y="3022"/>
                  </a:cubicBezTo>
                  <a:lnTo>
                    <a:pt x="5272" y="2990"/>
                  </a:lnTo>
                  <a:cubicBezTo>
                    <a:pt x="5015" y="3022"/>
                    <a:pt x="4790" y="3119"/>
                    <a:pt x="4630" y="3247"/>
                  </a:cubicBezTo>
                  <a:cubicBezTo>
                    <a:pt x="4340" y="3440"/>
                    <a:pt x="4083" y="3698"/>
                    <a:pt x="3794" y="3890"/>
                  </a:cubicBezTo>
                  <a:cubicBezTo>
                    <a:pt x="3537" y="4083"/>
                    <a:pt x="3215" y="4212"/>
                    <a:pt x="2797" y="4212"/>
                  </a:cubicBezTo>
                  <a:cubicBezTo>
                    <a:pt x="2779" y="4213"/>
                    <a:pt x="2760" y="4214"/>
                    <a:pt x="2741" y="4214"/>
                  </a:cubicBezTo>
                  <a:cubicBezTo>
                    <a:pt x="2270" y="4214"/>
                    <a:pt x="1719" y="3836"/>
                    <a:pt x="1287" y="3280"/>
                  </a:cubicBezTo>
                  <a:cubicBezTo>
                    <a:pt x="837" y="2701"/>
                    <a:pt x="515" y="1930"/>
                    <a:pt x="515" y="1319"/>
                  </a:cubicBezTo>
                  <a:cubicBezTo>
                    <a:pt x="515" y="1255"/>
                    <a:pt x="515" y="1158"/>
                    <a:pt x="547" y="1094"/>
                  </a:cubicBezTo>
                  <a:cubicBezTo>
                    <a:pt x="579" y="837"/>
                    <a:pt x="676" y="740"/>
                    <a:pt x="804" y="644"/>
                  </a:cubicBezTo>
                  <a:cubicBezTo>
                    <a:pt x="933" y="579"/>
                    <a:pt x="1126" y="515"/>
                    <a:pt x="1351" y="515"/>
                  </a:cubicBezTo>
                  <a:close/>
                  <a:moveTo>
                    <a:pt x="1351" y="1"/>
                  </a:moveTo>
                  <a:cubicBezTo>
                    <a:pt x="1062" y="1"/>
                    <a:pt x="772" y="33"/>
                    <a:pt x="515" y="194"/>
                  </a:cubicBezTo>
                  <a:cubicBezTo>
                    <a:pt x="258" y="354"/>
                    <a:pt x="65" y="644"/>
                    <a:pt x="1" y="997"/>
                  </a:cubicBezTo>
                  <a:cubicBezTo>
                    <a:pt x="1" y="1126"/>
                    <a:pt x="1" y="1222"/>
                    <a:pt x="1" y="1319"/>
                  </a:cubicBezTo>
                  <a:cubicBezTo>
                    <a:pt x="1" y="2122"/>
                    <a:pt x="354" y="2926"/>
                    <a:pt x="869" y="3601"/>
                  </a:cubicBezTo>
                  <a:cubicBezTo>
                    <a:pt x="1383" y="4244"/>
                    <a:pt x="2058" y="4758"/>
                    <a:pt x="2797" y="4758"/>
                  </a:cubicBezTo>
                  <a:cubicBezTo>
                    <a:pt x="3537" y="4758"/>
                    <a:pt x="4051" y="4405"/>
                    <a:pt x="4437" y="4083"/>
                  </a:cubicBezTo>
                  <a:cubicBezTo>
                    <a:pt x="4630" y="3923"/>
                    <a:pt x="4790" y="3794"/>
                    <a:pt x="4919" y="3698"/>
                  </a:cubicBezTo>
                  <a:cubicBezTo>
                    <a:pt x="5080" y="3569"/>
                    <a:pt x="5176" y="3537"/>
                    <a:pt x="5272" y="3537"/>
                  </a:cubicBezTo>
                  <a:lnTo>
                    <a:pt x="5305" y="3537"/>
                  </a:lnTo>
                  <a:lnTo>
                    <a:pt x="5337" y="3601"/>
                  </a:lnTo>
                  <a:cubicBezTo>
                    <a:pt x="5401" y="3665"/>
                    <a:pt x="5497" y="3858"/>
                    <a:pt x="5562" y="4115"/>
                  </a:cubicBezTo>
                  <a:cubicBezTo>
                    <a:pt x="5658" y="4533"/>
                    <a:pt x="5755" y="5048"/>
                    <a:pt x="5915" y="5530"/>
                  </a:cubicBezTo>
                  <a:cubicBezTo>
                    <a:pt x="6012" y="5755"/>
                    <a:pt x="6108" y="5980"/>
                    <a:pt x="6269" y="6173"/>
                  </a:cubicBezTo>
                  <a:cubicBezTo>
                    <a:pt x="6398" y="6398"/>
                    <a:pt x="6590" y="6558"/>
                    <a:pt x="6848" y="6655"/>
                  </a:cubicBezTo>
                  <a:cubicBezTo>
                    <a:pt x="7201" y="6816"/>
                    <a:pt x="7619" y="6880"/>
                    <a:pt x="8037" y="6880"/>
                  </a:cubicBezTo>
                  <a:cubicBezTo>
                    <a:pt x="8648" y="6880"/>
                    <a:pt x="9258" y="6751"/>
                    <a:pt x="9773" y="6526"/>
                  </a:cubicBezTo>
                  <a:cubicBezTo>
                    <a:pt x="10319" y="6269"/>
                    <a:pt x="10769" y="5915"/>
                    <a:pt x="11026" y="5433"/>
                  </a:cubicBezTo>
                  <a:lnTo>
                    <a:pt x="11058" y="5433"/>
                  </a:lnTo>
                  <a:cubicBezTo>
                    <a:pt x="11155" y="5240"/>
                    <a:pt x="11187" y="5048"/>
                    <a:pt x="11187" y="4855"/>
                  </a:cubicBezTo>
                  <a:cubicBezTo>
                    <a:pt x="11187" y="4565"/>
                    <a:pt x="11058" y="4308"/>
                    <a:pt x="10866" y="4083"/>
                  </a:cubicBezTo>
                  <a:cubicBezTo>
                    <a:pt x="10576" y="3762"/>
                    <a:pt x="10158" y="3505"/>
                    <a:pt x="9676" y="3247"/>
                  </a:cubicBezTo>
                  <a:cubicBezTo>
                    <a:pt x="9194" y="3022"/>
                    <a:pt x="8615" y="2830"/>
                    <a:pt x="8069" y="2637"/>
                  </a:cubicBezTo>
                  <a:cubicBezTo>
                    <a:pt x="7233" y="2315"/>
                    <a:pt x="5915" y="1737"/>
                    <a:pt x="4790" y="1222"/>
                  </a:cubicBezTo>
                  <a:cubicBezTo>
                    <a:pt x="4244" y="997"/>
                    <a:pt x="3762" y="740"/>
                    <a:pt x="3408" y="579"/>
                  </a:cubicBezTo>
                  <a:cubicBezTo>
                    <a:pt x="3055" y="419"/>
                    <a:pt x="2829" y="290"/>
                    <a:pt x="2829" y="290"/>
                  </a:cubicBezTo>
                  <a:lnTo>
                    <a:pt x="2797" y="290"/>
                  </a:lnTo>
                  <a:cubicBezTo>
                    <a:pt x="2797" y="290"/>
                    <a:pt x="2058" y="1"/>
                    <a:pt x="1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4323;p64">
              <a:extLst>
                <a:ext uri="{FF2B5EF4-FFF2-40B4-BE49-F238E27FC236}">
                  <a16:creationId xmlns:a16="http://schemas.microsoft.com/office/drawing/2014/main" id="{6BFF18D3-8F45-B07D-D16B-F70159D17D63}"/>
                </a:ext>
              </a:extLst>
            </p:cNvPr>
            <p:cNvSpPr/>
            <p:nvPr/>
          </p:nvSpPr>
          <p:spPr>
            <a:xfrm>
              <a:off x="4690725" y="1282000"/>
              <a:ext cx="57900" cy="58700"/>
            </a:xfrm>
            <a:custGeom>
              <a:avLst/>
              <a:gdLst/>
              <a:ahLst/>
              <a:cxnLst/>
              <a:rect l="l" t="t" r="r" b="b"/>
              <a:pathLst>
                <a:path w="2316" h="2348" extrusionOk="0">
                  <a:moveTo>
                    <a:pt x="1" y="2347"/>
                  </a:moveTo>
                  <a:lnTo>
                    <a:pt x="231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4324;p64">
              <a:extLst>
                <a:ext uri="{FF2B5EF4-FFF2-40B4-BE49-F238E27FC236}">
                  <a16:creationId xmlns:a16="http://schemas.microsoft.com/office/drawing/2014/main" id="{CC0C4BCF-F76F-EF66-6306-3A89AA49256A}"/>
                </a:ext>
              </a:extLst>
            </p:cNvPr>
            <p:cNvSpPr/>
            <p:nvPr/>
          </p:nvSpPr>
          <p:spPr>
            <a:xfrm>
              <a:off x="4682700" y="1275375"/>
              <a:ext cx="73150" cy="71750"/>
            </a:xfrm>
            <a:custGeom>
              <a:avLst/>
              <a:gdLst/>
              <a:ahLst/>
              <a:cxnLst/>
              <a:rect l="l" t="t" r="r" b="b"/>
              <a:pathLst>
                <a:path w="2926" h="2870" extrusionOk="0">
                  <a:moveTo>
                    <a:pt x="2636" y="1"/>
                  </a:moveTo>
                  <a:cubicBezTo>
                    <a:pt x="2564" y="1"/>
                    <a:pt x="2491" y="25"/>
                    <a:pt x="2443" y="73"/>
                  </a:cubicBezTo>
                  <a:lnTo>
                    <a:pt x="129" y="2419"/>
                  </a:lnTo>
                  <a:cubicBezTo>
                    <a:pt x="0" y="2516"/>
                    <a:pt x="0" y="2677"/>
                    <a:pt x="129" y="2773"/>
                  </a:cubicBezTo>
                  <a:cubicBezTo>
                    <a:pt x="177" y="2837"/>
                    <a:pt x="241" y="2869"/>
                    <a:pt x="310" y="2869"/>
                  </a:cubicBezTo>
                  <a:cubicBezTo>
                    <a:pt x="378" y="2869"/>
                    <a:pt x="450" y="2837"/>
                    <a:pt x="515" y="2773"/>
                  </a:cubicBezTo>
                  <a:lnTo>
                    <a:pt x="2829" y="459"/>
                  </a:lnTo>
                  <a:cubicBezTo>
                    <a:pt x="2925" y="362"/>
                    <a:pt x="2925" y="169"/>
                    <a:pt x="2829" y="73"/>
                  </a:cubicBezTo>
                  <a:cubicBezTo>
                    <a:pt x="2781" y="25"/>
                    <a:pt x="2708" y="1"/>
                    <a:pt x="2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4325;p64">
              <a:extLst>
                <a:ext uri="{FF2B5EF4-FFF2-40B4-BE49-F238E27FC236}">
                  <a16:creationId xmlns:a16="http://schemas.microsoft.com/office/drawing/2014/main" id="{5661F9C4-98E6-669A-E572-270199663AFC}"/>
                </a:ext>
              </a:extLst>
            </p:cNvPr>
            <p:cNvSpPr/>
            <p:nvPr/>
          </p:nvSpPr>
          <p:spPr>
            <a:xfrm>
              <a:off x="4434375" y="1175925"/>
              <a:ext cx="30575" cy="68325"/>
            </a:xfrm>
            <a:custGeom>
              <a:avLst/>
              <a:gdLst/>
              <a:ahLst/>
              <a:cxnLst/>
              <a:rect l="l" t="t" r="r" b="b"/>
              <a:pathLst>
                <a:path w="1223" h="2733" extrusionOk="0">
                  <a:moveTo>
                    <a:pt x="1" y="2733"/>
                  </a:moveTo>
                  <a:lnTo>
                    <a:pt x="1222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4326;p64">
              <a:extLst>
                <a:ext uri="{FF2B5EF4-FFF2-40B4-BE49-F238E27FC236}">
                  <a16:creationId xmlns:a16="http://schemas.microsoft.com/office/drawing/2014/main" id="{6EC884E5-C76C-C9ED-25E3-77D662AE44E5}"/>
                </a:ext>
              </a:extLst>
            </p:cNvPr>
            <p:cNvSpPr/>
            <p:nvPr/>
          </p:nvSpPr>
          <p:spPr>
            <a:xfrm>
              <a:off x="4427150" y="1168875"/>
              <a:ext cx="45825" cy="81650"/>
            </a:xfrm>
            <a:custGeom>
              <a:avLst/>
              <a:gdLst/>
              <a:ahLst/>
              <a:cxnLst/>
              <a:rect l="l" t="t" r="r" b="b"/>
              <a:pathLst>
                <a:path w="1833" h="3266" extrusionOk="0">
                  <a:moveTo>
                    <a:pt x="1513" y="0"/>
                  </a:moveTo>
                  <a:cubicBezTo>
                    <a:pt x="1402" y="0"/>
                    <a:pt x="1310" y="60"/>
                    <a:pt x="1286" y="154"/>
                  </a:cubicBezTo>
                  <a:lnTo>
                    <a:pt x="65" y="2886"/>
                  </a:lnTo>
                  <a:cubicBezTo>
                    <a:pt x="0" y="3047"/>
                    <a:pt x="65" y="3208"/>
                    <a:pt x="193" y="3240"/>
                  </a:cubicBezTo>
                  <a:cubicBezTo>
                    <a:pt x="228" y="3257"/>
                    <a:pt x="264" y="3265"/>
                    <a:pt x="301" y="3265"/>
                  </a:cubicBezTo>
                  <a:cubicBezTo>
                    <a:pt x="401" y="3265"/>
                    <a:pt x="500" y="3205"/>
                    <a:pt x="547" y="3111"/>
                  </a:cubicBezTo>
                  <a:lnTo>
                    <a:pt x="1768" y="379"/>
                  </a:lnTo>
                  <a:cubicBezTo>
                    <a:pt x="1833" y="250"/>
                    <a:pt x="1768" y="90"/>
                    <a:pt x="1640" y="25"/>
                  </a:cubicBezTo>
                  <a:cubicBezTo>
                    <a:pt x="1597" y="8"/>
                    <a:pt x="1554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4327;p64">
              <a:extLst>
                <a:ext uri="{FF2B5EF4-FFF2-40B4-BE49-F238E27FC236}">
                  <a16:creationId xmlns:a16="http://schemas.microsoft.com/office/drawing/2014/main" id="{03214991-9C4A-89BC-540D-6E32C97F828F}"/>
                </a:ext>
              </a:extLst>
            </p:cNvPr>
            <p:cNvSpPr/>
            <p:nvPr/>
          </p:nvSpPr>
          <p:spPr>
            <a:xfrm>
              <a:off x="4885200" y="1781050"/>
              <a:ext cx="310225" cy="341175"/>
            </a:xfrm>
            <a:custGeom>
              <a:avLst/>
              <a:gdLst/>
              <a:ahLst/>
              <a:cxnLst/>
              <a:rect l="l" t="t" r="r" b="b"/>
              <a:pathLst>
                <a:path w="12409" h="13647" extrusionOk="0">
                  <a:moveTo>
                    <a:pt x="10255" y="0"/>
                  </a:moveTo>
                  <a:cubicBezTo>
                    <a:pt x="10255" y="1"/>
                    <a:pt x="3537" y="5979"/>
                    <a:pt x="1801" y="7715"/>
                  </a:cubicBezTo>
                  <a:cubicBezTo>
                    <a:pt x="65" y="9451"/>
                    <a:pt x="1" y="12762"/>
                    <a:pt x="1640" y="13533"/>
                  </a:cubicBezTo>
                  <a:cubicBezTo>
                    <a:pt x="1817" y="13612"/>
                    <a:pt x="2033" y="13647"/>
                    <a:pt x="2280" y="13647"/>
                  </a:cubicBezTo>
                  <a:cubicBezTo>
                    <a:pt x="4365" y="13647"/>
                    <a:pt x="8607" y="11119"/>
                    <a:pt x="9355" y="10544"/>
                  </a:cubicBezTo>
                  <a:cubicBezTo>
                    <a:pt x="10190" y="9869"/>
                    <a:pt x="12408" y="418"/>
                    <a:pt x="10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4328;p64">
              <a:extLst>
                <a:ext uri="{FF2B5EF4-FFF2-40B4-BE49-F238E27FC236}">
                  <a16:creationId xmlns:a16="http://schemas.microsoft.com/office/drawing/2014/main" id="{55AB25E3-8F85-1502-4885-16E507D83D4B}"/>
                </a:ext>
              </a:extLst>
            </p:cNvPr>
            <p:cNvSpPr/>
            <p:nvPr/>
          </p:nvSpPr>
          <p:spPr>
            <a:xfrm>
              <a:off x="4890025" y="1774300"/>
              <a:ext cx="281300" cy="353925"/>
            </a:xfrm>
            <a:custGeom>
              <a:avLst/>
              <a:gdLst/>
              <a:ahLst/>
              <a:cxnLst/>
              <a:rect l="l" t="t" r="r" b="b"/>
              <a:pathLst>
                <a:path w="11252" h="14157" extrusionOk="0">
                  <a:moveTo>
                    <a:pt x="10139" y="568"/>
                  </a:moveTo>
                  <a:lnTo>
                    <a:pt x="10139" y="568"/>
                  </a:lnTo>
                  <a:cubicBezTo>
                    <a:pt x="10196" y="594"/>
                    <a:pt x="10247" y="629"/>
                    <a:pt x="10287" y="688"/>
                  </a:cubicBezTo>
                  <a:cubicBezTo>
                    <a:pt x="10415" y="849"/>
                    <a:pt x="10544" y="1106"/>
                    <a:pt x="10608" y="1460"/>
                  </a:cubicBezTo>
                  <a:cubicBezTo>
                    <a:pt x="10672" y="1781"/>
                    <a:pt x="10705" y="2231"/>
                    <a:pt x="10705" y="2713"/>
                  </a:cubicBezTo>
                  <a:cubicBezTo>
                    <a:pt x="10705" y="4160"/>
                    <a:pt x="10415" y="6056"/>
                    <a:pt x="10030" y="7632"/>
                  </a:cubicBezTo>
                  <a:cubicBezTo>
                    <a:pt x="9837" y="8435"/>
                    <a:pt x="9644" y="9142"/>
                    <a:pt x="9451" y="9657"/>
                  </a:cubicBezTo>
                  <a:cubicBezTo>
                    <a:pt x="9355" y="9946"/>
                    <a:pt x="9258" y="10171"/>
                    <a:pt x="9162" y="10332"/>
                  </a:cubicBezTo>
                  <a:cubicBezTo>
                    <a:pt x="9097" y="10492"/>
                    <a:pt x="9001" y="10589"/>
                    <a:pt x="9001" y="10589"/>
                  </a:cubicBezTo>
                  <a:cubicBezTo>
                    <a:pt x="8840" y="10717"/>
                    <a:pt x="8422" y="11007"/>
                    <a:pt x="7908" y="11296"/>
                  </a:cubicBezTo>
                  <a:cubicBezTo>
                    <a:pt x="7104" y="11778"/>
                    <a:pt x="6012" y="12357"/>
                    <a:pt x="4951" y="12839"/>
                  </a:cubicBezTo>
                  <a:cubicBezTo>
                    <a:pt x="3858" y="13289"/>
                    <a:pt x="2797" y="13643"/>
                    <a:pt x="2090" y="13643"/>
                  </a:cubicBezTo>
                  <a:cubicBezTo>
                    <a:pt x="1865" y="13643"/>
                    <a:pt x="1704" y="13610"/>
                    <a:pt x="1576" y="13546"/>
                  </a:cubicBezTo>
                  <a:cubicBezTo>
                    <a:pt x="1222" y="13385"/>
                    <a:pt x="965" y="13128"/>
                    <a:pt x="804" y="12743"/>
                  </a:cubicBezTo>
                  <a:cubicBezTo>
                    <a:pt x="611" y="12357"/>
                    <a:pt x="515" y="11907"/>
                    <a:pt x="515" y="11392"/>
                  </a:cubicBezTo>
                  <a:cubicBezTo>
                    <a:pt x="515" y="10267"/>
                    <a:pt x="965" y="9014"/>
                    <a:pt x="1801" y="8178"/>
                  </a:cubicBezTo>
                  <a:cubicBezTo>
                    <a:pt x="2669" y="7310"/>
                    <a:pt x="4790" y="5381"/>
                    <a:pt x="6687" y="3678"/>
                  </a:cubicBezTo>
                  <a:cubicBezTo>
                    <a:pt x="7619" y="2810"/>
                    <a:pt x="8519" y="2006"/>
                    <a:pt x="9162" y="1428"/>
                  </a:cubicBezTo>
                  <a:cubicBezTo>
                    <a:pt x="9628" y="1028"/>
                    <a:pt x="9971" y="721"/>
                    <a:pt x="10139" y="568"/>
                  </a:cubicBezTo>
                  <a:close/>
                  <a:moveTo>
                    <a:pt x="10055" y="1"/>
                  </a:moveTo>
                  <a:cubicBezTo>
                    <a:pt x="9995" y="1"/>
                    <a:pt x="9948" y="31"/>
                    <a:pt x="9901" y="78"/>
                  </a:cubicBezTo>
                  <a:cubicBezTo>
                    <a:pt x="9901" y="78"/>
                    <a:pt x="8230" y="1556"/>
                    <a:pt x="6333" y="3292"/>
                  </a:cubicBezTo>
                  <a:cubicBezTo>
                    <a:pt x="4436" y="4996"/>
                    <a:pt x="2315" y="6924"/>
                    <a:pt x="1415" y="7792"/>
                  </a:cubicBezTo>
                  <a:cubicBezTo>
                    <a:pt x="483" y="8757"/>
                    <a:pt x="1" y="10139"/>
                    <a:pt x="1" y="11392"/>
                  </a:cubicBezTo>
                  <a:cubicBezTo>
                    <a:pt x="1" y="11971"/>
                    <a:pt x="97" y="12517"/>
                    <a:pt x="322" y="12968"/>
                  </a:cubicBezTo>
                  <a:cubicBezTo>
                    <a:pt x="547" y="13450"/>
                    <a:pt x="868" y="13835"/>
                    <a:pt x="1351" y="14028"/>
                  </a:cubicBezTo>
                  <a:cubicBezTo>
                    <a:pt x="1576" y="14125"/>
                    <a:pt x="1833" y="14157"/>
                    <a:pt x="2090" y="14157"/>
                  </a:cubicBezTo>
                  <a:cubicBezTo>
                    <a:pt x="2669" y="14157"/>
                    <a:pt x="3344" y="13996"/>
                    <a:pt x="4051" y="13771"/>
                  </a:cubicBezTo>
                  <a:cubicBezTo>
                    <a:pt x="5144" y="13385"/>
                    <a:pt x="6301" y="12807"/>
                    <a:pt x="7265" y="12292"/>
                  </a:cubicBezTo>
                  <a:cubicBezTo>
                    <a:pt x="7779" y="12003"/>
                    <a:pt x="8197" y="11746"/>
                    <a:pt x="8551" y="11521"/>
                  </a:cubicBezTo>
                  <a:cubicBezTo>
                    <a:pt x="8905" y="11328"/>
                    <a:pt x="9162" y="11135"/>
                    <a:pt x="9322" y="11007"/>
                  </a:cubicBezTo>
                  <a:cubicBezTo>
                    <a:pt x="9451" y="10910"/>
                    <a:pt x="9547" y="10750"/>
                    <a:pt x="9644" y="10557"/>
                  </a:cubicBezTo>
                  <a:cubicBezTo>
                    <a:pt x="9965" y="9914"/>
                    <a:pt x="10383" y="8628"/>
                    <a:pt x="10705" y="7149"/>
                  </a:cubicBezTo>
                  <a:cubicBezTo>
                    <a:pt x="10994" y="5671"/>
                    <a:pt x="11251" y="4031"/>
                    <a:pt x="11251" y="2713"/>
                  </a:cubicBezTo>
                  <a:cubicBezTo>
                    <a:pt x="11251" y="2038"/>
                    <a:pt x="11187" y="1428"/>
                    <a:pt x="11026" y="945"/>
                  </a:cubicBezTo>
                  <a:cubicBezTo>
                    <a:pt x="10962" y="720"/>
                    <a:pt x="10833" y="528"/>
                    <a:pt x="10705" y="335"/>
                  </a:cubicBezTo>
                  <a:cubicBezTo>
                    <a:pt x="10544" y="174"/>
                    <a:pt x="10351" y="45"/>
                    <a:pt x="10126" y="13"/>
                  </a:cubicBezTo>
                  <a:cubicBezTo>
                    <a:pt x="10100" y="5"/>
                    <a:pt x="10077" y="1"/>
                    <a:pt x="10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4329;p64">
              <a:extLst>
                <a:ext uri="{FF2B5EF4-FFF2-40B4-BE49-F238E27FC236}">
                  <a16:creationId xmlns:a16="http://schemas.microsoft.com/office/drawing/2014/main" id="{2176CEC3-53DC-809C-5A96-89DD14BE213B}"/>
                </a:ext>
              </a:extLst>
            </p:cNvPr>
            <p:cNvSpPr/>
            <p:nvPr/>
          </p:nvSpPr>
          <p:spPr>
            <a:xfrm>
              <a:off x="5182550" y="2154725"/>
              <a:ext cx="605125" cy="595500"/>
            </a:xfrm>
            <a:custGeom>
              <a:avLst/>
              <a:gdLst/>
              <a:ahLst/>
              <a:cxnLst/>
              <a:rect l="l" t="t" r="r" b="b"/>
              <a:pathLst>
                <a:path w="24205" h="23820" extrusionOk="0">
                  <a:moveTo>
                    <a:pt x="15172" y="1"/>
                  </a:moveTo>
                  <a:lnTo>
                    <a:pt x="0" y="9740"/>
                  </a:lnTo>
                  <a:lnTo>
                    <a:pt x="3247" y="23820"/>
                  </a:lnTo>
                  <a:cubicBezTo>
                    <a:pt x="3247" y="23820"/>
                    <a:pt x="20573" y="14819"/>
                    <a:pt x="22405" y="11926"/>
                  </a:cubicBezTo>
                  <a:cubicBezTo>
                    <a:pt x="24205" y="9033"/>
                    <a:pt x="15172" y="1"/>
                    <a:pt x="151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4330;p64">
              <a:extLst>
                <a:ext uri="{FF2B5EF4-FFF2-40B4-BE49-F238E27FC236}">
                  <a16:creationId xmlns:a16="http://schemas.microsoft.com/office/drawing/2014/main" id="{386E510A-A2C7-95AE-0E06-77DFD1D0839B}"/>
                </a:ext>
              </a:extLst>
            </p:cNvPr>
            <p:cNvSpPr/>
            <p:nvPr/>
          </p:nvSpPr>
          <p:spPr>
            <a:xfrm>
              <a:off x="5175300" y="2147975"/>
              <a:ext cx="579425" cy="609275"/>
            </a:xfrm>
            <a:custGeom>
              <a:avLst/>
              <a:gdLst/>
              <a:ahLst/>
              <a:cxnLst/>
              <a:rect l="l" t="t" r="r" b="b"/>
              <a:pathLst>
                <a:path w="23177" h="24371" extrusionOk="0">
                  <a:moveTo>
                    <a:pt x="15415" y="609"/>
                  </a:moveTo>
                  <a:cubicBezTo>
                    <a:pt x="15464" y="658"/>
                    <a:pt x="15523" y="718"/>
                    <a:pt x="15591" y="785"/>
                  </a:cubicBezTo>
                  <a:cubicBezTo>
                    <a:pt x="16298" y="1524"/>
                    <a:pt x="18066" y="3421"/>
                    <a:pt x="19673" y="5478"/>
                  </a:cubicBezTo>
                  <a:cubicBezTo>
                    <a:pt x="20477" y="6539"/>
                    <a:pt x="21216" y="7632"/>
                    <a:pt x="21763" y="8628"/>
                  </a:cubicBezTo>
                  <a:cubicBezTo>
                    <a:pt x="22309" y="9625"/>
                    <a:pt x="22663" y="10557"/>
                    <a:pt x="22663" y="11264"/>
                  </a:cubicBezTo>
                  <a:cubicBezTo>
                    <a:pt x="22663" y="11586"/>
                    <a:pt x="22598" y="11843"/>
                    <a:pt x="22470" y="12036"/>
                  </a:cubicBezTo>
                  <a:cubicBezTo>
                    <a:pt x="22277" y="12357"/>
                    <a:pt x="21795" y="12807"/>
                    <a:pt x="21184" y="13321"/>
                  </a:cubicBezTo>
                  <a:cubicBezTo>
                    <a:pt x="18934" y="15121"/>
                    <a:pt x="14498" y="17757"/>
                    <a:pt x="10608" y="19943"/>
                  </a:cubicBezTo>
                  <a:cubicBezTo>
                    <a:pt x="8680" y="21036"/>
                    <a:pt x="6880" y="22032"/>
                    <a:pt x="5562" y="22740"/>
                  </a:cubicBezTo>
                  <a:cubicBezTo>
                    <a:pt x="4919" y="23093"/>
                    <a:pt x="4372" y="23350"/>
                    <a:pt x="3987" y="23543"/>
                  </a:cubicBezTo>
                  <a:cubicBezTo>
                    <a:pt x="3884" y="23608"/>
                    <a:pt x="3796" y="23663"/>
                    <a:pt x="3721" y="23707"/>
                  </a:cubicBezTo>
                  <a:lnTo>
                    <a:pt x="3721" y="23707"/>
                  </a:lnTo>
                  <a:lnTo>
                    <a:pt x="612" y="10139"/>
                  </a:lnTo>
                  <a:lnTo>
                    <a:pt x="15415" y="609"/>
                  </a:lnTo>
                  <a:close/>
                  <a:moveTo>
                    <a:pt x="15472" y="1"/>
                  </a:moveTo>
                  <a:cubicBezTo>
                    <a:pt x="15417" y="1"/>
                    <a:pt x="15359" y="17"/>
                    <a:pt x="15302" y="46"/>
                  </a:cubicBezTo>
                  <a:lnTo>
                    <a:pt x="162" y="9785"/>
                  </a:lnTo>
                  <a:cubicBezTo>
                    <a:pt x="65" y="9850"/>
                    <a:pt x="1" y="9978"/>
                    <a:pt x="33" y="10075"/>
                  </a:cubicBezTo>
                  <a:lnTo>
                    <a:pt x="3280" y="24154"/>
                  </a:lnTo>
                  <a:cubicBezTo>
                    <a:pt x="3312" y="24250"/>
                    <a:pt x="3376" y="24315"/>
                    <a:pt x="3440" y="24347"/>
                  </a:cubicBezTo>
                  <a:cubicBezTo>
                    <a:pt x="3472" y="24363"/>
                    <a:pt x="3513" y="24371"/>
                    <a:pt x="3553" y="24371"/>
                  </a:cubicBezTo>
                  <a:cubicBezTo>
                    <a:pt x="3593" y="24371"/>
                    <a:pt x="3633" y="24363"/>
                    <a:pt x="3665" y="24347"/>
                  </a:cubicBezTo>
                  <a:cubicBezTo>
                    <a:pt x="3665" y="24347"/>
                    <a:pt x="8005" y="22065"/>
                    <a:pt x="12569" y="19461"/>
                  </a:cubicBezTo>
                  <a:cubicBezTo>
                    <a:pt x="14852" y="18143"/>
                    <a:pt x="17198" y="16761"/>
                    <a:pt x="19095" y="15475"/>
                  </a:cubicBezTo>
                  <a:cubicBezTo>
                    <a:pt x="20027" y="14864"/>
                    <a:pt x="20863" y="14253"/>
                    <a:pt x="21505" y="13739"/>
                  </a:cubicBezTo>
                  <a:cubicBezTo>
                    <a:pt x="22180" y="13193"/>
                    <a:pt x="22663" y="12743"/>
                    <a:pt x="22920" y="12325"/>
                  </a:cubicBezTo>
                  <a:cubicBezTo>
                    <a:pt x="23113" y="12003"/>
                    <a:pt x="23177" y="11650"/>
                    <a:pt x="23177" y="11264"/>
                  </a:cubicBezTo>
                  <a:cubicBezTo>
                    <a:pt x="23177" y="10268"/>
                    <a:pt x="22695" y="9143"/>
                    <a:pt x="21988" y="7921"/>
                  </a:cubicBezTo>
                  <a:cubicBezTo>
                    <a:pt x="19866" y="4289"/>
                    <a:pt x="15655" y="78"/>
                    <a:pt x="15655" y="78"/>
                  </a:cubicBezTo>
                  <a:cubicBezTo>
                    <a:pt x="15602" y="25"/>
                    <a:pt x="15539" y="1"/>
                    <a:pt x="15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4331;p64">
              <a:extLst>
                <a:ext uri="{FF2B5EF4-FFF2-40B4-BE49-F238E27FC236}">
                  <a16:creationId xmlns:a16="http://schemas.microsoft.com/office/drawing/2014/main" id="{42C6FAA5-4717-CA53-9F8C-D3F397C3FD2D}"/>
                </a:ext>
              </a:extLst>
            </p:cNvPr>
            <p:cNvSpPr/>
            <p:nvPr/>
          </p:nvSpPr>
          <p:spPr>
            <a:xfrm>
              <a:off x="5052350" y="1761925"/>
              <a:ext cx="615600" cy="969125"/>
            </a:xfrm>
            <a:custGeom>
              <a:avLst/>
              <a:gdLst/>
              <a:ahLst/>
              <a:cxnLst/>
              <a:rect l="l" t="t" r="r" b="b"/>
              <a:pathLst>
                <a:path w="24624" h="38765" extrusionOk="0">
                  <a:moveTo>
                    <a:pt x="10210" y="0"/>
                  </a:moveTo>
                  <a:cubicBezTo>
                    <a:pt x="9375" y="0"/>
                    <a:pt x="8808" y="187"/>
                    <a:pt x="8808" y="187"/>
                  </a:cubicBezTo>
                  <a:cubicBezTo>
                    <a:pt x="8808" y="187"/>
                    <a:pt x="8144" y="131"/>
                    <a:pt x="7267" y="131"/>
                  </a:cubicBezTo>
                  <a:cubicBezTo>
                    <a:pt x="6039" y="131"/>
                    <a:pt x="4394" y="240"/>
                    <a:pt x="3569" y="765"/>
                  </a:cubicBezTo>
                  <a:cubicBezTo>
                    <a:pt x="2187" y="1698"/>
                    <a:pt x="1190" y="10152"/>
                    <a:pt x="933" y="15198"/>
                  </a:cubicBezTo>
                  <a:cubicBezTo>
                    <a:pt x="676" y="20245"/>
                    <a:pt x="1" y="24327"/>
                    <a:pt x="354" y="25324"/>
                  </a:cubicBezTo>
                  <a:cubicBezTo>
                    <a:pt x="676" y="26288"/>
                    <a:pt x="9290" y="37153"/>
                    <a:pt x="10544" y="38664"/>
                  </a:cubicBezTo>
                  <a:cubicBezTo>
                    <a:pt x="10602" y="38732"/>
                    <a:pt x="10678" y="38765"/>
                    <a:pt x="10771" y="38765"/>
                  </a:cubicBezTo>
                  <a:cubicBezTo>
                    <a:pt x="12703" y="38765"/>
                    <a:pt x="21892" y="24764"/>
                    <a:pt x="23241" y="21820"/>
                  </a:cubicBezTo>
                  <a:cubicBezTo>
                    <a:pt x="24623" y="18766"/>
                    <a:pt x="23723" y="15938"/>
                    <a:pt x="21891" y="11727"/>
                  </a:cubicBezTo>
                  <a:cubicBezTo>
                    <a:pt x="20091" y="7484"/>
                    <a:pt x="16169" y="3594"/>
                    <a:pt x="13855" y="1440"/>
                  </a:cubicBezTo>
                  <a:cubicBezTo>
                    <a:pt x="12594" y="267"/>
                    <a:pt x="11210" y="0"/>
                    <a:pt x="10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4332;p64">
              <a:extLst>
                <a:ext uri="{FF2B5EF4-FFF2-40B4-BE49-F238E27FC236}">
                  <a16:creationId xmlns:a16="http://schemas.microsoft.com/office/drawing/2014/main" id="{65621B2D-DA27-2FAD-6D5C-7D2F35DF9DA3}"/>
                </a:ext>
              </a:extLst>
            </p:cNvPr>
            <p:cNvSpPr/>
            <p:nvPr/>
          </p:nvSpPr>
          <p:spPr>
            <a:xfrm>
              <a:off x="5052350" y="1755325"/>
              <a:ext cx="604350" cy="982050"/>
            </a:xfrm>
            <a:custGeom>
              <a:avLst/>
              <a:gdLst/>
              <a:ahLst/>
              <a:cxnLst/>
              <a:rect l="l" t="t" r="r" b="b"/>
              <a:pathLst>
                <a:path w="24174" h="39282" extrusionOk="0">
                  <a:moveTo>
                    <a:pt x="10223" y="515"/>
                  </a:moveTo>
                  <a:cubicBezTo>
                    <a:pt x="11187" y="547"/>
                    <a:pt x="12473" y="772"/>
                    <a:pt x="13694" y="1897"/>
                  </a:cubicBezTo>
                  <a:cubicBezTo>
                    <a:pt x="15976" y="4051"/>
                    <a:pt x="19866" y="7908"/>
                    <a:pt x="21666" y="12087"/>
                  </a:cubicBezTo>
                  <a:cubicBezTo>
                    <a:pt x="22855" y="14884"/>
                    <a:pt x="23659" y="17037"/>
                    <a:pt x="23659" y="18998"/>
                  </a:cubicBezTo>
                  <a:cubicBezTo>
                    <a:pt x="23659" y="19995"/>
                    <a:pt x="23434" y="20959"/>
                    <a:pt x="22984" y="21988"/>
                  </a:cubicBezTo>
                  <a:cubicBezTo>
                    <a:pt x="22663" y="22695"/>
                    <a:pt x="21827" y="24109"/>
                    <a:pt x="20766" y="25813"/>
                  </a:cubicBezTo>
                  <a:cubicBezTo>
                    <a:pt x="19127" y="28417"/>
                    <a:pt x="16941" y="31663"/>
                    <a:pt x="14980" y="34267"/>
                  </a:cubicBezTo>
                  <a:cubicBezTo>
                    <a:pt x="14016" y="35585"/>
                    <a:pt x="13083" y="36710"/>
                    <a:pt x="12312" y="37513"/>
                  </a:cubicBezTo>
                  <a:cubicBezTo>
                    <a:pt x="11958" y="37931"/>
                    <a:pt x="11605" y="38253"/>
                    <a:pt x="11316" y="38446"/>
                  </a:cubicBezTo>
                  <a:cubicBezTo>
                    <a:pt x="11058" y="38671"/>
                    <a:pt x="10833" y="38767"/>
                    <a:pt x="10769" y="38767"/>
                  </a:cubicBezTo>
                  <a:lnTo>
                    <a:pt x="10737" y="38735"/>
                  </a:lnTo>
                  <a:cubicBezTo>
                    <a:pt x="10126" y="37996"/>
                    <a:pt x="7651" y="34910"/>
                    <a:pt x="5305" y="31888"/>
                  </a:cubicBezTo>
                  <a:cubicBezTo>
                    <a:pt x="4147" y="30377"/>
                    <a:pt x="2990" y="28899"/>
                    <a:pt x="2122" y="27709"/>
                  </a:cubicBezTo>
                  <a:cubicBezTo>
                    <a:pt x="1672" y="27131"/>
                    <a:pt x="1319" y="26616"/>
                    <a:pt x="1061" y="26231"/>
                  </a:cubicBezTo>
                  <a:cubicBezTo>
                    <a:pt x="933" y="26038"/>
                    <a:pt x="804" y="25845"/>
                    <a:pt x="740" y="25716"/>
                  </a:cubicBezTo>
                  <a:cubicBezTo>
                    <a:pt x="644" y="25620"/>
                    <a:pt x="611" y="25491"/>
                    <a:pt x="611" y="25491"/>
                  </a:cubicBezTo>
                  <a:cubicBezTo>
                    <a:pt x="547" y="25363"/>
                    <a:pt x="515" y="25074"/>
                    <a:pt x="515" y="24656"/>
                  </a:cubicBezTo>
                  <a:cubicBezTo>
                    <a:pt x="515" y="23016"/>
                    <a:pt x="997" y="19577"/>
                    <a:pt x="1190" y="15462"/>
                  </a:cubicBezTo>
                  <a:cubicBezTo>
                    <a:pt x="1319" y="12955"/>
                    <a:pt x="1640" y="9580"/>
                    <a:pt x="2090" y="6719"/>
                  </a:cubicBezTo>
                  <a:cubicBezTo>
                    <a:pt x="2315" y="5305"/>
                    <a:pt x="2572" y="4019"/>
                    <a:pt x="2862" y="3022"/>
                  </a:cubicBezTo>
                  <a:cubicBezTo>
                    <a:pt x="3022" y="2540"/>
                    <a:pt x="3151" y="2122"/>
                    <a:pt x="3312" y="1833"/>
                  </a:cubicBezTo>
                  <a:cubicBezTo>
                    <a:pt x="3472" y="1512"/>
                    <a:pt x="3633" y="1319"/>
                    <a:pt x="3729" y="1254"/>
                  </a:cubicBezTo>
                  <a:cubicBezTo>
                    <a:pt x="4083" y="1029"/>
                    <a:pt x="4662" y="869"/>
                    <a:pt x="5305" y="772"/>
                  </a:cubicBezTo>
                  <a:cubicBezTo>
                    <a:pt x="5947" y="676"/>
                    <a:pt x="6622" y="676"/>
                    <a:pt x="7233" y="676"/>
                  </a:cubicBezTo>
                  <a:lnTo>
                    <a:pt x="8326" y="676"/>
                  </a:lnTo>
                  <a:cubicBezTo>
                    <a:pt x="8615" y="708"/>
                    <a:pt x="8776" y="708"/>
                    <a:pt x="8776" y="708"/>
                  </a:cubicBezTo>
                  <a:lnTo>
                    <a:pt x="8905" y="708"/>
                  </a:lnTo>
                  <a:cubicBezTo>
                    <a:pt x="9001" y="676"/>
                    <a:pt x="9515" y="515"/>
                    <a:pt x="10223" y="515"/>
                  </a:cubicBezTo>
                  <a:close/>
                  <a:moveTo>
                    <a:pt x="10223" y="1"/>
                  </a:moveTo>
                  <a:cubicBezTo>
                    <a:pt x="9425" y="1"/>
                    <a:pt x="8880" y="152"/>
                    <a:pt x="8744" y="187"/>
                  </a:cubicBezTo>
                  <a:lnTo>
                    <a:pt x="8744" y="187"/>
                  </a:lnTo>
                  <a:cubicBezTo>
                    <a:pt x="8523" y="170"/>
                    <a:pt x="7949" y="129"/>
                    <a:pt x="7233" y="129"/>
                  </a:cubicBezTo>
                  <a:cubicBezTo>
                    <a:pt x="6622" y="129"/>
                    <a:pt x="5915" y="162"/>
                    <a:pt x="5208" y="258"/>
                  </a:cubicBezTo>
                  <a:cubicBezTo>
                    <a:pt x="4533" y="354"/>
                    <a:pt x="3890" y="515"/>
                    <a:pt x="3440" y="804"/>
                  </a:cubicBezTo>
                  <a:cubicBezTo>
                    <a:pt x="3183" y="965"/>
                    <a:pt x="3022" y="1254"/>
                    <a:pt x="2829" y="1576"/>
                  </a:cubicBezTo>
                  <a:cubicBezTo>
                    <a:pt x="2540" y="2187"/>
                    <a:pt x="2283" y="3087"/>
                    <a:pt x="2026" y="4147"/>
                  </a:cubicBezTo>
                  <a:cubicBezTo>
                    <a:pt x="1319" y="7330"/>
                    <a:pt x="836" y="12119"/>
                    <a:pt x="676" y="15430"/>
                  </a:cubicBezTo>
                  <a:cubicBezTo>
                    <a:pt x="451" y="19513"/>
                    <a:pt x="1" y="22920"/>
                    <a:pt x="1" y="24656"/>
                  </a:cubicBezTo>
                  <a:cubicBezTo>
                    <a:pt x="1" y="25074"/>
                    <a:pt x="1" y="25395"/>
                    <a:pt x="97" y="25652"/>
                  </a:cubicBezTo>
                  <a:cubicBezTo>
                    <a:pt x="129" y="25749"/>
                    <a:pt x="194" y="25877"/>
                    <a:pt x="290" y="26006"/>
                  </a:cubicBezTo>
                  <a:cubicBezTo>
                    <a:pt x="579" y="26520"/>
                    <a:pt x="1286" y="27517"/>
                    <a:pt x="2219" y="28738"/>
                  </a:cubicBezTo>
                  <a:cubicBezTo>
                    <a:pt x="4951" y="32370"/>
                    <a:pt x="9451" y="38028"/>
                    <a:pt x="10351" y="39089"/>
                  </a:cubicBezTo>
                  <a:cubicBezTo>
                    <a:pt x="10448" y="39217"/>
                    <a:pt x="10608" y="39281"/>
                    <a:pt x="10769" y="39281"/>
                  </a:cubicBezTo>
                  <a:cubicBezTo>
                    <a:pt x="10962" y="39281"/>
                    <a:pt x="11155" y="39217"/>
                    <a:pt x="11348" y="39089"/>
                  </a:cubicBezTo>
                  <a:cubicBezTo>
                    <a:pt x="11701" y="38864"/>
                    <a:pt x="12151" y="38510"/>
                    <a:pt x="12633" y="37996"/>
                  </a:cubicBezTo>
                  <a:cubicBezTo>
                    <a:pt x="14305" y="36228"/>
                    <a:pt x="16716" y="32917"/>
                    <a:pt x="18869" y="29702"/>
                  </a:cubicBezTo>
                  <a:cubicBezTo>
                    <a:pt x="19962" y="28095"/>
                    <a:pt x="20959" y="26520"/>
                    <a:pt x="21762" y="25202"/>
                  </a:cubicBezTo>
                  <a:cubicBezTo>
                    <a:pt x="22566" y="23884"/>
                    <a:pt x="23177" y="22823"/>
                    <a:pt x="23466" y="22213"/>
                  </a:cubicBezTo>
                  <a:cubicBezTo>
                    <a:pt x="23948" y="21120"/>
                    <a:pt x="24173" y="20091"/>
                    <a:pt x="24173" y="18998"/>
                  </a:cubicBezTo>
                  <a:cubicBezTo>
                    <a:pt x="24173" y="16877"/>
                    <a:pt x="23370" y="14659"/>
                    <a:pt x="22148" y="11862"/>
                  </a:cubicBezTo>
                  <a:cubicBezTo>
                    <a:pt x="20284" y="7587"/>
                    <a:pt x="16362" y="3665"/>
                    <a:pt x="14048" y="1512"/>
                  </a:cubicBezTo>
                  <a:cubicBezTo>
                    <a:pt x="12730" y="290"/>
                    <a:pt x="11283" y="1"/>
                    <a:pt x="10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4333;p64">
              <a:extLst>
                <a:ext uri="{FF2B5EF4-FFF2-40B4-BE49-F238E27FC236}">
                  <a16:creationId xmlns:a16="http://schemas.microsoft.com/office/drawing/2014/main" id="{EA308FE7-3976-714E-6D9C-BDA13BE90539}"/>
                </a:ext>
              </a:extLst>
            </p:cNvPr>
            <p:cNvSpPr/>
            <p:nvPr/>
          </p:nvSpPr>
          <p:spPr>
            <a:xfrm>
              <a:off x="5250050" y="1875925"/>
              <a:ext cx="257500" cy="356775"/>
            </a:xfrm>
            <a:custGeom>
              <a:avLst/>
              <a:gdLst/>
              <a:ahLst/>
              <a:cxnLst/>
              <a:rect l="l" t="t" r="r" b="b"/>
              <a:pathLst>
                <a:path w="10300" h="14271" extrusionOk="0">
                  <a:moveTo>
                    <a:pt x="8583" y="0"/>
                  </a:moveTo>
                  <a:cubicBezTo>
                    <a:pt x="6000" y="0"/>
                    <a:pt x="1287" y="3931"/>
                    <a:pt x="804" y="5656"/>
                  </a:cubicBezTo>
                  <a:cubicBezTo>
                    <a:pt x="804" y="5656"/>
                    <a:pt x="804" y="5785"/>
                    <a:pt x="740" y="5977"/>
                  </a:cubicBezTo>
                  <a:cubicBezTo>
                    <a:pt x="643" y="6588"/>
                    <a:pt x="418" y="7938"/>
                    <a:pt x="225" y="9481"/>
                  </a:cubicBezTo>
                  <a:cubicBezTo>
                    <a:pt x="0" y="11538"/>
                    <a:pt x="65" y="14271"/>
                    <a:pt x="740" y="14271"/>
                  </a:cubicBezTo>
                  <a:cubicBezTo>
                    <a:pt x="1382" y="14271"/>
                    <a:pt x="10094" y="7970"/>
                    <a:pt x="10254" y="2249"/>
                  </a:cubicBezTo>
                  <a:cubicBezTo>
                    <a:pt x="10300" y="621"/>
                    <a:pt x="9610" y="0"/>
                    <a:pt x="8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4334;p64">
              <a:extLst>
                <a:ext uri="{FF2B5EF4-FFF2-40B4-BE49-F238E27FC236}">
                  <a16:creationId xmlns:a16="http://schemas.microsoft.com/office/drawing/2014/main" id="{3895C47D-AFF6-F978-158C-34B1EAA77938}"/>
                </a:ext>
              </a:extLst>
            </p:cNvPr>
            <p:cNvSpPr/>
            <p:nvPr/>
          </p:nvSpPr>
          <p:spPr>
            <a:xfrm>
              <a:off x="5246025" y="1869450"/>
              <a:ext cx="267625" cy="370475"/>
            </a:xfrm>
            <a:custGeom>
              <a:avLst/>
              <a:gdLst/>
              <a:ahLst/>
              <a:cxnLst/>
              <a:rect l="l" t="t" r="r" b="b"/>
              <a:pathLst>
                <a:path w="10705" h="14819" extrusionOk="0">
                  <a:moveTo>
                    <a:pt x="8744" y="547"/>
                  </a:moveTo>
                  <a:cubicBezTo>
                    <a:pt x="9194" y="547"/>
                    <a:pt x="9515" y="675"/>
                    <a:pt x="9772" y="933"/>
                  </a:cubicBezTo>
                  <a:cubicBezTo>
                    <a:pt x="9997" y="1190"/>
                    <a:pt x="10158" y="1640"/>
                    <a:pt x="10158" y="2379"/>
                  </a:cubicBezTo>
                  <a:cubicBezTo>
                    <a:pt x="10158" y="2411"/>
                    <a:pt x="10158" y="2475"/>
                    <a:pt x="10158" y="2508"/>
                  </a:cubicBezTo>
                  <a:cubicBezTo>
                    <a:pt x="10094" y="5240"/>
                    <a:pt x="7908" y="8229"/>
                    <a:pt x="5658" y="10479"/>
                  </a:cubicBezTo>
                  <a:cubicBezTo>
                    <a:pt x="4533" y="11637"/>
                    <a:pt x="3376" y="12569"/>
                    <a:pt x="2476" y="13244"/>
                  </a:cubicBezTo>
                  <a:cubicBezTo>
                    <a:pt x="2026" y="13597"/>
                    <a:pt x="1640" y="13855"/>
                    <a:pt x="1351" y="14015"/>
                  </a:cubicBezTo>
                  <a:cubicBezTo>
                    <a:pt x="1190" y="14112"/>
                    <a:pt x="1093" y="14176"/>
                    <a:pt x="997" y="14240"/>
                  </a:cubicBezTo>
                  <a:lnTo>
                    <a:pt x="901" y="14272"/>
                  </a:lnTo>
                  <a:lnTo>
                    <a:pt x="868" y="14240"/>
                  </a:lnTo>
                  <a:cubicBezTo>
                    <a:pt x="772" y="14144"/>
                    <a:pt x="676" y="13822"/>
                    <a:pt x="611" y="13405"/>
                  </a:cubicBezTo>
                  <a:cubicBezTo>
                    <a:pt x="547" y="12987"/>
                    <a:pt x="547" y="12472"/>
                    <a:pt x="547" y="11894"/>
                  </a:cubicBezTo>
                  <a:cubicBezTo>
                    <a:pt x="547" y="11187"/>
                    <a:pt x="579" y="10447"/>
                    <a:pt x="676" y="9772"/>
                  </a:cubicBezTo>
                  <a:cubicBezTo>
                    <a:pt x="836" y="8229"/>
                    <a:pt x="1061" y="6879"/>
                    <a:pt x="1190" y="6301"/>
                  </a:cubicBezTo>
                  <a:cubicBezTo>
                    <a:pt x="1222" y="6076"/>
                    <a:pt x="1222" y="5979"/>
                    <a:pt x="1222" y="5979"/>
                  </a:cubicBezTo>
                  <a:cubicBezTo>
                    <a:pt x="1318" y="5626"/>
                    <a:pt x="1672" y="5079"/>
                    <a:pt x="2218" y="4501"/>
                  </a:cubicBezTo>
                  <a:cubicBezTo>
                    <a:pt x="3022" y="3601"/>
                    <a:pt x="4211" y="2604"/>
                    <a:pt x="5433" y="1833"/>
                  </a:cubicBezTo>
                  <a:cubicBezTo>
                    <a:pt x="6622" y="1061"/>
                    <a:pt x="7876" y="547"/>
                    <a:pt x="8744" y="547"/>
                  </a:cubicBezTo>
                  <a:close/>
                  <a:moveTo>
                    <a:pt x="8744" y="0"/>
                  </a:moveTo>
                  <a:cubicBezTo>
                    <a:pt x="8037" y="0"/>
                    <a:pt x="7233" y="257"/>
                    <a:pt x="6397" y="675"/>
                  </a:cubicBezTo>
                  <a:cubicBezTo>
                    <a:pt x="5144" y="1286"/>
                    <a:pt x="3826" y="2218"/>
                    <a:pt x="2765" y="3183"/>
                  </a:cubicBezTo>
                  <a:cubicBezTo>
                    <a:pt x="2251" y="3665"/>
                    <a:pt x="1801" y="4147"/>
                    <a:pt x="1447" y="4597"/>
                  </a:cubicBezTo>
                  <a:cubicBezTo>
                    <a:pt x="1093" y="5047"/>
                    <a:pt x="836" y="5465"/>
                    <a:pt x="708" y="5851"/>
                  </a:cubicBezTo>
                  <a:lnTo>
                    <a:pt x="708" y="5883"/>
                  </a:lnTo>
                  <a:cubicBezTo>
                    <a:pt x="708" y="5883"/>
                    <a:pt x="676" y="5979"/>
                    <a:pt x="643" y="6204"/>
                  </a:cubicBezTo>
                  <a:cubicBezTo>
                    <a:pt x="547" y="6783"/>
                    <a:pt x="322" y="8165"/>
                    <a:pt x="129" y="9708"/>
                  </a:cubicBezTo>
                  <a:cubicBezTo>
                    <a:pt x="33" y="10415"/>
                    <a:pt x="1" y="11187"/>
                    <a:pt x="1" y="11894"/>
                  </a:cubicBezTo>
                  <a:cubicBezTo>
                    <a:pt x="1" y="12633"/>
                    <a:pt x="33" y="13308"/>
                    <a:pt x="161" y="13822"/>
                  </a:cubicBezTo>
                  <a:cubicBezTo>
                    <a:pt x="193" y="14080"/>
                    <a:pt x="258" y="14272"/>
                    <a:pt x="386" y="14465"/>
                  </a:cubicBezTo>
                  <a:cubicBezTo>
                    <a:pt x="418" y="14562"/>
                    <a:pt x="483" y="14626"/>
                    <a:pt x="579" y="14690"/>
                  </a:cubicBezTo>
                  <a:cubicBezTo>
                    <a:pt x="643" y="14755"/>
                    <a:pt x="772" y="14819"/>
                    <a:pt x="901" y="14819"/>
                  </a:cubicBezTo>
                  <a:cubicBezTo>
                    <a:pt x="965" y="14819"/>
                    <a:pt x="997" y="14787"/>
                    <a:pt x="1061" y="14787"/>
                  </a:cubicBezTo>
                  <a:cubicBezTo>
                    <a:pt x="1254" y="14723"/>
                    <a:pt x="1511" y="14562"/>
                    <a:pt x="1833" y="14337"/>
                  </a:cubicBezTo>
                  <a:cubicBezTo>
                    <a:pt x="3022" y="13597"/>
                    <a:pt x="5176" y="11894"/>
                    <a:pt x="7072" y="9772"/>
                  </a:cubicBezTo>
                  <a:cubicBezTo>
                    <a:pt x="8969" y="7619"/>
                    <a:pt x="10608" y="5079"/>
                    <a:pt x="10705" y="2540"/>
                  </a:cubicBezTo>
                  <a:cubicBezTo>
                    <a:pt x="10705" y="2475"/>
                    <a:pt x="10705" y="2411"/>
                    <a:pt x="10705" y="2379"/>
                  </a:cubicBezTo>
                  <a:cubicBezTo>
                    <a:pt x="10705" y="1575"/>
                    <a:pt x="10512" y="965"/>
                    <a:pt x="10158" y="579"/>
                  </a:cubicBezTo>
                  <a:cubicBezTo>
                    <a:pt x="9805" y="161"/>
                    <a:pt x="9290" y="0"/>
                    <a:pt x="8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4335;p64">
              <a:extLst>
                <a:ext uri="{FF2B5EF4-FFF2-40B4-BE49-F238E27FC236}">
                  <a16:creationId xmlns:a16="http://schemas.microsoft.com/office/drawing/2014/main" id="{F06C7FC7-5ED4-6B75-1D8A-4D7A398711C1}"/>
                </a:ext>
              </a:extLst>
            </p:cNvPr>
            <p:cNvSpPr/>
            <p:nvPr/>
          </p:nvSpPr>
          <p:spPr>
            <a:xfrm>
              <a:off x="5212275" y="1713975"/>
              <a:ext cx="317450" cy="378150"/>
            </a:xfrm>
            <a:custGeom>
              <a:avLst/>
              <a:gdLst/>
              <a:ahLst/>
              <a:cxnLst/>
              <a:rect l="l" t="t" r="r" b="b"/>
              <a:pathLst>
                <a:path w="12698" h="15126" extrusionOk="0">
                  <a:moveTo>
                    <a:pt x="4510" y="1"/>
                  </a:moveTo>
                  <a:cubicBezTo>
                    <a:pt x="3445" y="1"/>
                    <a:pt x="2503" y="245"/>
                    <a:pt x="1897" y="851"/>
                  </a:cubicBezTo>
                  <a:cubicBezTo>
                    <a:pt x="1897" y="851"/>
                    <a:pt x="1093" y="3937"/>
                    <a:pt x="1093" y="4419"/>
                  </a:cubicBezTo>
                  <a:cubicBezTo>
                    <a:pt x="1093" y="4934"/>
                    <a:pt x="1415" y="6155"/>
                    <a:pt x="1415" y="6155"/>
                  </a:cubicBezTo>
                  <a:cubicBezTo>
                    <a:pt x="1415" y="6155"/>
                    <a:pt x="0" y="8405"/>
                    <a:pt x="161" y="8662"/>
                  </a:cubicBezTo>
                  <a:cubicBezTo>
                    <a:pt x="322" y="8919"/>
                    <a:pt x="836" y="9305"/>
                    <a:pt x="836" y="9305"/>
                  </a:cubicBezTo>
                  <a:cubicBezTo>
                    <a:pt x="836" y="9305"/>
                    <a:pt x="675" y="12455"/>
                    <a:pt x="1318" y="13130"/>
                  </a:cubicBezTo>
                  <a:cubicBezTo>
                    <a:pt x="1620" y="13432"/>
                    <a:pt x="2332" y="13515"/>
                    <a:pt x="3028" y="13515"/>
                  </a:cubicBezTo>
                  <a:cubicBezTo>
                    <a:pt x="3889" y="13515"/>
                    <a:pt x="4726" y="13388"/>
                    <a:pt x="4726" y="13388"/>
                  </a:cubicBezTo>
                  <a:lnTo>
                    <a:pt x="4726" y="13388"/>
                  </a:lnTo>
                  <a:cubicBezTo>
                    <a:pt x="4726" y="13388"/>
                    <a:pt x="3408" y="15027"/>
                    <a:pt x="4886" y="15123"/>
                  </a:cubicBezTo>
                  <a:cubicBezTo>
                    <a:pt x="4908" y="15125"/>
                    <a:pt x="4930" y="15125"/>
                    <a:pt x="4952" y="15125"/>
                  </a:cubicBezTo>
                  <a:cubicBezTo>
                    <a:pt x="6509" y="15125"/>
                    <a:pt x="10368" y="11850"/>
                    <a:pt x="11540" y="9980"/>
                  </a:cubicBezTo>
                  <a:cubicBezTo>
                    <a:pt x="12697" y="8084"/>
                    <a:pt x="12601" y="4580"/>
                    <a:pt x="11540" y="2844"/>
                  </a:cubicBezTo>
                  <a:cubicBezTo>
                    <a:pt x="10755" y="1597"/>
                    <a:pt x="7230" y="1"/>
                    <a:pt x="4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4336;p64">
              <a:extLst>
                <a:ext uri="{FF2B5EF4-FFF2-40B4-BE49-F238E27FC236}">
                  <a16:creationId xmlns:a16="http://schemas.microsoft.com/office/drawing/2014/main" id="{874674E7-CF51-AE51-763F-D1C465ADEB33}"/>
                </a:ext>
              </a:extLst>
            </p:cNvPr>
            <p:cNvSpPr/>
            <p:nvPr/>
          </p:nvSpPr>
          <p:spPr>
            <a:xfrm>
              <a:off x="5209050" y="1707925"/>
              <a:ext cx="319075" cy="390575"/>
            </a:xfrm>
            <a:custGeom>
              <a:avLst/>
              <a:gdLst/>
              <a:ahLst/>
              <a:cxnLst/>
              <a:rect l="l" t="t" r="r" b="b"/>
              <a:pathLst>
                <a:path w="12763" h="15623" extrusionOk="0">
                  <a:moveTo>
                    <a:pt x="4662" y="515"/>
                  </a:moveTo>
                  <a:cubicBezTo>
                    <a:pt x="5948" y="515"/>
                    <a:pt x="7491" y="900"/>
                    <a:pt x="8776" y="1447"/>
                  </a:cubicBezTo>
                  <a:cubicBezTo>
                    <a:pt x="9419" y="1736"/>
                    <a:pt x="9998" y="2025"/>
                    <a:pt x="10480" y="2347"/>
                  </a:cubicBezTo>
                  <a:cubicBezTo>
                    <a:pt x="10930" y="2668"/>
                    <a:pt x="11284" y="2990"/>
                    <a:pt x="11412" y="3247"/>
                  </a:cubicBezTo>
                  <a:cubicBezTo>
                    <a:pt x="11926" y="4051"/>
                    <a:pt x="12216" y="5368"/>
                    <a:pt x="12216" y="6686"/>
                  </a:cubicBezTo>
                  <a:cubicBezTo>
                    <a:pt x="12216" y="7940"/>
                    <a:pt x="11959" y="9226"/>
                    <a:pt x="11412" y="10094"/>
                  </a:cubicBezTo>
                  <a:cubicBezTo>
                    <a:pt x="10898" y="10962"/>
                    <a:pt x="9644" y="12247"/>
                    <a:pt x="8358" y="13308"/>
                  </a:cubicBezTo>
                  <a:cubicBezTo>
                    <a:pt x="7683" y="13822"/>
                    <a:pt x="7040" y="14272"/>
                    <a:pt x="6462" y="14594"/>
                  </a:cubicBezTo>
                  <a:cubicBezTo>
                    <a:pt x="5883" y="14915"/>
                    <a:pt x="5369" y="15108"/>
                    <a:pt x="5080" y="15108"/>
                  </a:cubicBezTo>
                  <a:lnTo>
                    <a:pt x="5048" y="15108"/>
                  </a:lnTo>
                  <a:cubicBezTo>
                    <a:pt x="4790" y="15076"/>
                    <a:pt x="4694" y="15012"/>
                    <a:pt x="4630" y="14980"/>
                  </a:cubicBezTo>
                  <a:cubicBezTo>
                    <a:pt x="4598" y="14947"/>
                    <a:pt x="4598" y="14915"/>
                    <a:pt x="4565" y="14819"/>
                  </a:cubicBezTo>
                  <a:cubicBezTo>
                    <a:pt x="4565" y="14658"/>
                    <a:pt x="4694" y="14369"/>
                    <a:pt x="4823" y="14176"/>
                  </a:cubicBezTo>
                  <a:cubicBezTo>
                    <a:pt x="4887" y="14047"/>
                    <a:pt x="4951" y="13951"/>
                    <a:pt x="4983" y="13887"/>
                  </a:cubicBezTo>
                  <a:lnTo>
                    <a:pt x="5048" y="13822"/>
                  </a:lnTo>
                  <a:lnTo>
                    <a:pt x="5080" y="13790"/>
                  </a:lnTo>
                  <a:cubicBezTo>
                    <a:pt x="5144" y="13694"/>
                    <a:pt x="5144" y="13597"/>
                    <a:pt x="5080" y="13501"/>
                  </a:cubicBezTo>
                  <a:cubicBezTo>
                    <a:pt x="5053" y="13422"/>
                    <a:pt x="4961" y="13364"/>
                    <a:pt x="4876" y="13364"/>
                  </a:cubicBezTo>
                  <a:cubicBezTo>
                    <a:pt x="4858" y="13364"/>
                    <a:pt x="4840" y="13367"/>
                    <a:pt x="4823" y="13372"/>
                  </a:cubicBezTo>
                  <a:lnTo>
                    <a:pt x="4662" y="13372"/>
                  </a:lnTo>
                  <a:cubicBezTo>
                    <a:pt x="4405" y="13405"/>
                    <a:pt x="3762" y="13469"/>
                    <a:pt x="3151" y="13469"/>
                  </a:cubicBezTo>
                  <a:cubicBezTo>
                    <a:pt x="2797" y="13469"/>
                    <a:pt x="2476" y="13469"/>
                    <a:pt x="2219" y="13405"/>
                  </a:cubicBezTo>
                  <a:cubicBezTo>
                    <a:pt x="1930" y="13372"/>
                    <a:pt x="1737" y="13276"/>
                    <a:pt x="1640" y="13180"/>
                  </a:cubicBezTo>
                  <a:cubicBezTo>
                    <a:pt x="1576" y="13115"/>
                    <a:pt x="1512" y="12987"/>
                    <a:pt x="1447" y="12794"/>
                  </a:cubicBezTo>
                  <a:cubicBezTo>
                    <a:pt x="1255" y="12183"/>
                    <a:pt x="1222" y="11122"/>
                    <a:pt x="1222" y="10415"/>
                  </a:cubicBezTo>
                  <a:cubicBezTo>
                    <a:pt x="1222" y="10158"/>
                    <a:pt x="1222" y="9965"/>
                    <a:pt x="1222" y="9804"/>
                  </a:cubicBezTo>
                  <a:cubicBezTo>
                    <a:pt x="1222" y="9676"/>
                    <a:pt x="1222" y="9579"/>
                    <a:pt x="1222" y="9579"/>
                  </a:cubicBezTo>
                  <a:cubicBezTo>
                    <a:pt x="1222" y="9483"/>
                    <a:pt x="1190" y="9419"/>
                    <a:pt x="1126" y="9354"/>
                  </a:cubicBezTo>
                  <a:lnTo>
                    <a:pt x="1062" y="9290"/>
                  </a:lnTo>
                  <a:cubicBezTo>
                    <a:pt x="997" y="9226"/>
                    <a:pt x="869" y="9129"/>
                    <a:pt x="772" y="9033"/>
                  </a:cubicBezTo>
                  <a:cubicBezTo>
                    <a:pt x="699" y="8960"/>
                    <a:pt x="608" y="8868"/>
                    <a:pt x="554" y="8800"/>
                  </a:cubicBezTo>
                  <a:lnTo>
                    <a:pt x="554" y="8800"/>
                  </a:lnTo>
                  <a:cubicBezTo>
                    <a:pt x="577" y="8707"/>
                    <a:pt x="658" y="8517"/>
                    <a:pt x="740" y="8326"/>
                  </a:cubicBezTo>
                  <a:cubicBezTo>
                    <a:pt x="933" y="7972"/>
                    <a:pt x="1190" y="7522"/>
                    <a:pt x="1383" y="7169"/>
                  </a:cubicBezTo>
                  <a:cubicBezTo>
                    <a:pt x="1608" y="6815"/>
                    <a:pt x="1769" y="6558"/>
                    <a:pt x="1769" y="6558"/>
                  </a:cubicBezTo>
                  <a:cubicBezTo>
                    <a:pt x="1801" y="6493"/>
                    <a:pt x="1833" y="6429"/>
                    <a:pt x="1801" y="6333"/>
                  </a:cubicBezTo>
                  <a:cubicBezTo>
                    <a:pt x="1801" y="6333"/>
                    <a:pt x="1769" y="6268"/>
                    <a:pt x="1737" y="6140"/>
                  </a:cubicBezTo>
                  <a:cubicBezTo>
                    <a:pt x="1705" y="5947"/>
                    <a:pt x="1640" y="5658"/>
                    <a:pt x="1576" y="5401"/>
                  </a:cubicBezTo>
                  <a:cubicBezTo>
                    <a:pt x="1512" y="5111"/>
                    <a:pt x="1480" y="4822"/>
                    <a:pt x="1480" y="4661"/>
                  </a:cubicBezTo>
                  <a:cubicBezTo>
                    <a:pt x="1480" y="4629"/>
                    <a:pt x="1480" y="4533"/>
                    <a:pt x="1512" y="4436"/>
                  </a:cubicBezTo>
                  <a:cubicBezTo>
                    <a:pt x="1576" y="3986"/>
                    <a:pt x="1769" y="3150"/>
                    <a:pt x="1962" y="2475"/>
                  </a:cubicBezTo>
                  <a:cubicBezTo>
                    <a:pt x="2122" y="1888"/>
                    <a:pt x="2238" y="1390"/>
                    <a:pt x="2272" y="1237"/>
                  </a:cubicBezTo>
                  <a:lnTo>
                    <a:pt x="2272" y="1237"/>
                  </a:lnTo>
                  <a:cubicBezTo>
                    <a:pt x="2821" y="756"/>
                    <a:pt x="3666" y="515"/>
                    <a:pt x="4662" y="515"/>
                  </a:cubicBezTo>
                  <a:close/>
                  <a:moveTo>
                    <a:pt x="4662" y="0"/>
                  </a:moveTo>
                  <a:cubicBezTo>
                    <a:pt x="3537" y="0"/>
                    <a:pt x="2540" y="225"/>
                    <a:pt x="1833" y="932"/>
                  </a:cubicBezTo>
                  <a:lnTo>
                    <a:pt x="1769" y="1029"/>
                  </a:lnTo>
                  <a:cubicBezTo>
                    <a:pt x="1769" y="1029"/>
                    <a:pt x="1576" y="1800"/>
                    <a:pt x="1351" y="2636"/>
                  </a:cubicBezTo>
                  <a:cubicBezTo>
                    <a:pt x="1255" y="3054"/>
                    <a:pt x="1158" y="3472"/>
                    <a:pt x="1062" y="3858"/>
                  </a:cubicBezTo>
                  <a:cubicBezTo>
                    <a:pt x="1029" y="4018"/>
                    <a:pt x="997" y="4179"/>
                    <a:pt x="965" y="4340"/>
                  </a:cubicBezTo>
                  <a:cubicBezTo>
                    <a:pt x="965" y="4468"/>
                    <a:pt x="933" y="4565"/>
                    <a:pt x="933" y="4661"/>
                  </a:cubicBezTo>
                  <a:cubicBezTo>
                    <a:pt x="933" y="4983"/>
                    <a:pt x="1029" y="5401"/>
                    <a:pt x="1126" y="5786"/>
                  </a:cubicBezTo>
                  <a:cubicBezTo>
                    <a:pt x="1166" y="6029"/>
                    <a:pt x="1219" y="6246"/>
                    <a:pt x="1253" y="6374"/>
                  </a:cubicBezTo>
                  <a:lnTo>
                    <a:pt x="1253" y="6374"/>
                  </a:lnTo>
                  <a:cubicBezTo>
                    <a:pt x="1143" y="6552"/>
                    <a:pt x="910" y="6932"/>
                    <a:pt x="676" y="7329"/>
                  </a:cubicBezTo>
                  <a:cubicBezTo>
                    <a:pt x="515" y="7619"/>
                    <a:pt x="354" y="7908"/>
                    <a:pt x="226" y="8165"/>
                  </a:cubicBezTo>
                  <a:cubicBezTo>
                    <a:pt x="162" y="8294"/>
                    <a:pt x="129" y="8422"/>
                    <a:pt x="97" y="8519"/>
                  </a:cubicBezTo>
                  <a:cubicBezTo>
                    <a:pt x="33" y="8647"/>
                    <a:pt x="33" y="8711"/>
                    <a:pt x="1" y="8840"/>
                  </a:cubicBezTo>
                  <a:cubicBezTo>
                    <a:pt x="1" y="8868"/>
                    <a:pt x="1" y="8947"/>
                    <a:pt x="67" y="9032"/>
                  </a:cubicBezTo>
                  <a:lnTo>
                    <a:pt x="67" y="9032"/>
                  </a:lnTo>
                  <a:lnTo>
                    <a:pt x="65" y="9033"/>
                  </a:lnTo>
                  <a:cubicBezTo>
                    <a:pt x="194" y="9226"/>
                    <a:pt x="354" y="9386"/>
                    <a:pt x="515" y="9515"/>
                  </a:cubicBezTo>
                  <a:cubicBezTo>
                    <a:pt x="580" y="9596"/>
                    <a:pt x="644" y="9660"/>
                    <a:pt x="697" y="9705"/>
                  </a:cubicBezTo>
                  <a:lnTo>
                    <a:pt x="697" y="9705"/>
                  </a:lnTo>
                  <a:cubicBezTo>
                    <a:pt x="687" y="9856"/>
                    <a:pt x="676" y="10106"/>
                    <a:pt x="676" y="10415"/>
                  </a:cubicBezTo>
                  <a:cubicBezTo>
                    <a:pt x="676" y="10897"/>
                    <a:pt x="708" y="11540"/>
                    <a:pt x="772" y="12119"/>
                  </a:cubicBezTo>
                  <a:cubicBezTo>
                    <a:pt x="804" y="12408"/>
                    <a:pt x="869" y="12697"/>
                    <a:pt x="933" y="12955"/>
                  </a:cubicBezTo>
                  <a:cubicBezTo>
                    <a:pt x="997" y="13180"/>
                    <a:pt x="1094" y="13405"/>
                    <a:pt x="1255" y="13565"/>
                  </a:cubicBezTo>
                  <a:cubicBezTo>
                    <a:pt x="1480" y="13790"/>
                    <a:pt x="1769" y="13887"/>
                    <a:pt x="2090" y="13951"/>
                  </a:cubicBezTo>
                  <a:cubicBezTo>
                    <a:pt x="2444" y="14015"/>
                    <a:pt x="2797" y="14015"/>
                    <a:pt x="3151" y="14015"/>
                  </a:cubicBezTo>
                  <a:cubicBezTo>
                    <a:pt x="3578" y="14015"/>
                    <a:pt x="3990" y="13986"/>
                    <a:pt x="4306" y="13956"/>
                  </a:cubicBezTo>
                  <a:lnTo>
                    <a:pt x="4306" y="13956"/>
                  </a:lnTo>
                  <a:cubicBezTo>
                    <a:pt x="4185" y="14201"/>
                    <a:pt x="4051" y="14496"/>
                    <a:pt x="4051" y="14819"/>
                  </a:cubicBezTo>
                  <a:cubicBezTo>
                    <a:pt x="4051" y="15012"/>
                    <a:pt x="4115" y="15237"/>
                    <a:pt x="4276" y="15398"/>
                  </a:cubicBezTo>
                  <a:cubicBezTo>
                    <a:pt x="4469" y="15526"/>
                    <a:pt x="4694" y="15623"/>
                    <a:pt x="5015" y="15623"/>
                  </a:cubicBezTo>
                  <a:lnTo>
                    <a:pt x="5080" y="15623"/>
                  </a:lnTo>
                  <a:cubicBezTo>
                    <a:pt x="5562" y="15623"/>
                    <a:pt x="6108" y="15398"/>
                    <a:pt x="6719" y="15076"/>
                  </a:cubicBezTo>
                  <a:cubicBezTo>
                    <a:pt x="7651" y="14530"/>
                    <a:pt x="8712" y="13726"/>
                    <a:pt x="9644" y="12890"/>
                  </a:cubicBezTo>
                  <a:cubicBezTo>
                    <a:pt x="10609" y="12022"/>
                    <a:pt x="11412" y="11122"/>
                    <a:pt x="11894" y="10351"/>
                  </a:cubicBezTo>
                  <a:cubicBezTo>
                    <a:pt x="12505" y="9354"/>
                    <a:pt x="12762" y="8004"/>
                    <a:pt x="12762" y="6686"/>
                  </a:cubicBezTo>
                  <a:cubicBezTo>
                    <a:pt x="12762" y="5272"/>
                    <a:pt x="12473" y="3922"/>
                    <a:pt x="11894" y="2958"/>
                  </a:cubicBezTo>
                  <a:cubicBezTo>
                    <a:pt x="11669" y="2604"/>
                    <a:pt x="11251" y="2250"/>
                    <a:pt x="10769" y="1897"/>
                  </a:cubicBezTo>
                  <a:cubicBezTo>
                    <a:pt x="9258" y="900"/>
                    <a:pt x="6783" y="0"/>
                    <a:pt x="4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4337;p64">
              <a:extLst>
                <a:ext uri="{FF2B5EF4-FFF2-40B4-BE49-F238E27FC236}">
                  <a16:creationId xmlns:a16="http://schemas.microsoft.com/office/drawing/2014/main" id="{74833C65-E940-DAC9-ED66-3D82BD5E2733}"/>
                </a:ext>
              </a:extLst>
            </p:cNvPr>
            <p:cNvSpPr/>
            <p:nvPr/>
          </p:nvSpPr>
          <p:spPr>
            <a:xfrm>
              <a:off x="5222725" y="1583375"/>
              <a:ext cx="422725" cy="376150"/>
            </a:xfrm>
            <a:custGeom>
              <a:avLst/>
              <a:gdLst/>
              <a:ahLst/>
              <a:cxnLst/>
              <a:rect l="l" t="t" r="r" b="b"/>
              <a:pathLst>
                <a:path w="16909" h="15046" extrusionOk="0">
                  <a:moveTo>
                    <a:pt x="9753" y="1"/>
                  </a:moveTo>
                  <a:cubicBezTo>
                    <a:pt x="9390" y="1"/>
                    <a:pt x="9038" y="42"/>
                    <a:pt x="8711" y="128"/>
                  </a:cubicBezTo>
                  <a:cubicBezTo>
                    <a:pt x="8711" y="128"/>
                    <a:pt x="2315" y="964"/>
                    <a:pt x="1158" y="3439"/>
                  </a:cubicBezTo>
                  <a:cubicBezTo>
                    <a:pt x="0" y="5914"/>
                    <a:pt x="2668" y="9000"/>
                    <a:pt x="4565" y="9418"/>
                  </a:cubicBezTo>
                  <a:cubicBezTo>
                    <a:pt x="5987" y="9708"/>
                    <a:pt x="7048" y="9744"/>
                    <a:pt x="7489" y="9744"/>
                  </a:cubicBezTo>
                  <a:cubicBezTo>
                    <a:pt x="7637" y="9744"/>
                    <a:pt x="7715" y="9740"/>
                    <a:pt x="7715" y="9740"/>
                  </a:cubicBezTo>
                  <a:lnTo>
                    <a:pt x="7715" y="9740"/>
                  </a:lnTo>
                  <a:cubicBezTo>
                    <a:pt x="7715" y="9740"/>
                    <a:pt x="5722" y="11475"/>
                    <a:pt x="6976" y="11893"/>
                  </a:cubicBezTo>
                  <a:cubicBezTo>
                    <a:pt x="8197" y="12311"/>
                    <a:pt x="8776" y="12054"/>
                    <a:pt x="8776" y="12472"/>
                  </a:cubicBezTo>
                  <a:cubicBezTo>
                    <a:pt x="8776" y="12890"/>
                    <a:pt x="7554" y="14208"/>
                    <a:pt x="8615" y="14304"/>
                  </a:cubicBezTo>
                  <a:cubicBezTo>
                    <a:pt x="8633" y="14305"/>
                    <a:pt x="8651" y="14306"/>
                    <a:pt x="8669" y="14306"/>
                  </a:cubicBezTo>
                  <a:cubicBezTo>
                    <a:pt x="9613" y="14306"/>
                    <a:pt x="9968" y="12830"/>
                    <a:pt x="10512" y="12830"/>
                  </a:cubicBezTo>
                  <a:cubicBezTo>
                    <a:pt x="10574" y="12830"/>
                    <a:pt x="10637" y="12848"/>
                    <a:pt x="10704" y="12890"/>
                  </a:cubicBezTo>
                  <a:cubicBezTo>
                    <a:pt x="11347" y="13308"/>
                    <a:pt x="10447" y="14947"/>
                    <a:pt x="10769" y="15044"/>
                  </a:cubicBezTo>
                  <a:cubicBezTo>
                    <a:pt x="10774" y="15045"/>
                    <a:pt x="10779" y="15046"/>
                    <a:pt x="10785" y="15046"/>
                  </a:cubicBezTo>
                  <a:cubicBezTo>
                    <a:pt x="11211" y="15046"/>
                    <a:pt x="14291" y="11748"/>
                    <a:pt x="15590" y="8325"/>
                  </a:cubicBezTo>
                  <a:cubicBezTo>
                    <a:pt x="16908" y="4854"/>
                    <a:pt x="15076" y="2700"/>
                    <a:pt x="13758" y="1543"/>
                  </a:cubicBezTo>
                  <a:cubicBezTo>
                    <a:pt x="12714" y="600"/>
                    <a:pt x="11144" y="1"/>
                    <a:pt x="97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4338;p64">
              <a:extLst>
                <a:ext uri="{FF2B5EF4-FFF2-40B4-BE49-F238E27FC236}">
                  <a16:creationId xmlns:a16="http://schemas.microsoft.com/office/drawing/2014/main" id="{CB71034B-89B7-1C94-6829-B4D09D7DC3D5}"/>
                </a:ext>
              </a:extLst>
            </p:cNvPr>
            <p:cNvSpPr/>
            <p:nvPr/>
          </p:nvSpPr>
          <p:spPr>
            <a:xfrm>
              <a:off x="5238000" y="1576925"/>
              <a:ext cx="392975" cy="388975"/>
            </a:xfrm>
            <a:custGeom>
              <a:avLst/>
              <a:gdLst/>
              <a:ahLst/>
              <a:cxnLst/>
              <a:rect l="l" t="t" r="r" b="b"/>
              <a:pathLst>
                <a:path w="15719" h="15559" extrusionOk="0">
                  <a:moveTo>
                    <a:pt x="8071" y="119"/>
                  </a:moveTo>
                  <a:lnTo>
                    <a:pt x="8071" y="119"/>
                  </a:lnTo>
                  <a:cubicBezTo>
                    <a:pt x="8071" y="119"/>
                    <a:pt x="8071" y="119"/>
                    <a:pt x="8071" y="119"/>
                  </a:cubicBezTo>
                  <a:lnTo>
                    <a:pt x="8071" y="119"/>
                  </a:lnTo>
                  <a:lnTo>
                    <a:pt x="8071" y="119"/>
                  </a:lnTo>
                  <a:close/>
                  <a:moveTo>
                    <a:pt x="9129" y="515"/>
                  </a:moveTo>
                  <a:cubicBezTo>
                    <a:pt x="10447" y="515"/>
                    <a:pt x="11990" y="1094"/>
                    <a:pt x="12986" y="1994"/>
                  </a:cubicBezTo>
                  <a:cubicBezTo>
                    <a:pt x="13469" y="2412"/>
                    <a:pt x="14015" y="2990"/>
                    <a:pt x="14433" y="3665"/>
                  </a:cubicBezTo>
                  <a:cubicBezTo>
                    <a:pt x="14851" y="4372"/>
                    <a:pt x="15172" y="5240"/>
                    <a:pt x="15172" y="6269"/>
                  </a:cubicBezTo>
                  <a:cubicBezTo>
                    <a:pt x="15172" y="6912"/>
                    <a:pt x="15044" y="7651"/>
                    <a:pt x="14722" y="8487"/>
                  </a:cubicBezTo>
                  <a:cubicBezTo>
                    <a:pt x="14079" y="10158"/>
                    <a:pt x="12986" y="11830"/>
                    <a:pt x="12022" y="13051"/>
                  </a:cubicBezTo>
                  <a:cubicBezTo>
                    <a:pt x="11540" y="13694"/>
                    <a:pt x="11090" y="14209"/>
                    <a:pt x="10736" y="14530"/>
                  </a:cubicBezTo>
                  <a:cubicBezTo>
                    <a:pt x="10612" y="14654"/>
                    <a:pt x="10502" y="14751"/>
                    <a:pt x="10413" y="14831"/>
                  </a:cubicBezTo>
                  <a:lnTo>
                    <a:pt x="10413" y="14831"/>
                  </a:lnTo>
                  <a:cubicBezTo>
                    <a:pt x="10433" y="14747"/>
                    <a:pt x="10456" y="14655"/>
                    <a:pt x="10479" y="14562"/>
                  </a:cubicBezTo>
                  <a:cubicBezTo>
                    <a:pt x="10543" y="14305"/>
                    <a:pt x="10608" y="14016"/>
                    <a:pt x="10608" y="13726"/>
                  </a:cubicBezTo>
                  <a:cubicBezTo>
                    <a:pt x="10608" y="13566"/>
                    <a:pt x="10576" y="13437"/>
                    <a:pt x="10511" y="13276"/>
                  </a:cubicBezTo>
                  <a:cubicBezTo>
                    <a:pt x="10479" y="13148"/>
                    <a:pt x="10383" y="13019"/>
                    <a:pt x="10222" y="12923"/>
                  </a:cubicBezTo>
                  <a:cubicBezTo>
                    <a:pt x="10126" y="12859"/>
                    <a:pt x="9997" y="12826"/>
                    <a:pt x="9901" y="12826"/>
                  </a:cubicBezTo>
                  <a:cubicBezTo>
                    <a:pt x="9772" y="12826"/>
                    <a:pt x="9643" y="12859"/>
                    <a:pt x="9547" y="12923"/>
                  </a:cubicBezTo>
                  <a:cubicBezTo>
                    <a:pt x="9386" y="13019"/>
                    <a:pt x="9290" y="13180"/>
                    <a:pt x="9161" y="13341"/>
                  </a:cubicBezTo>
                  <a:cubicBezTo>
                    <a:pt x="9000" y="13566"/>
                    <a:pt x="8808" y="13823"/>
                    <a:pt x="8647" y="13984"/>
                  </a:cubicBezTo>
                  <a:cubicBezTo>
                    <a:pt x="8454" y="14176"/>
                    <a:pt x="8293" y="14273"/>
                    <a:pt x="8068" y="14273"/>
                  </a:cubicBezTo>
                  <a:lnTo>
                    <a:pt x="8036" y="14273"/>
                  </a:lnTo>
                  <a:cubicBezTo>
                    <a:pt x="7908" y="14273"/>
                    <a:pt x="7843" y="14241"/>
                    <a:pt x="7843" y="14241"/>
                  </a:cubicBezTo>
                  <a:lnTo>
                    <a:pt x="7843" y="14209"/>
                  </a:lnTo>
                  <a:cubicBezTo>
                    <a:pt x="7843" y="14144"/>
                    <a:pt x="7875" y="14048"/>
                    <a:pt x="7908" y="13919"/>
                  </a:cubicBezTo>
                  <a:cubicBezTo>
                    <a:pt x="7972" y="13759"/>
                    <a:pt x="8100" y="13534"/>
                    <a:pt x="8229" y="13341"/>
                  </a:cubicBezTo>
                  <a:cubicBezTo>
                    <a:pt x="8261" y="13244"/>
                    <a:pt x="8325" y="13148"/>
                    <a:pt x="8358" y="13051"/>
                  </a:cubicBezTo>
                  <a:cubicBezTo>
                    <a:pt x="8422" y="12955"/>
                    <a:pt x="8454" y="12859"/>
                    <a:pt x="8454" y="12730"/>
                  </a:cubicBezTo>
                  <a:cubicBezTo>
                    <a:pt x="8454" y="12634"/>
                    <a:pt x="8422" y="12569"/>
                    <a:pt x="8390" y="12473"/>
                  </a:cubicBezTo>
                  <a:cubicBezTo>
                    <a:pt x="8358" y="12409"/>
                    <a:pt x="8293" y="12344"/>
                    <a:pt x="8229" y="12312"/>
                  </a:cubicBezTo>
                  <a:cubicBezTo>
                    <a:pt x="8100" y="12248"/>
                    <a:pt x="8004" y="12216"/>
                    <a:pt x="7908" y="12184"/>
                  </a:cubicBezTo>
                  <a:cubicBezTo>
                    <a:pt x="7586" y="12151"/>
                    <a:pt x="7136" y="12119"/>
                    <a:pt x="6429" y="11894"/>
                  </a:cubicBezTo>
                  <a:cubicBezTo>
                    <a:pt x="6333" y="11862"/>
                    <a:pt x="6268" y="11798"/>
                    <a:pt x="6236" y="11798"/>
                  </a:cubicBezTo>
                  <a:cubicBezTo>
                    <a:pt x="6236" y="11766"/>
                    <a:pt x="6204" y="11733"/>
                    <a:pt x="6204" y="11669"/>
                  </a:cubicBezTo>
                  <a:cubicBezTo>
                    <a:pt x="6204" y="11573"/>
                    <a:pt x="6268" y="11412"/>
                    <a:pt x="6365" y="11251"/>
                  </a:cubicBezTo>
                  <a:cubicBezTo>
                    <a:pt x="6493" y="10994"/>
                    <a:pt x="6718" y="10737"/>
                    <a:pt x="6911" y="10544"/>
                  </a:cubicBezTo>
                  <a:cubicBezTo>
                    <a:pt x="7008" y="10416"/>
                    <a:pt x="7104" y="10351"/>
                    <a:pt x="7168" y="10287"/>
                  </a:cubicBezTo>
                  <a:lnTo>
                    <a:pt x="7265" y="10223"/>
                  </a:lnTo>
                  <a:lnTo>
                    <a:pt x="7265" y="10191"/>
                  </a:lnTo>
                  <a:cubicBezTo>
                    <a:pt x="7361" y="10126"/>
                    <a:pt x="7393" y="9998"/>
                    <a:pt x="7361" y="9901"/>
                  </a:cubicBezTo>
                  <a:cubicBezTo>
                    <a:pt x="7308" y="9795"/>
                    <a:pt x="7233" y="9732"/>
                    <a:pt x="7135" y="9732"/>
                  </a:cubicBezTo>
                  <a:cubicBezTo>
                    <a:pt x="7115" y="9732"/>
                    <a:pt x="7094" y="9735"/>
                    <a:pt x="7072" y="9741"/>
                  </a:cubicBezTo>
                  <a:lnTo>
                    <a:pt x="6815" y="9741"/>
                  </a:lnTo>
                  <a:cubicBezTo>
                    <a:pt x="6365" y="9741"/>
                    <a:pt x="5336" y="9676"/>
                    <a:pt x="4018" y="9387"/>
                  </a:cubicBezTo>
                  <a:cubicBezTo>
                    <a:pt x="3311" y="9258"/>
                    <a:pt x="2411" y="8648"/>
                    <a:pt x="1704" y="7844"/>
                  </a:cubicBezTo>
                  <a:cubicBezTo>
                    <a:pt x="1029" y="7008"/>
                    <a:pt x="514" y="5980"/>
                    <a:pt x="547" y="4983"/>
                  </a:cubicBezTo>
                  <a:cubicBezTo>
                    <a:pt x="547" y="4597"/>
                    <a:pt x="611" y="4180"/>
                    <a:pt x="804" y="3794"/>
                  </a:cubicBezTo>
                  <a:cubicBezTo>
                    <a:pt x="1029" y="3279"/>
                    <a:pt x="1607" y="2765"/>
                    <a:pt x="2347" y="2347"/>
                  </a:cubicBezTo>
                  <a:cubicBezTo>
                    <a:pt x="3440" y="1737"/>
                    <a:pt x="4918" y="1319"/>
                    <a:pt x="6075" y="1029"/>
                  </a:cubicBezTo>
                  <a:cubicBezTo>
                    <a:pt x="6654" y="901"/>
                    <a:pt x="7168" y="804"/>
                    <a:pt x="7554" y="740"/>
                  </a:cubicBezTo>
                  <a:cubicBezTo>
                    <a:pt x="7715" y="708"/>
                    <a:pt x="7875" y="676"/>
                    <a:pt x="7972" y="676"/>
                  </a:cubicBezTo>
                  <a:cubicBezTo>
                    <a:pt x="8068" y="644"/>
                    <a:pt x="8133" y="644"/>
                    <a:pt x="8133" y="644"/>
                  </a:cubicBezTo>
                  <a:lnTo>
                    <a:pt x="8165" y="644"/>
                  </a:lnTo>
                  <a:cubicBezTo>
                    <a:pt x="8454" y="547"/>
                    <a:pt x="8775" y="515"/>
                    <a:pt x="9129" y="515"/>
                  </a:cubicBezTo>
                  <a:close/>
                  <a:moveTo>
                    <a:pt x="9129" y="1"/>
                  </a:moveTo>
                  <a:cubicBezTo>
                    <a:pt x="8757" y="1"/>
                    <a:pt x="8385" y="31"/>
                    <a:pt x="8071" y="119"/>
                  </a:cubicBezTo>
                  <a:lnTo>
                    <a:pt x="8071" y="119"/>
                  </a:lnTo>
                  <a:lnTo>
                    <a:pt x="8068" y="97"/>
                  </a:lnTo>
                  <a:cubicBezTo>
                    <a:pt x="8036" y="97"/>
                    <a:pt x="6429" y="322"/>
                    <a:pt x="4693" y="836"/>
                  </a:cubicBezTo>
                  <a:cubicBezTo>
                    <a:pt x="3793" y="1094"/>
                    <a:pt x="2861" y="1447"/>
                    <a:pt x="2089" y="1897"/>
                  </a:cubicBezTo>
                  <a:cubicBezTo>
                    <a:pt x="1286" y="2347"/>
                    <a:pt x="643" y="2862"/>
                    <a:pt x="322" y="3569"/>
                  </a:cubicBezTo>
                  <a:cubicBezTo>
                    <a:pt x="97" y="4051"/>
                    <a:pt x="0" y="4501"/>
                    <a:pt x="0" y="4983"/>
                  </a:cubicBezTo>
                  <a:cubicBezTo>
                    <a:pt x="0" y="6140"/>
                    <a:pt x="547" y="7298"/>
                    <a:pt x="1318" y="8165"/>
                  </a:cubicBezTo>
                  <a:cubicBezTo>
                    <a:pt x="2057" y="9065"/>
                    <a:pt x="3022" y="9741"/>
                    <a:pt x="3890" y="9933"/>
                  </a:cubicBezTo>
                  <a:cubicBezTo>
                    <a:pt x="5006" y="10167"/>
                    <a:pt x="5912" y="10233"/>
                    <a:pt x="6474" y="10250"/>
                  </a:cubicBezTo>
                  <a:lnTo>
                    <a:pt x="6474" y="10250"/>
                  </a:lnTo>
                  <a:cubicBezTo>
                    <a:pt x="6428" y="10302"/>
                    <a:pt x="6380" y="10357"/>
                    <a:pt x="6333" y="10416"/>
                  </a:cubicBezTo>
                  <a:cubicBezTo>
                    <a:pt x="6172" y="10576"/>
                    <a:pt x="6011" y="10769"/>
                    <a:pt x="5882" y="10994"/>
                  </a:cubicBezTo>
                  <a:cubicBezTo>
                    <a:pt x="5786" y="11219"/>
                    <a:pt x="5690" y="11412"/>
                    <a:pt x="5690" y="11669"/>
                  </a:cubicBezTo>
                  <a:cubicBezTo>
                    <a:pt x="5690" y="11830"/>
                    <a:pt x="5722" y="11991"/>
                    <a:pt x="5818" y="12119"/>
                  </a:cubicBezTo>
                  <a:cubicBezTo>
                    <a:pt x="5947" y="12248"/>
                    <a:pt x="6075" y="12344"/>
                    <a:pt x="6268" y="12409"/>
                  </a:cubicBezTo>
                  <a:cubicBezTo>
                    <a:pt x="6911" y="12634"/>
                    <a:pt x="7393" y="12666"/>
                    <a:pt x="7683" y="12698"/>
                  </a:cubicBezTo>
                  <a:cubicBezTo>
                    <a:pt x="7783" y="12718"/>
                    <a:pt x="7858" y="12738"/>
                    <a:pt x="7900" y="12750"/>
                  </a:cubicBezTo>
                  <a:lnTo>
                    <a:pt x="7900" y="12750"/>
                  </a:lnTo>
                  <a:cubicBezTo>
                    <a:pt x="7887" y="12783"/>
                    <a:pt x="7858" y="12853"/>
                    <a:pt x="7811" y="12923"/>
                  </a:cubicBezTo>
                  <a:cubicBezTo>
                    <a:pt x="7747" y="13084"/>
                    <a:pt x="7618" y="13309"/>
                    <a:pt x="7522" y="13501"/>
                  </a:cubicBezTo>
                  <a:cubicBezTo>
                    <a:pt x="7393" y="13726"/>
                    <a:pt x="7297" y="13951"/>
                    <a:pt x="7297" y="14209"/>
                  </a:cubicBezTo>
                  <a:cubicBezTo>
                    <a:pt x="7297" y="14337"/>
                    <a:pt x="7361" y="14530"/>
                    <a:pt x="7490" y="14626"/>
                  </a:cubicBezTo>
                  <a:cubicBezTo>
                    <a:pt x="7618" y="14755"/>
                    <a:pt x="7779" y="14819"/>
                    <a:pt x="8004" y="14819"/>
                  </a:cubicBezTo>
                  <a:lnTo>
                    <a:pt x="8068" y="14819"/>
                  </a:lnTo>
                  <a:cubicBezTo>
                    <a:pt x="8390" y="14819"/>
                    <a:pt x="8647" y="14691"/>
                    <a:pt x="8840" y="14530"/>
                  </a:cubicBezTo>
                  <a:cubicBezTo>
                    <a:pt x="9161" y="14273"/>
                    <a:pt x="9354" y="13951"/>
                    <a:pt x="9547" y="13694"/>
                  </a:cubicBezTo>
                  <a:cubicBezTo>
                    <a:pt x="9643" y="13598"/>
                    <a:pt x="9708" y="13469"/>
                    <a:pt x="9772" y="13405"/>
                  </a:cubicBezTo>
                  <a:cubicBezTo>
                    <a:pt x="9868" y="13341"/>
                    <a:pt x="9901" y="13341"/>
                    <a:pt x="9901" y="13341"/>
                  </a:cubicBezTo>
                  <a:lnTo>
                    <a:pt x="9933" y="13373"/>
                  </a:lnTo>
                  <a:cubicBezTo>
                    <a:pt x="9997" y="13405"/>
                    <a:pt x="9997" y="13437"/>
                    <a:pt x="10029" y="13469"/>
                  </a:cubicBezTo>
                  <a:cubicBezTo>
                    <a:pt x="10061" y="13534"/>
                    <a:pt x="10061" y="13630"/>
                    <a:pt x="10061" y="13726"/>
                  </a:cubicBezTo>
                  <a:cubicBezTo>
                    <a:pt x="10061" y="13919"/>
                    <a:pt x="9997" y="14209"/>
                    <a:pt x="9933" y="14466"/>
                  </a:cubicBezTo>
                  <a:cubicBezTo>
                    <a:pt x="9901" y="14691"/>
                    <a:pt x="9836" y="14948"/>
                    <a:pt x="9836" y="15141"/>
                  </a:cubicBezTo>
                  <a:cubicBezTo>
                    <a:pt x="9836" y="15205"/>
                    <a:pt x="9836" y="15269"/>
                    <a:pt x="9868" y="15366"/>
                  </a:cubicBezTo>
                  <a:cubicBezTo>
                    <a:pt x="9901" y="15430"/>
                    <a:pt x="9997" y="15527"/>
                    <a:pt x="10093" y="15559"/>
                  </a:cubicBezTo>
                  <a:lnTo>
                    <a:pt x="10190" y="15559"/>
                  </a:lnTo>
                  <a:cubicBezTo>
                    <a:pt x="10286" y="15559"/>
                    <a:pt x="10351" y="15527"/>
                    <a:pt x="10415" y="15494"/>
                  </a:cubicBezTo>
                  <a:cubicBezTo>
                    <a:pt x="10543" y="15430"/>
                    <a:pt x="10640" y="15334"/>
                    <a:pt x="10801" y="15205"/>
                  </a:cubicBezTo>
                  <a:cubicBezTo>
                    <a:pt x="11315" y="14723"/>
                    <a:pt x="12151" y="13823"/>
                    <a:pt x="12986" y="12666"/>
                  </a:cubicBezTo>
                  <a:cubicBezTo>
                    <a:pt x="13822" y="11508"/>
                    <a:pt x="14658" y="10126"/>
                    <a:pt x="15237" y="8680"/>
                  </a:cubicBezTo>
                  <a:cubicBezTo>
                    <a:pt x="15558" y="7812"/>
                    <a:pt x="15719" y="6976"/>
                    <a:pt x="15687" y="6269"/>
                  </a:cubicBezTo>
                  <a:cubicBezTo>
                    <a:pt x="15719" y="5112"/>
                    <a:pt x="15365" y="4180"/>
                    <a:pt x="14883" y="3408"/>
                  </a:cubicBezTo>
                  <a:cubicBezTo>
                    <a:pt x="14433" y="2637"/>
                    <a:pt x="13822" y="2026"/>
                    <a:pt x="13340" y="1576"/>
                  </a:cubicBezTo>
                  <a:cubicBezTo>
                    <a:pt x="12215" y="611"/>
                    <a:pt x="10576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4339;p64">
              <a:extLst>
                <a:ext uri="{FF2B5EF4-FFF2-40B4-BE49-F238E27FC236}">
                  <a16:creationId xmlns:a16="http://schemas.microsoft.com/office/drawing/2014/main" id="{04855BD3-FA1A-5D25-FB15-DDA4C93AA404}"/>
                </a:ext>
              </a:extLst>
            </p:cNvPr>
            <p:cNvSpPr/>
            <p:nvPr/>
          </p:nvSpPr>
          <p:spPr>
            <a:xfrm>
              <a:off x="5419600" y="1895500"/>
              <a:ext cx="86825" cy="87425"/>
            </a:xfrm>
            <a:custGeom>
              <a:avLst/>
              <a:gdLst/>
              <a:ahLst/>
              <a:cxnLst/>
              <a:rect l="l" t="t" r="r" b="b"/>
              <a:pathLst>
                <a:path w="3473" h="3497" extrusionOk="0">
                  <a:moveTo>
                    <a:pt x="2503" y="0"/>
                  </a:moveTo>
                  <a:cubicBezTo>
                    <a:pt x="1776" y="0"/>
                    <a:pt x="836" y="2141"/>
                    <a:pt x="836" y="2141"/>
                  </a:cubicBezTo>
                  <a:lnTo>
                    <a:pt x="1" y="3137"/>
                  </a:lnTo>
                  <a:cubicBezTo>
                    <a:pt x="1" y="3137"/>
                    <a:pt x="766" y="3496"/>
                    <a:pt x="1512" y="3496"/>
                  </a:cubicBezTo>
                  <a:cubicBezTo>
                    <a:pt x="1837" y="3496"/>
                    <a:pt x="2158" y="3428"/>
                    <a:pt x="2412" y="3234"/>
                  </a:cubicBezTo>
                  <a:cubicBezTo>
                    <a:pt x="3247" y="2559"/>
                    <a:pt x="3472" y="662"/>
                    <a:pt x="2733" y="83"/>
                  </a:cubicBezTo>
                  <a:cubicBezTo>
                    <a:pt x="2660" y="26"/>
                    <a:pt x="2583" y="0"/>
                    <a:pt x="25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4340;p64">
              <a:extLst>
                <a:ext uri="{FF2B5EF4-FFF2-40B4-BE49-F238E27FC236}">
                  <a16:creationId xmlns:a16="http://schemas.microsoft.com/office/drawing/2014/main" id="{BB9322A1-34C3-9E3E-A9FC-D284335CA95B}"/>
                </a:ext>
              </a:extLst>
            </p:cNvPr>
            <p:cNvSpPr/>
            <p:nvPr/>
          </p:nvSpPr>
          <p:spPr>
            <a:xfrm>
              <a:off x="5411575" y="1888725"/>
              <a:ext cx="94050" cy="100475"/>
            </a:xfrm>
            <a:custGeom>
              <a:avLst/>
              <a:gdLst/>
              <a:ahLst/>
              <a:cxnLst/>
              <a:rect l="l" t="t" r="r" b="b"/>
              <a:pathLst>
                <a:path w="3762" h="4019" extrusionOk="0">
                  <a:moveTo>
                    <a:pt x="2829" y="1"/>
                  </a:moveTo>
                  <a:cubicBezTo>
                    <a:pt x="2668" y="1"/>
                    <a:pt x="2540" y="33"/>
                    <a:pt x="2411" y="129"/>
                  </a:cubicBezTo>
                  <a:cubicBezTo>
                    <a:pt x="2186" y="258"/>
                    <a:pt x="1993" y="451"/>
                    <a:pt x="1832" y="676"/>
                  </a:cubicBezTo>
                  <a:cubicBezTo>
                    <a:pt x="1318" y="1351"/>
                    <a:pt x="900" y="2283"/>
                    <a:pt x="900" y="2315"/>
                  </a:cubicBezTo>
                  <a:cubicBezTo>
                    <a:pt x="836" y="2444"/>
                    <a:pt x="900" y="2605"/>
                    <a:pt x="1029" y="2669"/>
                  </a:cubicBezTo>
                  <a:cubicBezTo>
                    <a:pt x="1070" y="2685"/>
                    <a:pt x="1112" y="2693"/>
                    <a:pt x="1151" y="2693"/>
                  </a:cubicBezTo>
                  <a:cubicBezTo>
                    <a:pt x="1264" y="2693"/>
                    <a:pt x="1359" y="2627"/>
                    <a:pt x="1382" y="2508"/>
                  </a:cubicBezTo>
                  <a:cubicBezTo>
                    <a:pt x="1382" y="2508"/>
                    <a:pt x="1415" y="2476"/>
                    <a:pt x="1447" y="2444"/>
                  </a:cubicBezTo>
                  <a:cubicBezTo>
                    <a:pt x="1543" y="2219"/>
                    <a:pt x="1768" y="1737"/>
                    <a:pt x="2057" y="1287"/>
                  </a:cubicBezTo>
                  <a:cubicBezTo>
                    <a:pt x="2218" y="1062"/>
                    <a:pt x="2379" y="869"/>
                    <a:pt x="2508" y="708"/>
                  </a:cubicBezTo>
                  <a:cubicBezTo>
                    <a:pt x="2668" y="579"/>
                    <a:pt x="2797" y="515"/>
                    <a:pt x="2829" y="515"/>
                  </a:cubicBezTo>
                  <a:lnTo>
                    <a:pt x="2893" y="547"/>
                  </a:lnTo>
                  <a:cubicBezTo>
                    <a:pt x="3086" y="708"/>
                    <a:pt x="3247" y="1094"/>
                    <a:pt x="3247" y="1544"/>
                  </a:cubicBezTo>
                  <a:cubicBezTo>
                    <a:pt x="3247" y="1865"/>
                    <a:pt x="3183" y="2251"/>
                    <a:pt x="3054" y="2540"/>
                  </a:cubicBezTo>
                  <a:cubicBezTo>
                    <a:pt x="2925" y="2862"/>
                    <a:pt x="2765" y="3119"/>
                    <a:pt x="2572" y="3280"/>
                  </a:cubicBezTo>
                  <a:cubicBezTo>
                    <a:pt x="2379" y="3440"/>
                    <a:pt x="2122" y="3505"/>
                    <a:pt x="1800" y="3505"/>
                  </a:cubicBezTo>
                  <a:cubicBezTo>
                    <a:pt x="1479" y="3505"/>
                    <a:pt x="1125" y="3408"/>
                    <a:pt x="868" y="3344"/>
                  </a:cubicBezTo>
                  <a:cubicBezTo>
                    <a:pt x="740" y="3280"/>
                    <a:pt x="643" y="3247"/>
                    <a:pt x="547" y="3215"/>
                  </a:cubicBezTo>
                  <a:lnTo>
                    <a:pt x="450" y="3183"/>
                  </a:lnTo>
                  <a:lnTo>
                    <a:pt x="450" y="3151"/>
                  </a:lnTo>
                  <a:cubicBezTo>
                    <a:pt x="407" y="3134"/>
                    <a:pt x="364" y="3126"/>
                    <a:pt x="323" y="3126"/>
                  </a:cubicBezTo>
                  <a:cubicBezTo>
                    <a:pt x="210" y="3126"/>
                    <a:pt x="112" y="3185"/>
                    <a:pt x="65" y="3280"/>
                  </a:cubicBezTo>
                  <a:cubicBezTo>
                    <a:pt x="0" y="3440"/>
                    <a:pt x="65" y="3601"/>
                    <a:pt x="193" y="3665"/>
                  </a:cubicBezTo>
                  <a:cubicBezTo>
                    <a:pt x="225" y="3665"/>
                    <a:pt x="997" y="4019"/>
                    <a:pt x="1800" y="4019"/>
                  </a:cubicBezTo>
                  <a:cubicBezTo>
                    <a:pt x="2186" y="4019"/>
                    <a:pt x="2572" y="3955"/>
                    <a:pt x="2893" y="3697"/>
                  </a:cubicBezTo>
                  <a:cubicBezTo>
                    <a:pt x="3183" y="3472"/>
                    <a:pt x="3408" y="3119"/>
                    <a:pt x="3536" y="2733"/>
                  </a:cubicBezTo>
                  <a:cubicBezTo>
                    <a:pt x="3697" y="2347"/>
                    <a:pt x="3761" y="1962"/>
                    <a:pt x="3761" y="1544"/>
                  </a:cubicBezTo>
                  <a:cubicBezTo>
                    <a:pt x="3761" y="997"/>
                    <a:pt x="3633" y="451"/>
                    <a:pt x="3215" y="129"/>
                  </a:cubicBezTo>
                  <a:cubicBezTo>
                    <a:pt x="3118" y="33"/>
                    <a:pt x="2958" y="1"/>
                    <a:pt x="2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4341;p64">
              <a:extLst>
                <a:ext uri="{FF2B5EF4-FFF2-40B4-BE49-F238E27FC236}">
                  <a16:creationId xmlns:a16="http://schemas.microsoft.com/office/drawing/2014/main" id="{8ED16513-0381-A6C9-1AE5-074C192EB0A9}"/>
                </a:ext>
              </a:extLst>
            </p:cNvPr>
            <p:cNvSpPr/>
            <p:nvPr/>
          </p:nvSpPr>
          <p:spPr>
            <a:xfrm>
              <a:off x="5255675" y="2098475"/>
              <a:ext cx="66725" cy="99675"/>
            </a:xfrm>
            <a:custGeom>
              <a:avLst/>
              <a:gdLst/>
              <a:ahLst/>
              <a:cxnLst/>
              <a:rect l="l" t="t" r="r" b="b"/>
              <a:pathLst>
                <a:path w="2669" h="3987" extrusionOk="0">
                  <a:moveTo>
                    <a:pt x="2668" y="1"/>
                  </a:moveTo>
                  <a:lnTo>
                    <a:pt x="0" y="1318"/>
                  </a:lnTo>
                  <a:lnTo>
                    <a:pt x="2250" y="3986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4342;p64">
              <a:extLst>
                <a:ext uri="{FF2B5EF4-FFF2-40B4-BE49-F238E27FC236}">
                  <a16:creationId xmlns:a16="http://schemas.microsoft.com/office/drawing/2014/main" id="{69373704-37C7-0258-B172-984DB686F632}"/>
                </a:ext>
              </a:extLst>
            </p:cNvPr>
            <p:cNvSpPr/>
            <p:nvPr/>
          </p:nvSpPr>
          <p:spPr>
            <a:xfrm>
              <a:off x="5248425" y="2091525"/>
              <a:ext cx="80400" cy="113050"/>
            </a:xfrm>
            <a:custGeom>
              <a:avLst/>
              <a:gdLst/>
              <a:ahLst/>
              <a:cxnLst/>
              <a:rect l="l" t="t" r="r" b="b"/>
              <a:pathLst>
                <a:path w="3216" h="4522" extrusionOk="0">
                  <a:moveTo>
                    <a:pt x="2949" y="0"/>
                  </a:moveTo>
                  <a:cubicBezTo>
                    <a:pt x="2910" y="0"/>
                    <a:pt x="2870" y="8"/>
                    <a:pt x="2830" y="21"/>
                  </a:cubicBezTo>
                  <a:lnTo>
                    <a:pt x="194" y="1371"/>
                  </a:lnTo>
                  <a:cubicBezTo>
                    <a:pt x="33" y="1436"/>
                    <a:pt x="1" y="1596"/>
                    <a:pt x="65" y="1725"/>
                  </a:cubicBezTo>
                  <a:cubicBezTo>
                    <a:pt x="108" y="1811"/>
                    <a:pt x="194" y="1868"/>
                    <a:pt x="284" y="1868"/>
                  </a:cubicBezTo>
                  <a:cubicBezTo>
                    <a:pt x="330" y="1868"/>
                    <a:pt x="376" y="1854"/>
                    <a:pt x="419" y="1821"/>
                  </a:cubicBezTo>
                  <a:lnTo>
                    <a:pt x="2637" y="729"/>
                  </a:lnTo>
                  <a:lnTo>
                    <a:pt x="2637" y="729"/>
                  </a:lnTo>
                  <a:lnTo>
                    <a:pt x="2283" y="4232"/>
                  </a:lnTo>
                  <a:cubicBezTo>
                    <a:pt x="2251" y="4361"/>
                    <a:pt x="2347" y="4489"/>
                    <a:pt x="2508" y="4522"/>
                  </a:cubicBezTo>
                  <a:cubicBezTo>
                    <a:pt x="2669" y="4522"/>
                    <a:pt x="2798" y="4425"/>
                    <a:pt x="2798" y="4264"/>
                  </a:cubicBezTo>
                  <a:lnTo>
                    <a:pt x="3215" y="311"/>
                  </a:lnTo>
                  <a:cubicBezTo>
                    <a:pt x="3215" y="214"/>
                    <a:pt x="3183" y="118"/>
                    <a:pt x="3119" y="54"/>
                  </a:cubicBezTo>
                  <a:cubicBezTo>
                    <a:pt x="3062" y="16"/>
                    <a:pt x="3006" y="0"/>
                    <a:pt x="29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4343;p64">
              <a:extLst>
                <a:ext uri="{FF2B5EF4-FFF2-40B4-BE49-F238E27FC236}">
                  <a16:creationId xmlns:a16="http://schemas.microsoft.com/office/drawing/2014/main" id="{CD60A0AE-8AF5-B2D2-9808-2575F5C0C515}"/>
                </a:ext>
              </a:extLst>
            </p:cNvPr>
            <p:cNvSpPr/>
            <p:nvPr/>
          </p:nvSpPr>
          <p:spPr>
            <a:xfrm>
              <a:off x="4787175" y="3835075"/>
              <a:ext cx="1003450" cy="761950"/>
            </a:xfrm>
            <a:custGeom>
              <a:avLst/>
              <a:gdLst/>
              <a:ahLst/>
              <a:cxnLst/>
              <a:rect l="l" t="t" r="r" b="b"/>
              <a:pathLst>
                <a:path w="40138" h="30478" extrusionOk="0">
                  <a:moveTo>
                    <a:pt x="38895" y="1"/>
                  </a:moveTo>
                  <a:cubicBezTo>
                    <a:pt x="38895" y="1"/>
                    <a:pt x="33559" y="6558"/>
                    <a:pt x="29026" y="7683"/>
                  </a:cubicBezTo>
                  <a:cubicBezTo>
                    <a:pt x="27321" y="8107"/>
                    <a:pt x="23421" y="8239"/>
                    <a:pt x="19219" y="8239"/>
                  </a:cubicBezTo>
                  <a:cubicBezTo>
                    <a:pt x="12257" y="8239"/>
                    <a:pt x="4468" y="7876"/>
                    <a:pt x="4468" y="7876"/>
                  </a:cubicBezTo>
                  <a:cubicBezTo>
                    <a:pt x="3472" y="14209"/>
                    <a:pt x="707" y="26841"/>
                    <a:pt x="64" y="29767"/>
                  </a:cubicBezTo>
                  <a:cubicBezTo>
                    <a:pt x="0" y="30088"/>
                    <a:pt x="193" y="30409"/>
                    <a:pt x="547" y="30474"/>
                  </a:cubicBezTo>
                  <a:cubicBezTo>
                    <a:pt x="571" y="30476"/>
                    <a:pt x="595" y="30478"/>
                    <a:pt x="620" y="30478"/>
                  </a:cubicBezTo>
                  <a:cubicBezTo>
                    <a:pt x="883" y="30478"/>
                    <a:pt x="1133" y="30321"/>
                    <a:pt x="1222" y="30056"/>
                  </a:cubicBezTo>
                  <a:cubicBezTo>
                    <a:pt x="2025" y="27581"/>
                    <a:pt x="5625" y="16298"/>
                    <a:pt x="5786" y="14112"/>
                  </a:cubicBezTo>
                  <a:lnTo>
                    <a:pt x="5786" y="14048"/>
                  </a:lnTo>
                  <a:cubicBezTo>
                    <a:pt x="5942" y="12085"/>
                    <a:pt x="7607" y="10636"/>
                    <a:pt x="9553" y="10636"/>
                  </a:cubicBezTo>
                  <a:cubicBezTo>
                    <a:pt x="9615" y="10636"/>
                    <a:pt x="9677" y="10638"/>
                    <a:pt x="9740" y="10641"/>
                  </a:cubicBezTo>
                  <a:cubicBezTo>
                    <a:pt x="15011" y="10866"/>
                    <a:pt x="26519" y="11412"/>
                    <a:pt x="28834" y="11830"/>
                  </a:cubicBezTo>
                  <a:cubicBezTo>
                    <a:pt x="31855" y="12409"/>
                    <a:pt x="32819" y="13534"/>
                    <a:pt x="32819" y="13534"/>
                  </a:cubicBezTo>
                  <a:lnTo>
                    <a:pt x="38091" y="29767"/>
                  </a:lnTo>
                  <a:cubicBezTo>
                    <a:pt x="38220" y="30120"/>
                    <a:pt x="38541" y="30377"/>
                    <a:pt x="38927" y="30409"/>
                  </a:cubicBezTo>
                  <a:cubicBezTo>
                    <a:pt x="38958" y="30412"/>
                    <a:pt x="38989" y="30414"/>
                    <a:pt x="39020" y="30414"/>
                  </a:cubicBezTo>
                  <a:cubicBezTo>
                    <a:pt x="39651" y="30414"/>
                    <a:pt x="40138" y="29801"/>
                    <a:pt x="39923" y="29188"/>
                  </a:cubicBezTo>
                  <a:cubicBezTo>
                    <a:pt x="38734" y="25331"/>
                    <a:pt x="35423" y="14755"/>
                    <a:pt x="35262" y="13341"/>
                  </a:cubicBezTo>
                  <a:cubicBezTo>
                    <a:pt x="35070" y="11669"/>
                    <a:pt x="39859" y="2251"/>
                    <a:pt x="39859" y="2251"/>
                  </a:cubicBezTo>
                  <a:cubicBezTo>
                    <a:pt x="40020" y="1"/>
                    <a:pt x="38895" y="1"/>
                    <a:pt x="38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4344;p64">
              <a:extLst>
                <a:ext uri="{FF2B5EF4-FFF2-40B4-BE49-F238E27FC236}">
                  <a16:creationId xmlns:a16="http://schemas.microsoft.com/office/drawing/2014/main" id="{C4CBD789-A2B0-A748-0666-3C9DC449096E}"/>
                </a:ext>
              </a:extLst>
            </p:cNvPr>
            <p:cNvSpPr/>
            <p:nvPr/>
          </p:nvSpPr>
          <p:spPr>
            <a:xfrm>
              <a:off x="4781550" y="3828650"/>
              <a:ext cx="1011750" cy="774700"/>
            </a:xfrm>
            <a:custGeom>
              <a:avLst/>
              <a:gdLst/>
              <a:ahLst/>
              <a:cxnLst/>
              <a:rect l="l" t="t" r="r" b="b"/>
              <a:pathLst>
                <a:path w="40470" h="30988" extrusionOk="0">
                  <a:moveTo>
                    <a:pt x="39231" y="554"/>
                  </a:moveTo>
                  <a:cubicBezTo>
                    <a:pt x="39295" y="583"/>
                    <a:pt x="39380" y="630"/>
                    <a:pt x="39473" y="708"/>
                  </a:cubicBezTo>
                  <a:cubicBezTo>
                    <a:pt x="39634" y="869"/>
                    <a:pt x="39827" y="1254"/>
                    <a:pt x="39827" y="2026"/>
                  </a:cubicBezTo>
                  <a:cubicBezTo>
                    <a:pt x="39827" y="2169"/>
                    <a:pt x="39827" y="2313"/>
                    <a:pt x="39804" y="2456"/>
                  </a:cubicBezTo>
                  <a:lnTo>
                    <a:pt x="39804" y="2456"/>
                  </a:lnTo>
                  <a:cubicBezTo>
                    <a:pt x="39637" y="2784"/>
                    <a:pt x="38577" y="4868"/>
                    <a:pt x="37545" y="7169"/>
                  </a:cubicBezTo>
                  <a:cubicBezTo>
                    <a:pt x="36966" y="8422"/>
                    <a:pt x="36388" y="9740"/>
                    <a:pt x="35970" y="10865"/>
                  </a:cubicBezTo>
                  <a:cubicBezTo>
                    <a:pt x="35745" y="11444"/>
                    <a:pt x="35552" y="11958"/>
                    <a:pt x="35423" y="12408"/>
                  </a:cubicBezTo>
                  <a:cubicBezTo>
                    <a:pt x="35295" y="12826"/>
                    <a:pt x="35230" y="13212"/>
                    <a:pt x="35230" y="13501"/>
                  </a:cubicBezTo>
                  <a:cubicBezTo>
                    <a:pt x="35230" y="13533"/>
                    <a:pt x="35230" y="13598"/>
                    <a:pt x="35230" y="13662"/>
                  </a:cubicBezTo>
                  <a:lnTo>
                    <a:pt x="35235" y="13661"/>
                  </a:lnTo>
                  <a:lnTo>
                    <a:pt x="35235" y="13661"/>
                  </a:lnTo>
                  <a:cubicBezTo>
                    <a:pt x="35268" y="13884"/>
                    <a:pt x="35331" y="14195"/>
                    <a:pt x="35423" y="14594"/>
                  </a:cubicBezTo>
                  <a:cubicBezTo>
                    <a:pt x="36195" y="17616"/>
                    <a:pt x="38863" y="26166"/>
                    <a:pt x="39891" y="29509"/>
                  </a:cubicBezTo>
                  <a:cubicBezTo>
                    <a:pt x="39923" y="29574"/>
                    <a:pt x="39923" y="29638"/>
                    <a:pt x="39923" y="29734"/>
                  </a:cubicBezTo>
                  <a:cubicBezTo>
                    <a:pt x="39923" y="29895"/>
                    <a:pt x="39859" y="30088"/>
                    <a:pt x="39731" y="30216"/>
                  </a:cubicBezTo>
                  <a:cubicBezTo>
                    <a:pt x="39602" y="30345"/>
                    <a:pt x="39441" y="30409"/>
                    <a:pt x="39248" y="30409"/>
                  </a:cubicBezTo>
                  <a:lnTo>
                    <a:pt x="39184" y="30409"/>
                  </a:lnTo>
                  <a:cubicBezTo>
                    <a:pt x="38895" y="30377"/>
                    <a:pt x="38670" y="30184"/>
                    <a:pt x="38573" y="29927"/>
                  </a:cubicBezTo>
                  <a:lnTo>
                    <a:pt x="33302" y="13726"/>
                  </a:lnTo>
                  <a:lnTo>
                    <a:pt x="33237" y="13630"/>
                  </a:lnTo>
                  <a:cubicBezTo>
                    <a:pt x="33205" y="13598"/>
                    <a:pt x="32209" y="12408"/>
                    <a:pt x="29123" y="11830"/>
                  </a:cubicBezTo>
                  <a:cubicBezTo>
                    <a:pt x="28512" y="11733"/>
                    <a:pt x="27355" y="11605"/>
                    <a:pt x="25876" y="11508"/>
                  </a:cubicBezTo>
                  <a:cubicBezTo>
                    <a:pt x="21376" y="11155"/>
                    <a:pt x="13919" y="10801"/>
                    <a:pt x="9965" y="10608"/>
                  </a:cubicBezTo>
                  <a:lnTo>
                    <a:pt x="9804" y="10608"/>
                  </a:lnTo>
                  <a:cubicBezTo>
                    <a:pt x="7715" y="10608"/>
                    <a:pt x="5915" y="12183"/>
                    <a:pt x="5754" y="14273"/>
                  </a:cubicBezTo>
                  <a:lnTo>
                    <a:pt x="5754" y="14337"/>
                  </a:lnTo>
                  <a:cubicBezTo>
                    <a:pt x="5690" y="14851"/>
                    <a:pt x="5465" y="15976"/>
                    <a:pt x="5079" y="17359"/>
                  </a:cubicBezTo>
                  <a:cubicBezTo>
                    <a:pt x="3954" y="21570"/>
                    <a:pt x="1800" y="28384"/>
                    <a:pt x="1189" y="30249"/>
                  </a:cubicBezTo>
                  <a:cubicBezTo>
                    <a:pt x="1125" y="30377"/>
                    <a:pt x="1029" y="30474"/>
                    <a:pt x="868" y="30474"/>
                  </a:cubicBezTo>
                  <a:lnTo>
                    <a:pt x="804" y="30474"/>
                  </a:lnTo>
                  <a:cubicBezTo>
                    <a:pt x="643" y="30441"/>
                    <a:pt x="547" y="30281"/>
                    <a:pt x="547" y="30152"/>
                  </a:cubicBezTo>
                  <a:lnTo>
                    <a:pt x="547" y="30088"/>
                  </a:lnTo>
                  <a:lnTo>
                    <a:pt x="547" y="30056"/>
                  </a:lnTo>
                  <a:cubicBezTo>
                    <a:pt x="1181" y="27167"/>
                    <a:pt x="3886" y="14808"/>
                    <a:pt x="4913" y="8402"/>
                  </a:cubicBezTo>
                  <a:lnTo>
                    <a:pt x="4913" y="8402"/>
                  </a:lnTo>
                  <a:cubicBezTo>
                    <a:pt x="6306" y="8467"/>
                    <a:pt x="13240" y="8776"/>
                    <a:pt x="19480" y="8776"/>
                  </a:cubicBezTo>
                  <a:cubicBezTo>
                    <a:pt x="21569" y="8776"/>
                    <a:pt x="23594" y="8744"/>
                    <a:pt x="25330" y="8648"/>
                  </a:cubicBezTo>
                  <a:cubicBezTo>
                    <a:pt x="27033" y="8551"/>
                    <a:pt x="28448" y="8422"/>
                    <a:pt x="29316" y="8197"/>
                  </a:cubicBezTo>
                  <a:cubicBezTo>
                    <a:pt x="31694" y="7619"/>
                    <a:pt x="34170" y="5658"/>
                    <a:pt x="36066" y="3858"/>
                  </a:cubicBezTo>
                  <a:cubicBezTo>
                    <a:pt x="37666" y="2365"/>
                    <a:pt x="38868" y="982"/>
                    <a:pt x="39231" y="554"/>
                  </a:cubicBezTo>
                  <a:close/>
                  <a:moveTo>
                    <a:pt x="39120" y="1"/>
                  </a:moveTo>
                  <a:cubicBezTo>
                    <a:pt x="39055" y="1"/>
                    <a:pt x="38959" y="33"/>
                    <a:pt x="38927" y="97"/>
                  </a:cubicBezTo>
                  <a:cubicBezTo>
                    <a:pt x="38927" y="97"/>
                    <a:pt x="38830" y="194"/>
                    <a:pt x="38670" y="354"/>
                  </a:cubicBezTo>
                  <a:cubicBezTo>
                    <a:pt x="38155" y="997"/>
                    <a:pt x="36741" y="2572"/>
                    <a:pt x="34973" y="4147"/>
                  </a:cubicBezTo>
                  <a:cubicBezTo>
                    <a:pt x="33205" y="5690"/>
                    <a:pt x="31084" y="7201"/>
                    <a:pt x="29187" y="7683"/>
                  </a:cubicBezTo>
                  <a:cubicBezTo>
                    <a:pt x="28384" y="7876"/>
                    <a:pt x="27001" y="8037"/>
                    <a:pt x="25298" y="8101"/>
                  </a:cubicBezTo>
                  <a:cubicBezTo>
                    <a:pt x="23594" y="8197"/>
                    <a:pt x="21569" y="8230"/>
                    <a:pt x="19480" y="8230"/>
                  </a:cubicBezTo>
                  <a:cubicBezTo>
                    <a:pt x="16008" y="8230"/>
                    <a:pt x="12311" y="8133"/>
                    <a:pt x="9483" y="8037"/>
                  </a:cubicBezTo>
                  <a:cubicBezTo>
                    <a:pt x="8068" y="8005"/>
                    <a:pt x="6879" y="7940"/>
                    <a:pt x="6043" y="7908"/>
                  </a:cubicBezTo>
                  <a:cubicBezTo>
                    <a:pt x="5175" y="7876"/>
                    <a:pt x="4693" y="7876"/>
                    <a:pt x="4693" y="7876"/>
                  </a:cubicBezTo>
                  <a:cubicBezTo>
                    <a:pt x="4677" y="7872"/>
                    <a:pt x="4660" y="7870"/>
                    <a:pt x="4644" y="7870"/>
                  </a:cubicBezTo>
                  <a:cubicBezTo>
                    <a:pt x="4533" y="7870"/>
                    <a:pt x="4436" y="7961"/>
                    <a:pt x="4436" y="8101"/>
                  </a:cubicBezTo>
                  <a:cubicBezTo>
                    <a:pt x="3443" y="14380"/>
                    <a:pt x="694" y="26950"/>
                    <a:pt x="39" y="29930"/>
                  </a:cubicBezTo>
                  <a:lnTo>
                    <a:pt x="39" y="29930"/>
                  </a:lnTo>
                  <a:lnTo>
                    <a:pt x="32" y="29927"/>
                  </a:lnTo>
                  <a:cubicBezTo>
                    <a:pt x="0" y="30024"/>
                    <a:pt x="0" y="30088"/>
                    <a:pt x="0" y="30152"/>
                  </a:cubicBezTo>
                  <a:cubicBezTo>
                    <a:pt x="0" y="30570"/>
                    <a:pt x="289" y="30924"/>
                    <a:pt x="739" y="30988"/>
                  </a:cubicBezTo>
                  <a:lnTo>
                    <a:pt x="868" y="30988"/>
                  </a:lnTo>
                  <a:cubicBezTo>
                    <a:pt x="1254" y="30988"/>
                    <a:pt x="1575" y="30763"/>
                    <a:pt x="1704" y="30409"/>
                  </a:cubicBezTo>
                  <a:cubicBezTo>
                    <a:pt x="2089" y="29156"/>
                    <a:pt x="3182" y="25716"/>
                    <a:pt x="4211" y="22309"/>
                  </a:cubicBezTo>
                  <a:cubicBezTo>
                    <a:pt x="4725" y="20605"/>
                    <a:pt x="5207" y="18902"/>
                    <a:pt x="5593" y="17487"/>
                  </a:cubicBezTo>
                  <a:cubicBezTo>
                    <a:pt x="5979" y="16073"/>
                    <a:pt x="6236" y="14980"/>
                    <a:pt x="6268" y="14401"/>
                  </a:cubicBezTo>
                  <a:lnTo>
                    <a:pt x="6268" y="14305"/>
                  </a:lnTo>
                  <a:cubicBezTo>
                    <a:pt x="6429" y="12505"/>
                    <a:pt x="7972" y="11155"/>
                    <a:pt x="9804" y="11155"/>
                  </a:cubicBezTo>
                  <a:lnTo>
                    <a:pt x="9933" y="11155"/>
                  </a:lnTo>
                  <a:cubicBezTo>
                    <a:pt x="12569" y="11283"/>
                    <a:pt x="16779" y="11476"/>
                    <a:pt x="20605" y="11701"/>
                  </a:cubicBezTo>
                  <a:cubicBezTo>
                    <a:pt x="22501" y="11798"/>
                    <a:pt x="24333" y="11926"/>
                    <a:pt x="25812" y="12023"/>
                  </a:cubicBezTo>
                  <a:cubicBezTo>
                    <a:pt x="27323" y="12151"/>
                    <a:pt x="28448" y="12248"/>
                    <a:pt x="29026" y="12376"/>
                  </a:cubicBezTo>
                  <a:cubicBezTo>
                    <a:pt x="30505" y="12633"/>
                    <a:pt x="31469" y="13051"/>
                    <a:pt x="32048" y="13405"/>
                  </a:cubicBezTo>
                  <a:cubicBezTo>
                    <a:pt x="32337" y="13566"/>
                    <a:pt x="32530" y="13726"/>
                    <a:pt x="32659" y="13823"/>
                  </a:cubicBezTo>
                  <a:cubicBezTo>
                    <a:pt x="32723" y="13887"/>
                    <a:pt x="32787" y="13919"/>
                    <a:pt x="32787" y="13951"/>
                  </a:cubicBezTo>
                  <a:lnTo>
                    <a:pt x="32818" y="13982"/>
                  </a:lnTo>
                  <a:lnTo>
                    <a:pt x="32818" y="13982"/>
                  </a:lnTo>
                  <a:lnTo>
                    <a:pt x="38059" y="30088"/>
                  </a:lnTo>
                  <a:cubicBezTo>
                    <a:pt x="38220" y="30570"/>
                    <a:pt x="38638" y="30892"/>
                    <a:pt x="39120" y="30956"/>
                  </a:cubicBezTo>
                  <a:lnTo>
                    <a:pt x="39248" y="30956"/>
                  </a:lnTo>
                  <a:cubicBezTo>
                    <a:pt x="39923" y="30956"/>
                    <a:pt x="40470" y="30377"/>
                    <a:pt x="40470" y="29734"/>
                  </a:cubicBezTo>
                  <a:cubicBezTo>
                    <a:pt x="40470" y="29606"/>
                    <a:pt x="40470" y="29477"/>
                    <a:pt x="40406" y="29349"/>
                  </a:cubicBezTo>
                  <a:cubicBezTo>
                    <a:pt x="39827" y="27420"/>
                    <a:pt x="38670" y="23820"/>
                    <a:pt x="37705" y="20541"/>
                  </a:cubicBezTo>
                  <a:cubicBezTo>
                    <a:pt x="37191" y="18869"/>
                    <a:pt x="36741" y="17294"/>
                    <a:pt x="36388" y="16073"/>
                  </a:cubicBezTo>
                  <a:cubicBezTo>
                    <a:pt x="36195" y="15430"/>
                    <a:pt x="36066" y="14884"/>
                    <a:pt x="35937" y="14466"/>
                  </a:cubicBezTo>
                  <a:cubicBezTo>
                    <a:pt x="35841" y="14048"/>
                    <a:pt x="35777" y="13726"/>
                    <a:pt x="35745" y="13598"/>
                  </a:cubicBezTo>
                  <a:lnTo>
                    <a:pt x="35745" y="13566"/>
                  </a:lnTo>
                  <a:lnTo>
                    <a:pt x="35745" y="13501"/>
                  </a:lnTo>
                  <a:cubicBezTo>
                    <a:pt x="35745" y="13308"/>
                    <a:pt x="35809" y="12955"/>
                    <a:pt x="35937" y="12537"/>
                  </a:cubicBezTo>
                  <a:cubicBezTo>
                    <a:pt x="36355" y="11058"/>
                    <a:pt x="37480" y="8583"/>
                    <a:pt x="38445" y="6462"/>
                  </a:cubicBezTo>
                  <a:cubicBezTo>
                    <a:pt x="38927" y="5433"/>
                    <a:pt x="39409" y="4469"/>
                    <a:pt x="39763" y="3762"/>
                  </a:cubicBezTo>
                  <a:cubicBezTo>
                    <a:pt x="40084" y="3087"/>
                    <a:pt x="40309" y="2636"/>
                    <a:pt x="40309" y="2636"/>
                  </a:cubicBezTo>
                  <a:lnTo>
                    <a:pt x="40341" y="2540"/>
                  </a:lnTo>
                  <a:cubicBezTo>
                    <a:pt x="40341" y="2347"/>
                    <a:pt x="40373" y="2186"/>
                    <a:pt x="40373" y="2026"/>
                  </a:cubicBezTo>
                  <a:cubicBezTo>
                    <a:pt x="40373" y="1094"/>
                    <a:pt x="40116" y="579"/>
                    <a:pt x="39795" y="290"/>
                  </a:cubicBezTo>
                  <a:cubicBezTo>
                    <a:pt x="39473" y="1"/>
                    <a:pt x="39152" y="1"/>
                    <a:pt x="39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4345;p64">
              <a:extLst>
                <a:ext uri="{FF2B5EF4-FFF2-40B4-BE49-F238E27FC236}">
                  <a16:creationId xmlns:a16="http://schemas.microsoft.com/office/drawing/2014/main" id="{48852CC1-8605-749D-670E-605223746EAE}"/>
                </a:ext>
              </a:extLst>
            </p:cNvPr>
            <p:cNvSpPr/>
            <p:nvPr/>
          </p:nvSpPr>
          <p:spPr>
            <a:xfrm>
              <a:off x="5668725" y="3080325"/>
              <a:ext cx="325475" cy="881050"/>
            </a:xfrm>
            <a:custGeom>
              <a:avLst/>
              <a:gdLst/>
              <a:ahLst/>
              <a:cxnLst/>
              <a:rect l="l" t="t" r="r" b="b"/>
              <a:pathLst>
                <a:path w="13019" h="35242" extrusionOk="0">
                  <a:moveTo>
                    <a:pt x="6814" y="0"/>
                  </a:moveTo>
                  <a:cubicBezTo>
                    <a:pt x="6514" y="0"/>
                    <a:pt x="6148" y="303"/>
                    <a:pt x="5722" y="1196"/>
                  </a:cubicBezTo>
                  <a:cubicBezTo>
                    <a:pt x="4372" y="3929"/>
                    <a:pt x="290" y="10454"/>
                    <a:pt x="161" y="12318"/>
                  </a:cubicBezTo>
                  <a:cubicBezTo>
                    <a:pt x="0" y="14215"/>
                    <a:pt x="193" y="35077"/>
                    <a:pt x="2251" y="35237"/>
                  </a:cubicBezTo>
                  <a:cubicBezTo>
                    <a:pt x="2284" y="35240"/>
                    <a:pt x="2319" y="35241"/>
                    <a:pt x="2354" y="35241"/>
                  </a:cubicBezTo>
                  <a:cubicBezTo>
                    <a:pt x="4527" y="35241"/>
                    <a:pt x="10213" y="30453"/>
                    <a:pt x="11605" y="26816"/>
                  </a:cubicBezTo>
                  <a:cubicBezTo>
                    <a:pt x="13019" y="23119"/>
                    <a:pt x="7779" y="1325"/>
                    <a:pt x="7779" y="1325"/>
                  </a:cubicBezTo>
                  <a:cubicBezTo>
                    <a:pt x="7779" y="1325"/>
                    <a:pt x="7441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4346;p64">
              <a:extLst>
                <a:ext uri="{FF2B5EF4-FFF2-40B4-BE49-F238E27FC236}">
                  <a16:creationId xmlns:a16="http://schemas.microsoft.com/office/drawing/2014/main" id="{D727830A-7AE0-D86A-63A3-B7BAEB015D16}"/>
                </a:ext>
              </a:extLst>
            </p:cNvPr>
            <p:cNvSpPr/>
            <p:nvPr/>
          </p:nvSpPr>
          <p:spPr>
            <a:xfrm>
              <a:off x="5664700" y="3073250"/>
              <a:ext cx="307000" cy="894450"/>
            </a:xfrm>
            <a:custGeom>
              <a:avLst/>
              <a:gdLst/>
              <a:ahLst/>
              <a:cxnLst/>
              <a:rect l="l" t="t" r="r" b="b"/>
              <a:pathLst>
                <a:path w="12280" h="35778" extrusionOk="0">
                  <a:moveTo>
                    <a:pt x="6976" y="547"/>
                  </a:moveTo>
                  <a:cubicBezTo>
                    <a:pt x="7040" y="547"/>
                    <a:pt x="7105" y="579"/>
                    <a:pt x="7201" y="676"/>
                  </a:cubicBezTo>
                  <a:cubicBezTo>
                    <a:pt x="7330" y="804"/>
                    <a:pt x="7458" y="1062"/>
                    <a:pt x="7555" y="1287"/>
                  </a:cubicBezTo>
                  <a:cubicBezTo>
                    <a:pt x="7587" y="1415"/>
                    <a:pt x="7619" y="1512"/>
                    <a:pt x="7651" y="1576"/>
                  </a:cubicBezTo>
                  <a:lnTo>
                    <a:pt x="7683" y="1640"/>
                  </a:lnTo>
                  <a:lnTo>
                    <a:pt x="7683" y="1672"/>
                  </a:lnTo>
                  <a:cubicBezTo>
                    <a:pt x="7683" y="1672"/>
                    <a:pt x="7748" y="1929"/>
                    <a:pt x="7844" y="2412"/>
                  </a:cubicBezTo>
                  <a:cubicBezTo>
                    <a:pt x="8230" y="4083"/>
                    <a:pt x="9226" y="8326"/>
                    <a:pt x="10094" y="12859"/>
                  </a:cubicBezTo>
                  <a:cubicBezTo>
                    <a:pt x="10962" y="17423"/>
                    <a:pt x="11733" y="22277"/>
                    <a:pt x="11733" y="25074"/>
                  </a:cubicBezTo>
                  <a:cubicBezTo>
                    <a:pt x="11733" y="25941"/>
                    <a:pt x="11637" y="26616"/>
                    <a:pt x="11508" y="27002"/>
                  </a:cubicBezTo>
                  <a:cubicBezTo>
                    <a:pt x="10833" y="28738"/>
                    <a:pt x="9098" y="30827"/>
                    <a:pt x="7233" y="32467"/>
                  </a:cubicBezTo>
                  <a:cubicBezTo>
                    <a:pt x="6333" y="33270"/>
                    <a:pt x="5369" y="33978"/>
                    <a:pt x="4533" y="34492"/>
                  </a:cubicBezTo>
                  <a:cubicBezTo>
                    <a:pt x="3697" y="34974"/>
                    <a:pt x="2958" y="35263"/>
                    <a:pt x="2508" y="35263"/>
                  </a:cubicBezTo>
                  <a:lnTo>
                    <a:pt x="2444" y="35231"/>
                  </a:lnTo>
                  <a:cubicBezTo>
                    <a:pt x="2444" y="35231"/>
                    <a:pt x="2379" y="35231"/>
                    <a:pt x="2315" y="35167"/>
                  </a:cubicBezTo>
                  <a:cubicBezTo>
                    <a:pt x="2187" y="35006"/>
                    <a:pt x="1994" y="34620"/>
                    <a:pt x="1865" y="34074"/>
                  </a:cubicBezTo>
                  <a:cubicBezTo>
                    <a:pt x="1351" y="32242"/>
                    <a:pt x="997" y="28577"/>
                    <a:pt x="804" y="24816"/>
                  </a:cubicBezTo>
                  <a:cubicBezTo>
                    <a:pt x="611" y="21055"/>
                    <a:pt x="547" y="17134"/>
                    <a:pt x="547" y="14787"/>
                  </a:cubicBezTo>
                  <a:cubicBezTo>
                    <a:pt x="547" y="13694"/>
                    <a:pt x="547" y="12923"/>
                    <a:pt x="579" y="12634"/>
                  </a:cubicBezTo>
                  <a:cubicBezTo>
                    <a:pt x="611" y="12248"/>
                    <a:pt x="869" y="11476"/>
                    <a:pt x="1287" y="10576"/>
                  </a:cubicBezTo>
                  <a:cubicBezTo>
                    <a:pt x="1929" y="9226"/>
                    <a:pt x="2862" y="7490"/>
                    <a:pt x="3794" y="5819"/>
                  </a:cubicBezTo>
                  <a:cubicBezTo>
                    <a:pt x="4726" y="4180"/>
                    <a:pt x="5594" y="2637"/>
                    <a:pt x="6108" y="1576"/>
                  </a:cubicBezTo>
                  <a:cubicBezTo>
                    <a:pt x="6301" y="1158"/>
                    <a:pt x="6494" y="869"/>
                    <a:pt x="6655" y="740"/>
                  </a:cubicBezTo>
                  <a:cubicBezTo>
                    <a:pt x="6815" y="579"/>
                    <a:pt x="6912" y="547"/>
                    <a:pt x="6976" y="547"/>
                  </a:cubicBezTo>
                  <a:close/>
                  <a:moveTo>
                    <a:pt x="6976" y="1"/>
                  </a:moveTo>
                  <a:cubicBezTo>
                    <a:pt x="6719" y="1"/>
                    <a:pt x="6494" y="129"/>
                    <a:pt x="6269" y="354"/>
                  </a:cubicBezTo>
                  <a:cubicBezTo>
                    <a:pt x="6076" y="579"/>
                    <a:pt x="5851" y="901"/>
                    <a:pt x="5626" y="1351"/>
                  </a:cubicBezTo>
                  <a:cubicBezTo>
                    <a:pt x="4983" y="2701"/>
                    <a:pt x="3601" y="5015"/>
                    <a:pt x="2412" y="7233"/>
                  </a:cubicBezTo>
                  <a:cubicBezTo>
                    <a:pt x="1801" y="8326"/>
                    <a:pt x="1222" y="9419"/>
                    <a:pt x="804" y="10351"/>
                  </a:cubicBezTo>
                  <a:cubicBezTo>
                    <a:pt x="386" y="11284"/>
                    <a:pt x="97" y="12055"/>
                    <a:pt x="33" y="12601"/>
                  </a:cubicBezTo>
                  <a:cubicBezTo>
                    <a:pt x="33" y="12923"/>
                    <a:pt x="1" y="13694"/>
                    <a:pt x="1" y="14787"/>
                  </a:cubicBezTo>
                  <a:cubicBezTo>
                    <a:pt x="1" y="17680"/>
                    <a:pt x="97" y="22823"/>
                    <a:pt x="419" y="27291"/>
                  </a:cubicBezTo>
                  <a:cubicBezTo>
                    <a:pt x="579" y="29509"/>
                    <a:pt x="804" y="31567"/>
                    <a:pt x="1094" y="33077"/>
                  </a:cubicBezTo>
                  <a:cubicBezTo>
                    <a:pt x="1222" y="33849"/>
                    <a:pt x="1383" y="34460"/>
                    <a:pt x="1576" y="34942"/>
                  </a:cubicBezTo>
                  <a:cubicBezTo>
                    <a:pt x="1672" y="35167"/>
                    <a:pt x="1769" y="35360"/>
                    <a:pt x="1897" y="35488"/>
                  </a:cubicBezTo>
                  <a:cubicBezTo>
                    <a:pt x="2026" y="35649"/>
                    <a:pt x="2187" y="35778"/>
                    <a:pt x="2412" y="35778"/>
                  </a:cubicBezTo>
                  <a:lnTo>
                    <a:pt x="2508" y="35778"/>
                  </a:lnTo>
                  <a:cubicBezTo>
                    <a:pt x="3151" y="35778"/>
                    <a:pt x="3922" y="35456"/>
                    <a:pt x="4822" y="34942"/>
                  </a:cubicBezTo>
                  <a:cubicBezTo>
                    <a:pt x="6140" y="34170"/>
                    <a:pt x="7651" y="32949"/>
                    <a:pt x="8969" y="31535"/>
                  </a:cubicBezTo>
                  <a:cubicBezTo>
                    <a:pt x="10319" y="30152"/>
                    <a:pt x="11476" y="28609"/>
                    <a:pt x="11991" y="27195"/>
                  </a:cubicBezTo>
                  <a:cubicBezTo>
                    <a:pt x="12183" y="26713"/>
                    <a:pt x="12248" y="25974"/>
                    <a:pt x="12280" y="25074"/>
                  </a:cubicBezTo>
                  <a:cubicBezTo>
                    <a:pt x="12248" y="21763"/>
                    <a:pt x="11251" y="15912"/>
                    <a:pt x="10223" y="10834"/>
                  </a:cubicBezTo>
                  <a:cubicBezTo>
                    <a:pt x="9226" y="5787"/>
                    <a:pt x="8198" y="1544"/>
                    <a:pt x="8198" y="1544"/>
                  </a:cubicBezTo>
                  <a:cubicBezTo>
                    <a:pt x="8198" y="1544"/>
                    <a:pt x="8101" y="1190"/>
                    <a:pt x="7940" y="837"/>
                  </a:cubicBezTo>
                  <a:cubicBezTo>
                    <a:pt x="7844" y="644"/>
                    <a:pt x="7715" y="451"/>
                    <a:pt x="7587" y="290"/>
                  </a:cubicBezTo>
                  <a:cubicBezTo>
                    <a:pt x="7426" y="162"/>
                    <a:pt x="7233" y="1"/>
                    <a:pt x="6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4347;p64">
              <a:extLst>
                <a:ext uri="{FF2B5EF4-FFF2-40B4-BE49-F238E27FC236}">
                  <a16:creationId xmlns:a16="http://schemas.microsoft.com/office/drawing/2014/main" id="{F56AB654-283E-4473-1F47-D07C77E2AA66}"/>
                </a:ext>
              </a:extLst>
            </p:cNvPr>
            <p:cNvSpPr/>
            <p:nvPr/>
          </p:nvSpPr>
          <p:spPr>
            <a:xfrm>
              <a:off x="4840200" y="3431675"/>
              <a:ext cx="838200" cy="676200"/>
            </a:xfrm>
            <a:custGeom>
              <a:avLst/>
              <a:gdLst/>
              <a:ahLst/>
              <a:cxnLst/>
              <a:rect l="l" t="t" r="r" b="b"/>
              <a:pathLst>
                <a:path w="33528" h="27048" extrusionOk="0">
                  <a:moveTo>
                    <a:pt x="5915" y="0"/>
                  </a:moveTo>
                  <a:cubicBezTo>
                    <a:pt x="1029" y="0"/>
                    <a:pt x="836" y="9451"/>
                    <a:pt x="611" y="12633"/>
                  </a:cubicBezTo>
                  <a:cubicBezTo>
                    <a:pt x="579" y="13597"/>
                    <a:pt x="1" y="18162"/>
                    <a:pt x="97" y="21537"/>
                  </a:cubicBezTo>
                  <a:cubicBezTo>
                    <a:pt x="161" y="23691"/>
                    <a:pt x="515" y="25330"/>
                    <a:pt x="1383" y="25330"/>
                  </a:cubicBezTo>
                  <a:cubicBezTo>
                    <a:pt x="3004" y="25330"/>
                    <a:pt x="19878" y="27048"/>
                    <a:pt x="25247" y="27048"/>
                  </a:cubicBezTo>
                  <a:cubicBezTo>
                    <a:pt x="25520" y="27048"/>
                    <a:pt x="25763" y="27043"/>
                    <a:pt x="25973" y="27034"/>
                  </a:cubicBezTo>
                  <a:cubicBezTo>
                    <a:pt x="30313" y="26841"/>
                    <a:pt x="33527" y="24591"/>
                    <a:pt x="33527" y="21376"/>
                  </a:cubicBezTo>
                  <a:cubicBezTo>
                    <a:pt x="33527" y="18162"/>
                    <a:pt x="33334" y="3986"/>
                    <a:pt x="30120" y="2090"/>
                  </a:cubicBezTo>
                  <a:cubicBezTo>
                    <a:pt x="26905" y="193"/>
                    <a:pt x="9901" y="0"/>
                    <a:pt x="5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4348;p64">
              <a:extLst>
                <a:ext uri="{FF2B5EF4-FFF2-40B4-BE49-F238E27FC236}">
                  <a16:creationId xmlns:a16="http://schemas.microsoft.com/office/drawing/2014/main" id="{84869FE9-612E-8B21-22CC-82EA69038D2E}"/>
                </a:ext>
              </a:extLst>
            </p:cNvPr>
            <p:cNvSpPr/>
            <p:nvPr/>
          </p:nvSpPr>
          <p:spPr>
            <a:xfrm>
              <a:off x="4835375" y="3425250"/>
              <a:ext cx="849450" cy="689525"/>
            </a:xfrm>
            <a:custGeom>
              <a:avLst/>
              <a:gdLst/>
              <a:ahLst/>
              <a:cxnLst/>
              <a:rect l="l" t="t" r="r" b="b"/>
              <a:pathLst>
                <a:path w="33978" h="27581" extrusionOk="0">
                  <a:moveTo>
                    <a:pt x="6108" y="514"/>
                  </a:moveTo>
                  <a:cubicBezTo>
                    <a:pt x="8101" y="514"/>
                    <a:pt x="13341" y="579"/>
                    <a:pt x="18484" y="868"/>
                  </a:cubicBezTo>
                  <a:cubicBezTo>
                    <a:pt x="21055" y="997"/>
                    <a:pt x="23595" y="1189"/>
                    <a:pt x="25716" y="1479"/>
                  </a:cubicBezTo>
                  <a:cubicBezTo>
                    <a:pt x="26745" y="1639"/>
                    <a:pt x="27677" y="1800"/>
                    <a:pt x="28449" y="1961"/>
                  </a:cubicBezTo>
                  <a:cubicBezTo>
                    <a:pt x="29220" y="2154"/>
                    <a:pt x="29831" y="2347"/>
                    <a:pt x="30184" y="2572"/>
                  </a:cubicBezTo>
                  <a:cubicBezTo>
                    <a:pt x="30506" y="2765"/>
                    <a:pt x="30859" y="3150"/>
                    <a:pt x="31149" y="3697"/>
                  </a:cubicBezTo>
                  <a:cubicBezTo>
                    <a:pt x="31663" y="4661"/>
                    <a:pt x="32081" y="6108"/>
                    <a:pt x="32402" y="7747"/>
                  </a:cubicBezTo>
                  <a:cubicBezTo>
                    <a:pt x="33367" y="12697"/>
                    <a:pt x="33463" y="19512"/>
                    <a:pt x="33463" y="21633"/>
                  </a:cubicBezTo>
                  <a:cubicBezTo>
                    <a:pt x="33463" y="23144"/>
                    <a:pt x="32692" y="24430"/>
                    <a:pt x="31406" y="25362"/>
                  </a:cubicBezTo>
                  <a:cubicBezTo>
                    <a:pt x="30120" y="26326"/>
                    <a:pt x="28288" y="26937"/>
                    <a:pt x="26134" y="27034"/>
                  </a:cubicBezTo>
                  <a:lnTo>
                    <a:pt x="25459" y="27034"/>
                  </a:lnTo>
                  <a:cubicBezTo>
                    <a:pt x="22791" y="27034"/>
                    <a:pt x="17230" y="26616"/>
                    <a:pt x="12151" y="26166"/>
                  </a:cubicBezTo>
                  <a:cubicBezTo>
                    <a:pt x="9580" y="25973"/>
                    <a:pt x="7169" y="25748"/>
                    <a:pt x="5272" y="25587"/>
                  </a:cubicBezTo>
                  <a:cubicBezTo>
                    <a:pt x="3376" y="25426"/>
                    <a:pt x="2026" y="25330"/>
                    <a:pt x="1576" y="25330"/>
                  </a:cubicBezTo>
                  <a:cubicBezTo>
                    <a:pt x="1447" y="25330"/>
                    <a:pt x="1351" y="25266"/>
                    <a:pt x="1222" y="25137"/>
                  </a:cubicBezTo>
                  <a:cubicBezTo>
                    <a:pt x="1029" y="24912"/>
                    <a:pt x="869" y="24462"/>
                    <a:pt x="772" y="23883"/>
                  </a:cubicBezTo>
                  <a:cubicBezTo>
                    <a:pt x="644" y="23305"/>
                    <a:pt x="579" y="22598"/>
                    <a:pt x="547" y="21794"/>
                  </a:cubicBezTo>
                  <a:cubicBezTo>
                    <a:pt x="547" y="21505"/>
                    <a:pt x="547" y="21215"/>
                    <a:pt x="547" y="20926"/>
                  </a:cubicBezTo>
                  <a:cubicBezTo>
                    <a:pt x="547" y="19319"/>
                    <a:pt x="676" y="17519"/>
                    <a:pt x="804" y="16040"/>
                  </a:cubicBezTo>
                  <a:cubicBezTo>
                    <a:pt x="933" y="14562"/>
                    <a:pt x="1062" y="13372"/>
                    <a:pt x="1094" y="12922"/>
                  </a:cubicBezTo>
                  <a:cubicBezTo>
                    <a:pt x="1190" y="11315"/>
                    <a:pt x="1287" y="8165"/>
                    <a:pt x="1962" y="5433"/>
                  </a:cubicBezTo>
                  <a:cubicBezTo>
                    <a:pt x="2315" y="4082"/>
                    <a:pt x="2797" y="2829"/>
                    <a:pt x="3472" y="1961"/>
                  </a:cubicBezTo>
                  <a:cubicBezTo>
                    <a:pt x="4147" y="1061"/>
                    <a:pt x="4983" y="547"/>
                    <a:pt x="6108" y="514"/>
                  </a:cubicBezTo>
                  <a:close/>
                  <a:moveTo>
                    <a:pt x="6108" y="0"/>
                  </a:moveTo>
                  <a:cubicBezTo>
                    <a:pt x="4822" y="0"/>
                    <a:pt x="3794" y="643"/>
                    <a:pt x="3054" y="1639"/>
                  </a:cubicBezTo>
                  <a:cubicBezTo>
                    <a:pt x="1929" y="3086"/>
                    <a:pt x="1351" y="5304"/>
                    <a:pt x="1029" y="7458"/>
                  </a:cubicBezTo>
                  <a:cubicBezTo>
                    <a:pt x="708" y="9611"/>
                    <a:pt x="611" y="11701"/>
                    <a:pt x="547" y="12890"/>
                  </a:cubicBezTo>
                  <a:cubicBezTo>
                    <a:pt x="515" y="13308"/>
                    <a:pt x="386" y="14497"/>
                    <a:pt x="258" y="15976"/>
                  </a:cubicBezTo>
                  <a:cubicBezTo>
                    <a:pt x="129" y="17487"/>
                    <a:pt x="1" y="19287"/>
                    <a:pt x="1" y="20926"/>
                  </a:cubicBezTo>
                  <a:cubicBezTo>
                    <a:pt x="1" y="21215"/>
                    <a:pt x="1" y="21537"/>
                    <a:pt x="33" y="21826"/>
                  </a:cubicBezTo>
                  <a:cubicBezTo>
                    <a:pt x="65" y="22887"/>
                    <a:pt x="161" y="23851"/>
                    <a:pt x="386" y="24558"/>
                  </a:cubicBezTo>
                  <a:cubicBezTo>
                    <a:pt x="483" y="24944"/>
                    <a:pt x="611" y="25234"/>
                    <a:pt x="804" y="25459"/>
                  </a:cubicBezTo>
                  <a:cubicBezTo>
                    <a:pt x="997" y="25716"/>
                    <a:pt x="1287" y="25844"/>
                    <a:pt x="1576" y="25844"/>
                  </a:cubicBezTo>
                  <a:cubicBezTo>
                    <a:pt x="1962" y="25844"/>
                    <a:pt x="3344" y="25973"/>
                    <a:pt x="5208" y="26134"/>
                  </a:cubicBezTo>
                  <a:cubicBezTo>
                    <a:pt x="10898" y="26616"/>
                    <a:pt x="21409" y="27580"/>
                    <a:pt x="25459" y="27580"/>
                  </a:cubicBezTo>
                  <a:cubicBezTo>
                    <a:pt x="25716" y="27580"/>
                    <a:pt x="25941" y="27580"/>
                    <a:pt x="26166" y="27548"/>
                  </a:cubicBezTo>
                  <a:cubicBezTo>
                    <a:pt x="28384" y="27452"/>
                    <a:pt x="30313" y="26841"/>
                    <a:pt x="31727" y="25812"/>
                  </a:cubicBezTo>
                  <a:cubicBezTo>
                    <a:pt x="33142" y="24784"/>
                    <a:pt x="33977" y="23305"/>
                    <a:pt x="33977" y="21633"/>
                  </a:cubicBezTo>
                  <a:cubicBezTo>
                    <a:pt x="33977" y="19994"/>
                    <a:pt x="33945" y="15654"/>
                    <a:pt x="33495" y="11444"/>
                  </a:cubicBezTo>
                  <a:cubicBezTo>
                    <a:pt x="33270" y="9354"/>
                    <a:pt x="32949" y="7297"/>
                    <a:pt x="32467" y="5625"/>
                  </a:cubicBezTo>
                  <a:cubicBezTo>
                    <a:pt x="32209" y="4790"/>
                    <a:pt x="31952" y="4050"/>
                    <a:pt x="31631" y="3440"/>
                  </a:cubicBezTo>
                  <a:cubicBezTo>
                    <a:pt x="31309" y="2861"/>
                    <a:pt x="30924" y="2379"/>
                    <a:pt x="30441" y="2122"/>
                  </a:cubicBezTo>
                  <a:cubicBezTo>
                    <a:pt x="29991" y="1864"/>
                    <a:pt x="29381" y="1639"/>
                    <a:pt x="28577" y="1447"/>
                  </a:cubicBezTo>
                  <a:cubicBezTo>
                    <a:pt x="25813" y="804"/>
                    <a:pt x="21087" y="418"/>
                    <a:pt x="16587" y="225"/>
                  </a:cubicBezTo>
                  <a:cubicBezTo>
                    <a:pt x="12087" y="32"/>
                    <a:pt x="7876" y="0"/>
                    <a:pt x="6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4349;p64">
              <a:extLst>
                <a:ext uri="{FF2B5EF4-FFF2-40B4-BE49-F238E27FC236}">
                  <a16:creationId xmlns:a16="http://schemas.microsoft.com/office/drawing/2014/main" id="{69C185D6-407E-83C0-CABD-11BED2DE3061}"/>
                </a:ext>
              </a:extLst>
            </p:cNvPr>
            <p:cNvSpPr/>
            <p:nvPr/>
          </p:nvSpPr>
          <p:spPr>
            <a:xfrm>
              <a:off x="4808050" y="3370700"/>
              <a:ext cx="836600" cy="657375"/>
            </a:xfrm>
            <a:custGeom>
              <a:avLst/>
              <a:gdLst/>
              <a:ahLst/>
              <a:cxnLst/>
              <a:rect l="l" t="t" r="r" b="b"/>
              <a:pathLst>
                <a:path w="33464" h="26295" extrusionOk="0">
                  <a:moveTo>
                    <a:pt x="26653" y="0"/>
                  </a:moveTo>
                  <a:cubicBezTo>
                    <a:pt x="23914" y="0"/>
                    <a:pt x="21166" y="1011"/>
                    <a:pt x="20155" y="2021"/>
                  </a:cubicBezTo>
                  <a:cubicBezTo>
                    <a:pt x="17905" y="4271"/>
                    <a:pt x="16941" y="7582"/>
                    <a:pt x="14080" y="11600"/>
                  </a:cubicBezTo>
                  <a:cubicBezTo>
                    <a:pt x="11251" y="15618"/>
                    <a:pt x="1" y="23622"/>
                    <a:pt x="1" y="23622"/>
                  </a:cubicBezTo>
                  <a:cubicBezTo>
                    <a:pt x="1" y="23622"/>
                    <a:pt x="10962" y="25390"/>
                    <a:pt x="15944" y="26065"/>
                  </a:cubicBezTo>
                  <a:cubicBezTo>
                    <a:pt x="17045" y="26222"/>
                    <a:pt x="18070" y="26295"/>
                    <a:pt x="19032" y="26295"/>
                  </a:cubicBezTo>
                  <a:cubicBezTo>
                    <a:pt x="22426" y="26295"/>
                    <a:pt x="25034" y="25386"/>
                    <a:pt x="27388" y="24008"/>
                  </a:cubicBezTo>
                  <a:cubicBezTo>
                    <a:pt x="30442" y="22272"/>
                    <a:pt x="31888" y="16294"/>
                    <a:pt x="31888" y="13272"/>
                  </a:cubicBezTo>
                  <a:cubicBezTo>
                    <a:pt x="31888" y="10218"/>
                    <a:pt x="33463" y="6425"/>
                    <a:pt x="33463" y="6425"/>
                  </a:cubicBezTo>
                  <a:cubicBezTo>
                    <a:pt x="33357" y="1520"/>
                    <a:pt x="30012" y="0"/>
                    <a:pt x="26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4350;p64">
              <a:extLst>
                <a:ext uri="{FF2B5EF4-FFF2-40B4-BE49-F238E27FC236}">
                  <a16:creationId xmlns:a16="http://schemas.microsoft.com/office/drawing/2014/main" id="{F3961F64-BEF3-DD6D-1AE6-CC6389DF984D}"/>
                </a:ext>
              </a:extLst>
            </p:cNvPr>
            <p:cNvSpPr/>
            <p:nvPr/>
          </p:nvSpPr>
          <p:spPr>
            <a:xfrm>
              <a:off x="4800825" y="3363350"/>
              <a:ext cx="850250" cy="671050"/>
            </a:xfrm>
            <a:custGeom>
              <a:avLst/>
              <a:gdLst/>
              <a:ahLst/>
              <a:cxnLst/>
              <a:rect l="l" t="t" r="r" b="b"/>
              <a:pathLst>
                <a:path w="34010" h="26842" extrusionOk="0">
                  <a:moveTo>
                    <a:pt x="26938" y="547"/>
                  </a:moveTo>
                  <a:cubicBezTo>
                    <a:pt x="28577" y="547"/>
                    <a:pt x="30184" y="933"/>
                    <a:pt x="31406" y="1865"/>
                  </a:cubicBezTo>
                  <a:cubicBezTo>
                    <a:pt x="32576" y="2783"/>
                    <a:pt x="33404" y="4260"/>
                    <a:pt x="33491" y="6605"/>
                  </a:cubicBezTo>
                  <a:lnTo>
                    <a:pt x="33491" y="6605"/>
                  </a:lnTo>
                  <a:cubicBezTo>
                    <a:pt x="33451" y="6730"/>
                    <a:pt x="33087" y="7632"/>
                    <a:pt x="32724" y="8905"/>
                  </a:cubicBezTo>
                  <a:cubicBezTo>
                    <a:pt x="32306" y="10255"/>
                    <a:pt x="31920" y="11991"/>
                    <a:pt x="31920" y="13566"/>
                  </a:cubicBezTo>
                  <a:cubicBezTo>
                    <a:pt x="31920" y="15012"/>
                    <a:pt x="31566" y="17263"/>
                    <a:pt x="30827" y="19320"/>
                  </a:cubicBezTo>
                  <a:cubicBezTo>
                    <a:pt x="30088" y="21377"/>
                    <a:pt x="28963" y="23274"/>
                    <a:pt x="27548" y="24077"/>
                  </a:cubicBezTo>
                  <a:cubicBezTo>
                    <a:pt x="25202" y="25427"/>
                    <a:pt x="22662" y="26327"/>
                    <a:pt x="19287" y="26327"/>
                  </a:cubicBezTo>
                  <a:cubicBezTo>
                    <a:pt x="18355" y="26327"/>
                    <a:pt x="17358" y="26263"/>
                    <a:pt x="16266" y="26102"/>
                  </a:cubicBezTo>
                  <a:cubicBezTo>
                    <a:pt x="13790" y="25749"/>
                    <a:pt x="9805" y="25138"/>
                    <a:pt x="6429" y="24624"/>
                  </a:cubicBezTo>
                  <a:cubicBezTo>
                    <a:pt x="4758" y="24367"/>
                    <a:pt x="3215" y="24109"/>
                    <a:pt x="2122" y="23949"/>
                  </a:cubicBezTo>
                  <a:cubicBezTo>
                    <a:pt x="1667" y="23868"/>
                    <a:pt x="1278" y="23805"/>
                    <a:pt x="980" y="23758"/>
                  </a:cubicBezTo>
                  <a:lnTo>
                    <a:pt x="980" y="23758"/>
                  </a:lnTo>
                  <a:cubicBezTo>
                    <a:pt x="1943" y="23056"/>
                    <a:pt x="4098" y="21464"/>
                    <a:pt x="6429" y="19609"/>
                  </a:cubicBezTo>
                  <a:cubicBezTo>
                    <a:pt x="8037" y="18355"/>
                    <a:pt x="9708" y="16973"/>
                    <a:pt x="11155" y="15655"/>
                  </a:cubicBezTo>
                  <a:cubicBezTo>
                    <a:pt x="12633" y="14337"/>
                    <a:pt x="13855" y="13084"/>
                    <a:pt x="14594" y="12055"/>
                  </a:cubicBezTo>
                  <a:cubicBezTo>
                    <a:pt x="16041" y="10030"/>
                    <a:pt x="16973" y="8166"/>
                    <a:pt x="17873" y="6558"/>
                  </a:cubicBezTo>
                  <a:cubicBezTo>
                    <a:pt x="18741" y="4951"/>
                    <a:pt x="19544" y="3569"/>
                    <a:pt x="20637" y="2476"/>
                  </a:cubicBezTo>
                  <a:cubicBezTo>
                    <a:pt x="21087" y="2026"/>
                    <a:pt x="21987" y="1544"/>
                    <a:pt x="23112" y="1158"/>
                  </a:cubicBezTo>
                  <a:cubicBezTo>
                    <a:pt x="24270" y="805"/>
                    <a:pt x="25620" y="547"/>
                    <a:pt x="26938" y="547"/>
                  </a:cubicBezTo>
                  <a:close/>
                  <a:moveTo>
                    <a:pt x="26938" y="1"/>
                  </a:moveTo>
                  <a:cubicBezTo>
                    <a:pt x="25523" y="1"/>
                    <a:pt x="24141" y="258"/>
                    <a:pt x="22952" y="644"/>
                  </a:cubicBezTo>
                  <a:cubicBezTo>
                    <a:pt x="21794" y="1062"/>
                    <a:pt x="20830" y="1544"/>
                    <a:pt x="20251" y="2123"/>
                  </a:cubicBezTo>
                  <a:cubicBezTo>
                    <a:pt x="19094" y="3280"/>
                    <a:pt x="18291" y="4694"/>
                    <a:pt x="17391" y="6301"/>
                  </a:cubicBezTo>
                  <a:cubicBezTo>
                    <a:pt x="16523" y="7941"/>
                    <a:pt x="15558" y="9741"/>
                    <a:pt x="14176" y="11734"/>
                  </a:cubicBezTo>
                  <a:cubicBezTo>
                    <a:pt x="13469" y="12698"/>
                    <a:pt x="12248" y="13952"/>
                    <a:pt x="10801" y="15270"/>
                  </a:cubicBezTo>
                  <a:cubicBezTo>
                    <a:pt x="8647" y="17230"/>
                    <a:pt x="5947" y="19352"/>
                    <a:pt x="3826" y="20959"/>
                  </a:cubicBezTo>
                  <a:cubicBezTo>
                    <a:pt x="2765" y="21763"/>
                    <a:pt x="1865" y="22470"/>
                    <a:pt x="1190" y="22952"/>
                  </a:cubicBezTo>
                  <a:cubicBezTo>
                    <a:pt x="547" y="23434"/>
                    <a:pt x="129" y="23691"/>
                    <a:pt x="129" y="23691"/>
                  </a:cubicBezTo>
                  <a:cubicBezTo>
                    <a:pt x="33" y="23756"/>
                    <a:pt x="1" y="23884"/>
                    <a:pt x="33" y="23981"/>
                  </a:cubicBezTo>
                  <a:cubicBezTo>
                    <a:pt x="65" y="24077"/>
                    <a:pt x="129" y="24174"/>
                    <a:pt x="258" y="24174"/>
                  </a:cubicBezTo>
                  <a:cubicBezTo>
                    <a:pt x="258" y="24174"/>
                    <a:pt x="11219" y="25942"/>
                    <a:pt x="16201" y="26649"/>
                  </a:cubicBezTo>
                  <a:cubicBezTo>
                    <a:pt x="17294" y="26777"/>
                    <a:pt x="18323" y="26842"/>
                    <a:pt x="19287" y="26842"/>
                  </a:cubicBezTo>
                  <a:cubicBezTo>
                    <a:pt x="22759" y="26842"/>
                    <a:pt x="25427" y="25942"/>
                    <a:pt x="27805" y="24559"/>
                  </a:cubicBezTo>
                  <a:cubicBezTo>
                    <a:pt x="29445" y="23595"/>
                    <a:pt x="30570" y="21634"/>
                    <a:pt x="31309" y="19513"/>
                  </a:cubicBezTo>
                  <a:cubicBezTo>
                    <a:pt x="32081" y="17391"/>
                    <a:pt x="32466" y="15109"/>
                    <a:pt x="32466" y="13566"/>
                  </a:cubicBezTo>
                  <a:cubicBezTo>
                    <a:pt x="32466" y="12087"/>
                    <a:pt x="32852" y="10384"/>
                    <a:pt x="33238" y="9066"/>
                  </a:cubicBezTo>
                  <a:cubicBezTo>
                    <a:pt x="33431" y="8391"/>
                    <a:pt x="33624" y="7844"/>
                    <a:pt x="33752" y="7426"/>
                  </a:cubicBezTo>
                  <a:cubicBezTo>
                    <a:pt x="33816" y="7233"/>
                    <a:pt x="33881" y="7073"/>
                    <a:pt x="33945" y="6976"/>
                  </a:cubicBezTo>
                  <a:cubicBezTo>
                    <a:pt x="33977" y="6848"/>
                    <a:pt x="34009" y="6816"/>
                    <a:pt x="34009" y="6816"/>
                  </a:cubicBezTo>
                  <a:lnTo>
                    <a:pt x="34009" y="6687"/>
                  </a:lnTo>
                  <a:cubicBezTo>
                    <a:pt x="33977" y="4180"/>
                    <a:pt x="33077" y="2476"/>
                    <a:pt x="31727" y="1447"/>
                  </a:cubicBezTo>
                  <a:cubicBezTo>
                    <a:pt x="30377" y="387"/>
                    <a:pt x="28673" y="1"/>
                    <a:pt x="269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4351;p64">
              <a:extLst>
                <a:ext uri="{FF2B5EF4-FFF2-40B4-BE49-F238E27FC236}">
                  <a16:creationId xmlns:a16="http://schemas.microsoft.com/office/drawing/2014/main" id="{DFDA4121-9831-6DF6-1716-0B966A297B79}"/>
                </a:ext>
              </a:extLst>
            </p:cNvPr>
            <p:cNvSpPr/>
            <p:nvPr/>
          </p:nvSpPr>
          <p:spPr>
            <a:xfrm>
              <a:off x="2458300" y="1966675"/>
              <a:ext cx="3007125" cy="2323275"/>
            </a:xfrm>
            <a:custGeom>
              <a:avLst/>
              <a:gdLst/>
              <a:ahLst/>
              <a:cxnLst/>
              <a:rect l="l" t="t" r="r" b="b"/>
              <a:pathLst>
                <a:path w="120285" h="92931" extrusionOk="0">
                  <a:moveTo>
                    <a:pt x="60143" y="1"/>
                  </a:moveTo>
                  <a:cubicBezTo>
                    <a:pt x="26906" y="1"/>
                    <a:pt x="1" y="20798"/>
                    <a:pt x="1" y="46482"/>
                  </a:cubicBezTo>
                  <a:cubicBezTo>
                    <a:pt x="1" y="72133"/>
                    <a:pt x="26906" y="92931"/>
                    <a:pt x="60143" y="92931"/>
                  </a:cubicBezTo>
                  <a:cubicBezTo>
                    <a:pt x="93348" y="92931"/>
                    <a:pt x="120285" y="72133"/>
                    <a:pt x="120285" y="46482"/>
                  </a:cubicBezTo>
                  <a:cubicBezTo>
                    <a:pt x="120285" y="20798"/>
                    <a:pt x="93348" y="1"/>
                    <a:pt x="60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4352;p64">
              <a:extLst>
                <a:ext uri="{FF2B5EF4-FFF2-40B4-BE49-F238E27FC236}">
                  <a16:creationId xmlns:a16="http://schemas.microsoft.com/office/drawing/2014/main" id="{07E7F205-0ED6-3CA2-E918-9E068D790A2F}"/>
                </a:ext>
              </a:extLst>
            </p:cNvPr>
            <p:cNvSpPr/>
            <p:nvPr/>
          </p:nvSpPr>
          <p:spPr>
            <a:xfrm>
              <a:off x="2451875" y="1960250"/>
              <a:ext cx="3020000" cy="2336925"/>
            </a:xfrm>
            <a:custGeom>
              <a:avLst/>
              <a:gdLst/>
              <a:ahLst/>
              <a:cxnLst/>
              <a:rect l="l" t="t" r="r" b="b"/>
              <a:pathLst>
                <a:path w="120800" h="93477" extrusionOk="0">
                  <a:moveTo>
                    <a:pt x="60400" y="515"/>
                  </a:moveTo>
                  <a:cubicBezTo>
                    <a:pt x="76954" y="515"/>
                    <a:pt x="91933" y="5722"/>
                    <a:pt x="102734" y="14080"/>
                  </a:cubicBezTo>
                  <a:cubicBezTo>
                    <a:pt x="113567" y="22438"/>
                    <a:pt x="120253" y="33977"/>
                    <a:pt x="120253" y="46739"/>
                  </a:cubicBezTo>
                  <a:cubicBezTo>
                    <a:pt x="120253" y="59468"/>
                    <a:pt x="113567" y="71008"/>
                    <a:pt x="102734" y="79365"/>
                  </a:cubicBezTo>
                  <a:cubicBezTo>
                    <a:pt x="91933" y="87755"/>
                    <a:pt x="76954" y="92930"/>
                    <a:pt x="60400" y="92930"/>
                  </a:cubicBezTo>
                  <a:cubicBezTo>
                    <a:pt x="43845" y="92930"/>
                    <a:pt x="28866" y="87755"/>
                    <a:pt x="18033" y="79365"/>
                  </a:cubicBezTo>
                  <a:cubicBezTo>
                    <a:pt x="7201" y="71008"/>
                    <a:pt x="515" y="59468"/>
                    <a:pt x="515" y="46739"/>
                  </a:cubicBezTo>
                  <a:cubicBezTo>
                    <a:pt x="515" y="33977"/>
                    <a:pt x="7201" y="22438"/>
                    <a:pt x="18033" y="14080"/>
                  </a:cubicBezTo>
                  <a:cubicBezTo>
                    <a:pt x="28866" y="5722"/>
                    <a:pt x="43845" y="515"/>
                    <a:pt x="60400" y="515"/>
                  </a:cubicBezTo>
                  <a:close/>
                  <a:moveTo>
                    <a:pt x="60400" y="1"/>
                  </a:moveTo>
                  <a:cubicBezTo>
                    <a:pt x="43717" y="1"/>
                    <a:pt x="28641" y="5208"/>
                    <a:pt x="17712" y="13662"/>
                  </a:cubicBezTo>
                  <a:cubicBezTo>
                    <a:pt x="6783" y="22116"/>
                    <a:pt x="1" y="33785"/>
                    <a:pt x="1" y="46739"/>
                  </a:cubicBezTo>
                  <a:cubicBezTo>
                    <a:pt x="1" y="59661"/>
                    <a:pt x="6783" y="71361"/>
                    <a:pt x="17712" y="79815"/>
                  </a:cubicBezTo>
                  <a:cubicBezTo>
                    <a:pt x="28641" y="88269"/>
                    <a:pt x="43717" y="93477"/>
                    <a:pt x="60400" y="93477"/>
                  </a:cubicBezTo>
                  <a:cubicBezTo>
                    <a:pt x="77051" y="93477"/>
                    <a:pt x="92126" y="88269"/>
                    <a:pt x="103088" y="79815"/>
                  </a:cubicBezTo>
                  <a:cubicBezTo>
                    <a:pt x="114017" y="71361"/>
                    <a:pt x="120799" y="59661"/>
                    <a:pt x="120799" y="46739"/>
                  </a:cubicBezTo>
                  <a:cubicBezTo>
                    <a:pt x="120799" y="33785"/>
                    <a:pt x="114017" y="22116"/>
                    <a:pt x="103088" y="13662"/>
                  </a:cubicBezTo>
                  <a:cubicBezTo>
                    <a:pt x="92126" y="5208"/>
                    <a:pt x="77051" y="1"/>
                    <a:pt x="60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4353;p64">
              <a:extLst>
                <a:ext uri="{FF2B5EF4-FFF2-40B4-BE49-F238E27FC236}">
                  <a16:creationId xmlns:a16="http://schemas.microsoft.com/office/drawing/2014/main" id="{30763D0B-A49D-4FEA-E5D5-2831349FD490}"/>
                </a:ext>
              </a:extLst>
            </p:cNvPr>
            <p:cNvSpPr/>
            <p:nvPr/>
          </p:nvSpPr>
          <p:spPr>
            <a:xfrm>
              <a:off x="2458300" y="1932125"/>
              <a:ext cx="3007125" cy="2323275"/>
            </a:xfrm>
            <a:custGeom>
              <a:avLst/>
              <a:gdLst/>
              <a:ahLst/>
              <a:cxnLst/>
              <a:rect l="l" t="t" r="r" b="b"/>
              <a:pathLst>
                <a:path w="120285" h="92931" extrusionOk="0">
                  <a:moveTo>
                    <a:pt x="60143" y="1"/>
                  </a:moveTo>
                  <a:cubicBezTo>
                    <a:pt x="26906" y="1"/>
                    <a:pt x="1" y="20798"/>
                    <a:pt x="1" y="46449"/>
                  </a:cubicBezTo>
                  <a:cubicBezTo>
                    <a:pt x="1" y="72133"/>
                    <a:pt x="26906" y="92930"/>
                    <a:pt x="60143" y="92930"/>
                  </a:cubicBezTo>
                  <a:cubicBezTo>
                    <a:pt x="93348" y="92930"/>
                    <a:pt x="120285" y="72133"/>
                    <a:pt x="120285" y="46449"/>
                  </a:cubicBezTo>
                  <a:cubicBezTo>
                    <a:pt x="120285" y="20798"/>
                    <a:pt x="93348" y="1"/>
                    <a:pt x="60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4354;p64">
              <a:extLst>
                <a:ext uri="{FF2B5EF4-FFF2-40B4-BE49-F238E27FC236}">
                  <a16:creationId xmlns:a16="http://schemas.microsoft.com/office/drawing/2014/main" id="{9BA22650-5F18-34D2-B580-67D3B72FEC87}"/>
                </a:ext>
              </a:extLst>
            </p:cNvPr>
            <p:cNvSpPr/>
            <p:nvPr/>
          </p:nvSpPr>
          <p:spPr>
            <a:xfrm>
              <a:off x="2451875" y="1924900"/>
              <a:ext cx="3020000" cy="2337725"/>
            </a:xfrm>
            <a:custGeom>
              <a:avLst/>
              <a:gdLst/>
              <a:ahLst/>
              <a:cxnLst/>
              <a:rect l="l" t="t" r="r" b="b"/>
              <a:pathLst>
                <a:path w="120800" h="93509" extrusionOk="0">
                  <a:moveTo>
                    <a:pt x="60400" y="547"/>
                  </a:moveTo>
                  <a:cubicBezTo>
                    <a:pt x="76954" y="547"/>
                    <a:pt x="91933" y="5722"/>
                    <a:pt x="102734" y="14112"/>
                  </a:cubicBezTo>
                  <a:cubicBezTo>
                    <a:pt x="113567" y="22469"/>
                    <a:pt x="120253" y="34009"/>
                    <a:pt x="120253" y="46738"/>
                  </a:cubicBezTo>
                  <a:cubicBezTo>
                    <a:pt x="120253" y="59500"/>
                    <a:pt x="113567" y="71040"/>
                    <a:pt x="102734" y="79397"/>
                  </a:cubicBezTo>
                  <a:cubicBezTo>
                    <a:pt x="91933" y="87787"/>
                    <a:pt x="76954" y="92962"/>
                    <a:pt x="60400" y="92962"/>
                  </a:cubicBezTo>
                  <a:cubicBezTo>
                    <a:pt x="43845" y="92962"/>
                    <a:pt x="28866" y="87787"/>
                    <a:pt x="18033" y="79397"/>
                  </a:cubicBezTo>
                  <a:cubicBezTo>
                    <a:pt x="7201" y="71040"/>
                    <a:pt x="515" y="59500"/>
                    <a:pt x="515" y="46738"/>
                  </a:cubicBezTo>
                  <a:cubicBezTo>
                    <a:pt x="515" y="34009"/>
                    <a:pt x="7201" y="22469"/>
                    <a:pt x="18033" y="14112"/>
                  </a:cubicBezTo>
                  <a:cubicBezTo>
                    <a:pt x="28866" y="5722"/>
                    <a:pt x="43845" y="547"/>
                    <a:pt x="60400" y="547"/>
                  </a:cubicBezTo>
                  <a:close/>
                  <a:moveTo>
                    <a:pt x="60400" y="0"/>
                  </a:moveTo>
                  <a:cubicBezTo>
                    <a:pt x="43717" y="0"/>
                    <a:pt x="28641" y="5240"/>
                    <a:pt x="17712" y="13662"/>
                  </a:cubicBezTo>
                  <a:cubicBezTo>
                    <a:pt x="6783" y="22116"/>
                    <a:pt x="1" y="33816"/>
                    <a:pt x="1" y="46738"/>
                  </a:cubicBezTo>
                  <a:cubicBezTo>
                    <a:pt x="1" y="59693"/>
                    <a:pt x="6783" y="71393"/>
                    <a:pt x="17712" y="79815"/>
                  </a:cubicBezTo>
                  <a:cubicBezTo>
                    <a:pt x="28641" y="88269"/>
                    <a:pt x="43717" y="93509"/>
                    <a:pt x="60400" y="93509"/>
                  </a:cubicBezTo>
                  <a:cubicBezTo>
                    <a:pt x="77051" y="93509"/>
                    <a:pt x="92126" y="88269"/>
                    <a:pt x="103088" y="79815"/>
                  </a:cubicBezTo>
                  <a:cubicBezTo>
                    <a:pt x="114017" y="71393"/>
                    <a:pt x="120799" y="59693"/>
                    <a:pt x="120799" y="46738"/>
                  </a:cubicBezTo>
                  <a:cubicBezTo>
                    <a:pt x="120799" y="33816"/>
                    <a:pt x="114017" y="22116"/>
                    <a:pt x="103088" y="13662"/>
                  </a:cubicBezTo>
                  <a:cubicBezTo>
                    <a:pt x="92126" y="5240"/>
                    <a:pt x="77051" y="0"/>
                    <a:pt x="60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4355;p64">
              <a:extLst>
                <a:ext uri="{FF2B5EF4-FFF2-40B4-BE49-F238E27FC236}">
                  <a16:creationId xmlns:a16="http://schemas.microsoft.com/office/drawing/2014/main" id="{9776189C-286F-2194-4DB9-BF9D2DAEF406}"/>
                </a:ext>
              </a:extLst>
            </p:cNvPr>
            <p:cNvSpPr/>
            <p:nvPr/>
          </p:nvSpPr>
          <p:spPr>
            <a:xfrm>
              <a:off x="4364475" y="2379750"/>
              <a:ext cx="532800" cy="452450"/>
            </a:xfrm>
            <a:custGeom>
              <a:avLst/>
              <a:gdLst/>
              <a:ahLst/>
              <a:cxnLst/>
              <a:rect l="l" t="t" r="r" b="b"/>
              <a:pathLst>
                <a:path w="21312" h="18098" extrusionOk="0">
                  <a:moveTo>
                    <a:pt x="13694" y="0"/>
                  </a:moveTo>
                  <a:lnTo>
                    <a:pt x="0" y="8647"/>
                  </a:lnTo>
                  <a:lnTo>
                    <a:pt x="7811" y="18097"/>
                  </a:lnTo>
                  <a:lnTo>
                    <a:pt x="21312" y="8390"/>
                  </a:lnTo>
                  <a:lnTo>
                    <a:pt x="13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4356;p64">
              <a:extLst>
                <a:ext uri="{FF2B5EF4-FFF2-40B4-BE49-F238E27FC236}">
                  <a16:creationId xmlns:a16="http://schemas.microsoft.com/office/drawing/2014/main" id="{0F88EBAB-C68D-2422-6AD2-18D1520FB5A7}"/>
                </a:ext>
              </a:extLst>
            </p:cNvPr>
            <p:cNvSpPr/>
            <p:nvPr/>
          </p:nvSpPr>
          <p:spPr>
            <a:xfrm>
              <a:off x="4358025" y="2373275"/>
              <a:ext cx="546500" cy="465200"/>
            </a:xfrm>
            <a:custGeom>
              <a:avLst/>
              <a:gdLst/>
              <a:ahLst/>
              <a:cxnLst/>
              <a:rect l="l" t="t" r="r" b="b"/>
              <a:pathLst>
                <a:path w="21860" h="18608" extrusionOk="0">
                  <a:moveTo>
                    <a:pt x="13913" y="622"/>
                  </a:moveTo>
                  <a:lnTo>
                    <a:pt x="21184" y="8617"/>
                  </a:lnTo>
                  <a:lnTo>
                    <a:pt x="8101" y="17971"/>
                  </a:lnTo>
                  <a:lnTo>
                    <a:pt x="676" y="8970"/>
                  </a:lnTo>
                  <a:lnTo>
                    <a:pt x="13913" y="622"/>
                  </a:lnTo>
                  <a:close/>
                  <a:moveTo>
                    <a:pt x="13926" y="1"/>
                  </a:moveTo>
                  <a:cubicBezTo>
                    <a:pt x="13882" y="1"/>
                    <a:pt x="13836" y="11"/>
                    <a:pt x="13791" y="34"/>
                  </a:cubicBezTo>
                  <a:lnTo>
                    <a:pt x="130" y="8681"/>
                  </a:lnTo>
                  <a:cubicBezTo>
                    <a:pt x="65" y="8713"/>
                    <a:pt x="1" y="8777"/>
                    <a:pt x="1" y="8842"/>
                  </a:cubicBezTo>
                  <a:cubicBezTo>
                    <a:pt x="1" y="8938"/>
                    <a:pt x="1" y="9002"/>
                    <a:pt x="65" y="9067"/>
                  </a:cubicBezTo>
                  <a:lnTo>
                    <a:pt x="7844" y="18517"/>
                  </a:lnTo>
                  <a:cubicBezTo>
                    <a:pt x="7900" y="18573"/>
                    <a:pt x="7978" y="18608"/>
                    <a:pt x="8059" y="18608"/>
                  </a:cubicBezTo>
                  <a:cubicBezTo>
                    <a:pt x="8117" y="18608"/>
                    <a:pt x="8176" y="18590"/>
                    <a:pt x="8230" y="18549"/>
                  </a:cubicBezTo>
                  <a:lnTo>
                    <a:pt x="21731" y="8874"/>
                  </a:lnTo>
                  <a:cubicBezTo>
                    <a:pt x="21795" y="8810"/>
                    <a:pt x="21827" y="8745"/>
                    <a:pt x="21827" y="8681"/>
                  </a:cubicBezTo>
                  <a:cubicBezTo>
                    <a:pt x="21859" y="8585"/>
                    <a:pt x="21827" y="8520"/>
                    <a:pt x="21763" y="8456"/>
                  </a:cubicBezTo>
                  <a:lnTo>
                    <a:pt x="14145" y="98"/>
                  </a:lnTo>
                  <a:cubicBezTo>
                    <a:pt x="14082" y="36"/>
                    <a:pt x="14007" y="1"/>
                    <a:pt x="139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4357;p64">
              <a:extLst>
                <a:ext uri="{FF2B5EF4-FFF2-40B4-BE49-F238E27FC236}">
                  <a16:creationId xmlns:a16="http://schemas.microsoft.com/office/drawing/2014/main" id="{B221995A-84D0-6BE4-7EEC-FAE6FAB9E045}"/>
                </a:ext>
              </a:extLst>
            </p:cNvPr>
            <p:cNvSpPr/>
            <p:nvPr/>
          </p:nvSpPr>
          <p:spPr>
            <a:xfrm>
              <a:off x="3363175" y="2398225"/>
              <a:ext cx="597100" cy="499075"/>
            </a:xfrm>
            <a:custGeom>
              <a:avLst/>
              <a:gdLst/>
              <a:ahLst/>
              <a:cxnLst/>
              <a:rect l="l" t="t" r="r" b="b"/>
              <a:pathLst>
                <a:path w="23884" h="19963" extrusionOk="0">
                  <a:moveTo>
                    <a:pt x="12472" y="0"/>
                  </a:moveTo>
                  <a:lnTo>
                    <a:pt x="0" y="6429"/>
                  </a:lnTo>
                  <a:lnTo>
                    <a:pt x="11058" y="19962"/>
                  </a:lnTo>
                  <a:lnTo>
                    <a:pt x="23884" y="11412"/>
                  </a:lnTo>
                  <a:lnTo>
                    <a:pt x="12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4358;p64">
              <a:extLst>
                <a:ext uri="{FF2B5EF4-FFF2-40B4-BE49-F238E27FC236}">
                  <a16:creationId xmlns:a16="http://schemas.microsoft.com/office/drawing/2014/main" id="{72FD154C-1E00-D80A-0689-ACE2A3304BA2}"/>
                </a:ext>
              </a:extLst>
            </p:cNvPr>
            <p:cNvSpPr/>
            <p:nvPr/>
          </p:nvSpPr>
          <p:spPr>
            <a:xfrm>
              <a:off x="3355925" y="2391725"/>
              <a:ext cx="611575" cy="512250"/>
            </a:xfrm>
            <a:custGeom>
              <a:avLst/>
              <a:gdLst/>
              <a:ahLst/>
              <a:cxnLst/>
              <a:rect l="l" t="t" r="r" b="b"/>
              <a:pathLst>
                <a:path w="24463" h="20490" extrusionOk="0">
                  <a:moveTo>
                    <a:pt x="12700" y="584"/>
                  </a:moveTo>
                  <a:lnTo>
                    <a:pt x="23756" y="11640"/>
                  </a:lnTo>
                  <a:lnTo>
                    <a:pt x="11380" y="19869"/>
                  </a:lnTo>
                  <a:lnTo>
                    <a:pt x="708" y="6754"/>
                  </a:lnTo>
                  <a:lnTo>
                    <a:pt x="12700" y="584"/>
                  </a:lnTo>
                  <a:close/>
                  <a:moveTo>
                    <a:pt x="12755" y="0"/>
                  </a:moveTo>
                  <a:cubicBezTo>
                    <a:pt x="12712" y="0"/>
                    <a:pt x="12671" y="11"/>
                    <a:pt x="12634" y="35"/>
                  </a:cubicBezTo>
                  <a:lnTo>
                    <a:pt x="162" y="6432"/>
                  </a:lnTo>
                  <a:cubicBezTo>
                    <a:pt x="97" y="6464"/>
                    <a:pt x="33" y="6529"/>
                    <a:pt x="33" y="6625"/>
                  </a:cubicBezTo>
                  <a:cubicBezTo>
                    <a:pt x="1" y="6689"/>
                    <a:pt x="33" y="6786"/>
                    <a:pt x="65" y="6850"/>
                  </a:cubicBezTo>
                  <a:lnTo>
                    <a:pt x="11123" y="20383"/>
                  </a:lnTo>
                  <a:cubicBezTo>
                    <a:pt x="11179" y="20458"/>
                    <a:pt x="11258" y="20489"/>
                    <a:pt x="11333" y="20489"/>
                  </a:cubicBezTo>
                  <a:cubicBezTo>
                    <a:pt x="11386" y="20489"/>
                    <a:pt x="11437" y="20474"/>
                    <a:pt x="11476" y="20447"/>
                  </a:cubicBezTo>
                  <a:lnTo>
                    <a:pt x="24334" y="11897"/>
                  </a:lnTo>
                  <a:cubicBezTo>
                    <a:pt x="24399" y="11832"/>
                    <a:pt x="24431" y="11768"/>
                    <a:pt x="24431" y="11704"/>
                  </a:cubicBezTo>
                  <a:cubicBezTo>
                    <a:pt x="24463" y="11607"/>
                    <a:pt x="24431" y="11543"/>
                    <a:pt x="24366" y="11479"/>
                  </a:cubicBezTo>
                  <a:lnTo>
                    <a:pt x="12955" y="68"/>
                  </a:lnTo>
                  <a:cubicBezTo>
                    <a:pt x="12896" y="28"/>
                    <a:pt x="12824" y="0"/>
                    <a:pt x="12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4359;p64">
              <a:extLst>
                <a:ext uri="{FF2B5EF4-FFF2-40B4-BE49-F238E27FC236}">
                  <a16:creationId xmlns:a16="http://schemas.microsoft.com/office/drawing/2014/main" id="{5692096A-3E8B-0BE4-D3A2-CE2F9BFFA63A}"/>
                </a:ext>
              </a:extLst>
            </p:cNvPr>
            <p:cNvSpPr/>
            <p:nvPr/>
          </p:nvSpPr>
          <p:spPr>
            <a:xfrm>
              <a:off x="3836500" y="2737350"/>
              <a:ext cx="597100" cy="499075"/>
            </a:xfrm>
            <a:custGeom>
              <a:avLst/>
              <a:gdLst/>
              <a:ahLst/>
              <a:cxnLst/>
              <a:rect l="l" t="t" r="r" b="b"/>
              <a:pathLst>
                <a:path w="23884" h="19963" extrusionOk="0">
                  <a:moveTo>
                    <a:pt x="12472" y="0"/>
                  </a:moveTo>
                  <a:lnTo>
                    <a:pt x="0" y="6429"/>
                  </a:lnTo>
                  <a:lnTo>
                    <a:pt x="11058" y="19962"/>
                  </a:lnTo>
                  <a:lnTo>
                    <a:pt x="23884" y="11412"/>
                  </a:lnTo>
                  <a:lnTo>
                    <a:pt x="12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4360;p64">
              <a:extLst>
                <a:ext uri="{FF2B5EF4-FFF2-40B4-BE49-F238E27FC236}">
                  <a16:creationId xmlns:a16="http://schemas.microsoft.com/office/drawing/2014/main" id="{D23211BC-1B6C-FC7E-99E6-C1930F36C48C}"/>
                </a:ext>
              </a:extLst>
            </p:cNvPr>
            <p:cNvSpPr/>
            <p:nvPr/>
          </p:nvSpPr>
          <p:spPr>
            <a:xfrm>
              <a:off x="3829250" y="2730850"/>
              <a:ext cx="610775" cy="512650"/>
            </a:xfrm>
            <a:custGeom>
              <a:avLst/>
              <a:gdLst/>
              <a:ahLst/>
              <a:cxnLst/>
              <a:rect l="l" t="t" r="r" b="b"/>
              <a:pathLst>
                <a:path w="24431" h="20506" extrusionOk="0">
                  <a:moveTo>
                    <a:pt x="12721" y="605"/>
                  </a:moveTo>
                  <a:lnTo>
                    <a:pt x="23756" y="11640"/>
                  </a:lnTo>
                  <a:lnTo>
                    <a:pt x="11380" y="19869"/>
                  </a:lnTo>
                  <a:lnTo>
                    <a:pt x="708" y="6786"/>
                  </a:lnTo>
                  <a:lnTo>
                    <a:pt x="12721" y="605"/>
                  </a:lnTo>
                  <a:close/>
                  <a:moveTo>
                    <a:pt x="12755" y="0"/>
                  </a:moveTo>
                  <a:cubicBezTo>
                    <a:pt x="12712" y="0"/>
                    <a:pt x="12671" y="11"/>
                    <a:pt x="12634" y="35"/>
                  </a:cubicBezTo>
                  <a:lnTo>
                    <a:pt x="162" y="6432"/>
                  </a:lnTo>
                  <a:cubicBezTo>
                    <a:pt x="97" y="6496"/>
                    <a:pt x="33" y="6561"/>
                    <a:pt x="33" y="6625"/>
                  </a:cubicBezTo>
                  <a:cubicBezTo>
                    <a:pt x="1" y="6721"/>
                    <a:pt x="33" y="6786"/>
                    <a:pt x="65" y="6850"/>
                  </a:cubicBezTo>
                  <a:lnTo>
                    <a:pt x="11123" y="20415"/>
                  </a:lnTo>
                  <a:cubicBezTo>
                    <a:pt x="11179" y="20471"/>
                    <a:pt x="11257" y="20505"/>
                    <a:pt x="11331" y="20505"/>
                  </a:cubicBezTo>
                  <a:cubicBezTo>
                    <a:pt x="11384" y="20505"/>
                    <a:pt x="11436" y="20488"/>
                    <a:pt x="11477" y="20447"/>
                  </a:cubicBezTo>
                  <a:lnTo>
                    <a:pt x="24334" y="11897"/>
                  </a:lnTo>
                  <a:cubicBezTo>
                    <a:pt x="24399" y="11865"/>
                    <a:pt x="24431" y="11768"/>
                    <a:pt x="24431" y="11704"/>
                  </a:cubicBezTo>
                  <a:cubicBezTo>
                    <a:pt x="24431" y="11607"/>
                    <a:pt x="24431" y="11543"/>
                    <a:pt x="24366" y="11479"/>
                  </a:cubicBezTo>
                  <a:lnTo>
                    <a:pt x="12955" y="68"/>
                  </a:lnTo>
                  <a:cubicBezTo>
                    <a:pt x="12896" y="28"/>
                    <a:pt x="12824" y="0"/>
                    <a:pt x="12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4361;p64">
              <a:extLst>
                <a:ext uri="{FF2B5EF4-FFF2-40B4-BE49-F238E27FC236}">
                  <a16:creationId xmlns:a16="http://schemas.microsoft.com/office/drawing/2014/main" id="{BD621039-8835-ED4C-6719-C7B4B462B87A}"/>
                </a:ext>
              </a:extLst>
            </p:cNvPr>
            <p:cNvSpPr/>
            <p:nvPr/>
          </p:nvSpPr>
          <p:spPr>
            <a:xfrm>
              <a:off x="3777025" y="2762250"/>
              <a:ext cx="564975" cy="483800"/>
            </a:xfrm>
            <a:custGeom>
              <a:avLst/>
              <a:gdLst/>
              <a:ahLst/>
              <a:cxnLst/>
              <a:rect l="l" t="t" r="r" b="b"/>
              <a:pathLst>
                <a:path w="22599" h="19352" extrusionOk="0">
                  <a:moveTo>
                    <a:pt x="13469" y="1"/>
                  </a:moveTo>
                  <a:lnTo>
                    <a:pt x="1" y="4019"/>
                  </a:lnTo>
                  <a:lnTo>
                    <a:pt x="8390" y="19352"/>
                  </a:lnTo>
                  <a:lnTo>
                    <a:pt x="22598" y="13309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4362;p64">
              <a:extLst>
                <a:ext uri="{FF2B5EF4-FFF2-40B4-BE49-F238E27FC236}">
                  <a16:creationId xmlns:a16="http://schemas.microsoft.com/office/drawing/2014/main" id="{A2609C3B-AF04-210E-5FF1-63CC38F0FF31}"/>
                </a:ext>
              </a:extLst>
            </p:cNvPr>
            <p:cNvSpPr/>
            <p:nvPr/>
          </p:nvSpPr>
          <p:spPr>
            <a:xfrm>
              <a:off x="3770600" y="2755525"/>
              <a:ext cx="577825" cy="497600"/>
            </a:xfrm>
            <a:custGeom>
              <a:avLst/>
              <a:gdLst/>
              <a:ahLst/>
              <a:cxnLst/>
              <a:rect l="l" t="t" r="r" b="b"/>
              <a:pathLst>
                <a:path w="23113" h="19904" extrusionOk="0">
                  <a:moveTo>
                    <a:pt x="13623" y="577"/>
                  </a:moveTo>
                  <a:lnTo>
                    <a:pt x="22437" y="13449"/>
                  </a:lnTo>
                  <a:lnTo>
                    <a:pt x="8776" y="19299"/>
                  </a:lnTo>
                  <a:lnTo>
                    <a:pt x="675" y="4449"/>
                  </a:lnTo>
                  <a:lnTo>
                    <a:pt x="13623" y="577"/>
                  </a:lnTo>
                  <a:close/>
                  <a:moveTo>
                    <a:pt x="13721" y="1"/>
                  </a:moveTo>
                  <a:cubicBezTo>
                    <a:pt x="13692" y="1"/>
                    <a:pt x="13662" y="5"/>
                    <a:pt x="13630" y="13"/>
                  </a:cubicBezTo>
                  <a:lnTo>
                    <a:pt x="193" y="4031"/>
                  </a:lnTo>
                  <a:cubicBezTo>
                    <a:pt x="129" y="4063"/>
                    <a:pt x="65" y="4095"/>
                    <a:pt x="33" y="4192"/>
                  </a:cubicBezTo>
                  <a:cubicBezTo>
                    <a:pt x="0" y="4256"/>
                    <a:pt x="0" y="4352"/>
                    <a:pt x="33" y="4417"/>
                  </a:cubicBezTo>
                  <a:lnTo>
                    <a:pt x="8422" y="19749"/>
                  </a:lnTo>
                  <a:cubicBezTo>
                    <a:pt x="8469" y="19844"/>
                    <a:pt x="8551" y="19903"/>
                    <a:pt x="8642" y="19903"/>
                  </a:cubicBezTo>
                  <a:cubicBezTo>
                    <a:pt x="8675" y="19903"/>
                    <a:pt x="8709" y="19895"/>
                    <a:pt x="8744" y="19878"/>
                  </a:cubicBezTo>
                  <a:lnTo>
                    <a:pt x="22952" y="13803"/>
                  </a:lnTo>
                  <a:cubicBezTo>
                    <a:pt x="23016" y="13771"/>
                    <a:pt x="23080" y="13706"/>
                    <a:pt x="23112" y="13642"/>
                  </a:cubicBezTo>
                  <a:cubicBezTo>
                    <a:pt x="23112" y="13578"/>
                    <a:pt x="23112" y="13481"/>
                    <a:pt x="23048" y="13417"/>
                  </a:cubicBezTo>
                  <a:lnTo>
                    <a:pt x="13951" y="109"/>
                  </a:lnTo>
                  <a:cubicBezTo>
                    <a:pt x="13879" y="37"/>
                    <a:pt x="13806" y="1"/>
                    <a:pt x="13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4363;p64">
              <a:extLst>
                <a:ext uri="{FF2B5EF4-FFF2-40B4-BE49-F238E27FC236}">
                  <a16:creationId xmlns:a16="http://schemas.microsoft.com/office/drawing/2014/main" id="{9AE4B89F-954F-5DD9-D448-512CDD05FF6D}"/>
                </a:ext>
              </a:extLst>
            </p:cNvPr>
            <p:cNvSpPr/>
            <p:nvPr/>
          </p:nvSpPr>
          <p:spPr>
            <a:xfrm>
              <a:off x="3632675" y="2195225"/>
              <a:ext cx="140350" cy="44725"/>
            </a:xfrm>
            <a:custGeom>
              <a:avLst/>
              <a:gdLst/>
              <a:ahLst/>
              <a:cxnLst/>
              <a:rect l="l" t="t" r="r" b="b"/>
              <a:pathLst>
                <a:path w="5614" h="1789" extrusionOk="0">
                  <a:moveTo>
                    <a:pt x="5228" y="0"/>
                  </a:moveTo>
                  <a:cubicBezTo>
                    <a:pt x="4547" y="0"/>
                    <a:pt x="3203" y="502"/>
                    <a:pt x="3203" y="502"/>
                  </a:cubicBezTo>
                  <a:cubicBezTo>
                    <a:pt x="3203" y="502"/>
                    <a:pt x="2961" y="476"/>
                    <a:pt x="2612" y="476"/>
                  </a:cubicBezTo>
                  <a:cubicBezTo>
                    <a:pt x="2087" y="476"/>
                    <a:pt x="1319" y="534"/>
                    <a:pt x="760" y="824"/>
                  </a:cubicBezTo>
                  <a:cubicBezTo>
                    <a:pt x="1" y="1203"/>
                    <a:pt x="2468" y="1789"/>
                    <a:pt x="3895" y="1789"/>
                  </a:cubicBezTo>
                  <a:cubicBezTo>
                    <a:pt x="4159" y="1789"/>
                    <a:pt x="4387" y="1769"/>
                    <a:pt x="4553" y="1724"/>
                  </a:cubicBezTo>
                  <a:cubicBezTo>
                    <a:pt x="5614" y="1402"/>
                    <a:pt x="5614" y="824"/>
                    <a:pt x="5614" y="213"/>
                  </a:cubicBezTo>
                  <a:cubicBezTo>
                    <a:pt x="5614" y="58"/>
                    <a:pt x="5459" y="0"/>
                    <a:pt x="5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4364;p64">
              <a:extLst>
                <a:ext uri="{FF2B5EF4-FFF2-40B4-BE49-F238E27FC236}">
                  <a16:creationId xmlns:a16="http://schemas.microsoft.com/office/drawing/2014/main" id="{3C0CD216-A9AF-05F8-645A-F6472AE1471C}"/>
                </a:ext>
              </a:extLst>
            </p:cNvPr>
            <p:cNvSpPr/>
            <p:nvPr/>
          </p:nvSpPr>
          <p:spPr>
            <a:xfrm>
              <a:off x="3641225" y="2188475"/>
              <a:ext cx="139050" cy="57900"/>
            </a:xfrm>
            <a:custGeom>
              <a:avLst/>
              <a:gdLst/>
              <a:ahLst/>
              <a:cxnLst/>
              <a:rect l="l" t="t" r="r" b="b"/>
              <a:pathLst>
                <a:path w="5562" h="2316" extrusionOk="0">
                  <a:moveTo>
                    <a:pt x="5014" y="547"/>
                  </a:moveTo>
                  <a:cubicBezTo>
                    <a:pt x="5010" y="810"/>
                    <a:pt x="4975" y="1044"/>
                    <a:pt x="4886" y="1222"/>
                  </a:cubicBezTo>
                  <a:cubicBezTo>
                    <a:pt x="4822" y="1415"/>
                    <a:pt x="4629" y="1576"/>
                    <a:pt x="4147" y="1737"/>
                  </a:cubicBezTo>
                  <a:cubicBezTo>
                    <a:pt x="4018" y="1769"/>
                    <a:pt x="3793" y="1801"/>
                    <a:pt x="3536" y="1801"/>
                  </a:cubicBezTo>
                  <a:cubicBezTo>
                    <a:pt x="2957" y="1801"/>
                    <a:pt x="2154" y="1672"/>
                    <a:pt x="1511" y="1544"/>
                  </a:cubicBezTo>
                  <a:cubicBezTo>
                    <a:pt x="1190" y="1447"/>
                    <a:pt x="900" y="1351"/>
                    <a:pt x="707" y="1286"/>
                  </a:cubicBezTo>
                  <a:cubicBezTo>
                    <a:pt x="695" y="1281"/>
                    <a:pt x="683" y="1273"/>
                    <a:pt x="672" y="1266"/>
                  </a:cubicBezTo>
                  <a:lnTo>
                    <a:pt x="672" y="1266"/>
                  </a:lnTo>
                  <a:cubicBezTo>
                    <a:pt x="1150" y="1083"/>
                    <a:pt x="1808" y="1029"/>
                    <a:pt x="2250" y="1029"/>
                  </a:cubicBezTo>
                  <a:lnTo>
                    <a:pt x="2957" y="1029"/>
                  </a:lnTo>
                  <a:cubicBezTo>
                    <a:pt x="2957" y="1029"/>
                    <a:pt x="3022" y="997"/>
                    <a:pt x="3150" y="965"/>
                  </a:cubicBezTo>
                  <a:cubicBezTo>
                    <a:pt x="3375" y="869"/>
                    <a:pt x="3697" y="772"/>
                    <a:pt x="4018" y="676"/>
                  </a:cubicBezTo>
                  <a:cubicBezTo>
                    <a:pt x="4340" y="611"/>
                    <a:pt x="4693" y="547"/>
                    <a:pt x="4886" y="547"/>
                  </a:cubicBezTo>
                  <a:close/>
                  <a:moveTo>
                    <a:pt x="4886" y="1"/>
                  </a:moveTo>
                  <a:cubicBezTo>
                    <a:pt x="4500" y="1"/>
                    <a:pt x="3986" y="129"/>
                    <a:pt x="3536" y="258"/>
                  </a:cubicBezTo>
                  <a:cubicBezTo>
                    <a:pt x="3179" y="368"/>
                    <a:pt x="2869" y="477"/>
                    <a:pt x="2786" y="507"/>
                  </a:cubicBezTo>
                  <a:lnTo>
                    <a:pt x="2786" y="507"/>
                  </a:lnTo>
                  <a:cubicBezTo>
                    <a:pt x="2685" y="498"/>
                    <a:pt x="2490" y="483"/>
                    <a:pt x="2250" y="483"/>
                  </a:cubicBezTo>
                  <a:cubicBezTo>
                    <a:pt x="1704" y="483"/>
                    <a:pt x="932" y="547"/>
                    <a:pt x="289" y="836"/>
                  </a:cubicBezTo>
                  <a:lnTo>
                    <a:pt x="322" y="836"/>
                  </a:lnTo>
                  <a:cubicBezTo>
                    <a:pt x="225" y="869"/>
                    <a:pt x="161" y="901"/>
                    <a:pt x="129" y="965"/>
                  </a:cubicBezTo>
                  <a:cubicBezTo>
                    <a:pt x="64" y="1029"/>
                    <a:pt x="0" y="1126"/>
                    <a:pt x="0" y="1254"/>
                  </a:cubicBezTo>
                  <a:cubicBezTo>
                    <a:pt x="0" y="1319"/>
                    <a:pt x="32" y="1383"/>
                    <a:pt x="64" y="1447"/>
                  </a:cubicBezTo>
                  <a:cubicBezTo>
                    <a:pt x="129" y="1544"/>
                    <a:pt x="225" y="1608"/>
                    <a:pt x="322" y="1672"/>
                  </a:cubicBezTo>
                  <a:cubicBezTo>
                    <a:pt x="482" y="1769"/>
                    <a:pt x="675" y="1865"/>
                    <a:pt x="932" y="1929"/>
                  </a:cubicBezTo>
                  <a:cubicBezTo>
                    <a:pt x="1672" y="2154"/>
                    <a:pt x="2732" y="2315"/>
                    <a:pt x="3536" y="2315"/>
                  </a:cubicBezTo>
                  <a:cubicBezTo>
                    <a:pt x="3825" y="2315"/>
                    <a:pt x="4083" y="2315"/>
                    <a:pt x="4275" y="2251"/>
                  </a:cubicBezTo>
                  <a:cubicBezTo>
                    <a:pt x="4854" y="2090"/>
                    <a:pt x="5208" y="1801"/>
                    <a:pt x="5368" y="1479"/>
                  </a:cubicBezTo>
                  <a:cubicBezTo>
                    <a:pt x="5561" y="1126"/>
                    <a:pt x="5529" y="772"/>
                    <a:pt x="5529" y="483"/>
                  </a:cubicBezTo>
                  <a:cubicBezTo>
                    <a:pt x="5529" y="386"/>
                    <a:pt x="5529" y="290"/>
                    <a:pt x="5465" y="226"/>
                  </a:cubicBezTo>
                  <a:cubicBezTo>
                    <a:pt x="5400" y="129"/>
                    <a:pt x="5272" y="65"/>
                    <a:pt x="5175" y="33"/>
                  </a:cubicBezTo>
                  <a:cubicBezTo>
                    <a:pt x="5079" y="1"/>
                    <a:pt x="4983" y="1"/>
                    <a:pt x="4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4365;p64">
              <a:extLst>
                <a:ext uri="{FF2B5EF4-FFF2-40B4-BE49-F238E27FC236}">
                  <a16:creationId xmlns:a16="http://schemas.microsoft.com/office/drawing/2014/main" id="{62094C0F-4F1B-EFDA-955F-190585D05919}"/>
                </a:ext>
              </a:extLst>
            </p:cNvPr>
            <p:cNvSpPr/>
            <p:nvPr/>
          </p:nvSpPr>
          <p:spPr>
            <a:xfrm>
              <a:off x="3140575" y="1556850"/>
              <a:ext cx="648525" cy="757200"/>
            </a:xfrm>
            <a:custGeom>
              <a:avLst/>
              <a:gdLst/>
              <a:ahLst/>
              <a:cxnLst/>
              <a:rect l="l" t="t" r="r" b="b"/>
              <a:pathLst>
                <a:path w="25941" h="30288" extrusionOk="0">
                  <a:moveTo>
                    <a:pt x="9451" y="0"/>
                  </a:moveTo>
                  <a:cubicBezTo>
                    <a:pt x="9450" y="0"/>
                    <a:pt x="6300" y="1125"/>
                    <a:pt x="4725" y="3054"/>
                  </a:cubicBezTo>
                  <a:cubicBezTo>
                    <a:pt x="3150" y="5015"/>
                    <a:pt x="2411" y="10094"/>
                    <a:pt x="2057" y="12311"/>
                  </a:cubicBezTo>
                  <a:cubicBezTo>
                    <a:pt x="1672" y="14529"/>
                    <a:pt x="0" y="22983"/>
                    <a:pt x="932" y="23980"/>
                  </a:cubicBezTo>
                  <a:cubicBezTo>
                    <a:pt x="1865" y="25009"/>
                    <a:pt x="11765" y="28448"/>
                    <a:pt x="13726" y="28994"/>
                  </a:cubicBezTo>
                  <a:cubicBezTo>
                    <a:pt x="15551" y="29512"/>
                    <a:pt x="17722" y="30288"/>
                    <a:pt x="19039" y="30288"/>
                  </a:cubicBezTo>
                  <a:cubicBezTo>
                    <a:pt x="19114" y="30288"/>
                    <a:pt x="19186" y="30285"/>
                    <a:pt x="19255" y="30280"/>
                  </a:cubicBezTo>
                  <a:cubicBezTo>
                    <a:pt x="20573" y="30184"/>
                    <a:pt x="21858" y="29284"/>
                    <a:pt x="21858" y="29284"/>
                  </a:cubicBezTo>
                  <a:cubicBezTo>
                    <a:pt x="21858" y="29284"/>
                    <a:pt x="24076" y="30280"/>
                    <a:pt x="24655" y="30280"/>
                  </a:cubicBezTo>
                  <a:cubicBezTo>
                    <a:pt x="25201" y="30280"/>
                    <a:pt x="25941" y="29284"/>
                    <a:pt x="25298" y="28255"/>
                  </a:cubicBezTo>
                  <a:cubicBezTo>
                    <a:pt x="24655" y="27227"/>
                    <a:pt x="22823" y="25748"/>
                    <a:pt x="21826" y="25748"/>
                  </a:cubicBezTo>
                  <a:cubicBezTo>
                    <a:pt x="20798" y="25748"/>
                    <a:pt x="17037" y="26294"/>
                    <a:pt x="17037" y="26294"/>
                  </a:cubicBezTo>
                  <a:cubicBezTo>
                    <a:pt x="17037" y="26294"/>
                    <a:pt x="10640" y="23080"/>
                    <a:pt x="8808" y="21762"/>
                  </a:cubicBezTo>
                  <a:cubicBezTo>
                    <a:pt x="6943" y="20476"/>
                    <a:pt x="5561" y="18998"/>
                    <a:pt x="5561" y="18998"/>
                  </a:cubicBezTo>
                  <a:lnTo>
                    <a:pt x="9354" y="7136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4366;p64">
              <a:extLst>
                <a:ext uri="{FF2B5EF4-FFF2-40B4-BE49-F238E27FC236}">
                  <a16:creationId xmlns:a16="http://schemas.microsoft.com/office/drawing/2014/main" id="{182075C0-5B75-0D91-D618-15C48D1A9417}"/>
                </a:ext>
              </a:extLst>
            </p:cNvPr>
            <p:cNvSpPr/>
            <p:nvPr/>
          </p:nvSpPr>
          <p:spPr>
            <a:xfrm>
              <a:off x="3150200" y="1550200"/>
              <a:ext cx="635700" cy="770900"/>
            </a:xfrm>
            <a:custGeom>
              <a:avLst/>
              <a:gdLst/>
              <a:ahLst/>
              <a:cxnLst/>
              <a:rect l="l" t="t" r="r" b="b"/>
              <a:pathLst>
                <a:path w="25428" h="30836" extrusionOk="0">
                  <a:moveTo>
                    <a:pt x="9049" y="1"/>
                  </a:moveTo>
                  <a:cubicBezTo>
                    <a:pt x="9023" y="1"/>
                    <a:pt x="8997" y="3"/>
                    <a:pt x="8969" y="9"/>
                  </a:cubicBezTo>
                  <a:cubicBezTo>
                    <a:pt x="8969" y="9"/>
                    <a:pt x="8166" y="298"/>
                    <a:pt x="7169" y="845"/>
                  </a:cubicBezTo>
                  <a:cubicBezTo>
                    <a:pt x="6173" y="1359"/>
                    <a:pt x="4951" y="2131"/>
                    <a:pt x="4148" y="3159"/>
                  </a:cubicBezTo>
                  <a:cubicBezTo>
                    <a:pt x="3280" y="4188"/>
                    <a:pt x="2733" y="5988"/>
                    <a:pt x="2283" y="7788"/>
                  </a:cubicBezTo>
                  <a:cubicBezTo>
                    <a:pt x="1865" y="9588"/>
                    <a:pt x="1576" y="11420"/>
                    <a:pt x="1383" y="12545"/>
                  </a:cubicBezTo>
                  <a:cubicBezTo>
                    <a:pt x="1255" y="13413"/>
                    <a:pt x="901" y="15245"/>
                    <a:pt x="580" y="17238"/>
                  </a:cubicBezTo>
                  <a:cubicBezTo>
                    <a:pt x="290" y="19199"/>
                    <a:pt x="1" y="21289"/>
                    <a:pt x="1" y="22735"/>
                  </a:cubicBezTo>
                  <a:cubicBezTo>
                    <a:pt x="1" y="23121"/>
                    <a:pt x="33" y="23474"/>
                    <a:pt x="65" y="23732"/>
                  </a:cubicBezTo>
                  <a:cubicBezTo>
                    <a:pt x="130" y="24021"/>
                    <a:pt x="194" y="24246"/>
                    <a:pt x="355" y="24439"/>
                  </a:cubicBezTo>
                  <a:cubicBezTo>
                    <a:pt x="515" y="24632"/>
                    <a:pt x="772" y="24792"/>
                    <a:pt x="1158" y="24985"/>
                  </a:cubicBezTo>
                  <a:cubicBezTo>
                    <a:pt x="2444" y="25660"/>
                    <a:pt x="5048" y="26657"/>
                    <a:pt x="7523" y="27589"/>
                  </a:cubicBezTo>
                  <a:cubicBezTo>
                    <a:pt x="10030" y="28489"/>
                    <a:pt x="12377" y="29260"/>
                    <a:pt x="13244" y="29518"/>
                  </a:cubicBezTo>
                  <a:cubicBezTo>
                    <a:pt x="14177" y="29775"/>
                    <a:pt x="15173" y="30096"/>
                    <a:pt x="16137" y="30353"/>
                  </a:cubicBezTo>
                  <a:cubicBezTo>
                    <a:pt x="17070" y="30643"/>
                    <a:pt x="17970" y="30836"/>
                    <a:pt x="18677" y="30836"/>
                  </a:cubicBezTo>
                  <a:lnTo>
                    <a:pt x="18902" y="30836"/>
                  </a:lnTo>
                  <a:cubicBezTo>
                    <a:pt x="19609" y="30771"/>
                    <a:pt x="20284" y="30514"/>
                    <a:pt x="20798" y="30257"/>
                  </a:cubicBezTo>
                  <a:cubicBezTo>
                    <a:pt x="21113" y="30089"/>
                    <a:pt x="21373" y="29935"/>
                    <a:pt x="21516" y="29839"/>
                  </a:cubicBezTo>
                  <a:lnTo>
                    <a:pt x="21516" y="29839"/>
                  </a:lnTo>
                  <a:cubicBezTo>
                    <a:pt x="21718" y="29931"/>
                    <a:pt x="22119" y="30110"/>
                    <a:pt x="22566" y="30289"/>
                  </a:cubicBezTo>
                  <a:cubicBezTo>
                    <a:pt x="22856" y="30418"/>
                    <a:pt x="23209" y="30546"/>
                    <a:pt x="23499" y="30643"/>
                  </a:cubicBezTo>
                  <a:cubicBezTo>
                    <a:pt x="23788" y="30739"/>
                    <a:pt x="24045" y="30803"/>
                    <a:pt x="24270" y="30836"/>
                  </a:cubicBezTo>
                  <a:cubicBezTo>
                    <a:pt x="24559" y="30803"/>
                    <a:pt x="24849" y="30643"/>
                    <a:pt x="25074" y="30386"/>
                  </a:cubicBezTo>
                  <a:cubicBezTo>
                    <a:pt x="25266" y="30096"/>
                    <a:pt x="25427" y="29743"/>
                    <a:pt x="25427" y="29357"/>
                  </a:cubicBezTo>
                  <a:cubicBezTo>
                    <a:pt x="25427" y="29035"/>
                    <a:pt x="25331" y="28682"/>
                    <a:pt x="25138" y="28360"/>
                  </a:cubicBezTo>
                  <a:cubicBezTo>
                    <a:pt x="24784" y="27814"/>
                    <a:pt x="24141" y="27171"/>
                    <a:pt x="23466" y="26657"/>
                  </a:cubicBezTo>
                  <a:cubicBezTo>
                    <a:pt x="23113" y="26400"/>
                    <a:pt x="22759" y="26175"/>
                    <a:pt x="22438" y="26014"/>
                  </a:cubicBezTo>
                  <a:cubicBezTo>
                    <a:pt x="22084" y="25853"/>
                    <a:pt x="21763" y="25725"/>
                    <a:pt x="21441" y="25725"/>
                  </a:cubicBezTo>
                  <a:cubicBezTo>
                    <a:pt x="20895" y="25725"/>
                    <a:pt x="19705" y="25885"/>
                    <a:pt x="18613" y="26014"/>
                  </a:cubicBezTo>
                  <a:cubicBezTo>
                    <a:pt x="17730" y="26148"/>
                    <a:pt x="16937" y="26259"/>
                    <a:pt x="16695" y="26293"/>
                  </a:cubicBezTo>
                  <a:lnTo>
                    <a:pt x="16695" y="26293"/>
                  </a:lnTo>
                  <a:cubicBezTo>
                    <a:pt x="16548" y="26219"/>
                    <a:pt x="16217" y="26054"/>
                    <a:pt x="15752" y="25821"/>
                  </a:cubicBezTo>
                  <a:cubicBezTo>
                    <a:pt x="14820" y="25307"/>
                    <a:pt x="13373" y="24567"/>
                    <a:pt x="11959" y="23796"/>
                  </a:cubicBezTo>
                  <a:cubicBezTo>
                    <a:pt x="10576" y="23057"/>
                    <a:pt x="9259" y="22285"/>
                    <a:pt x="8584" y="21803"/>
                  </a:cubicBezTo>
                  <a:cubicBezTo>
                    <a:pt x="7651" y="21160"/>
                    <a:pt x="6848" y="20485"/>
                    <a:pt x="6269" y="19971"/>
                  </a:cubicBezTo>
                  <a:cubicBezTo>
                    <a:pt x="6012" y="19714"/>
                    <a:pt x="5755" y="19489"/>
                    <a:pt x="5626" y="19328"/>
                  </a:cubicBezTo>
                  <a:cubicBezTo>
                    <a:pt x="5564" y="19266"/>
                    <a:pt x="5516" y="19217"/>
                    <a:pt x="5480" y="19182"/>
                  </a:cubicBezTo>
                  <a:lnTo>
                    <a:pt x="5480" y="19182"/>
                  </a:lnTo>
                  <a:lnTo>
                    <a:pt x="9226" y="7499"/>
                  </a:lnTo>
                  <a:cubicBezTo>
                    <a:pt x="9259" y="7338"/>
                    <a:pt x="9194" y="7177"/>
                    <a:pt x="9066" y="7145"/>
                  </a:cubicBezTo>
                  <a:cubicBezTo>
                    <a:pt x="9038" y="7140"/>
                    <a:pt x="9011" y="7137"/>
                    <a:pt x="8986" y="7137"/>
                  </a:cubicBezTo>
                  <a:cubicBezTo>
                    <a:pt x="8863" y="7137"/>
                    <a:pt x="8765" y="7199"/>
                    <a:pt x="8712" y="7306"/>
                  </a:cubicBezTo>
                  <a:lnTo>
                    <a:pt x="4919" y="19167"/>
                  </a:lnTo>
                  <a:cubicBezTo>
                    <a:pt x="4887" y="19264"/>
                    <a:pt x="4919" y="19360"/>
                    <a:pt x="4983" y="19424"/>
                  </a:cubicBezTo>
                  <a:cubicBezTo>
                    <a:pt x="4983" y="19456"/>
                    <a:pt x="6398" y="20935"/>
                    <a:pt x="8262" y="22253"/>
                  </a:cubicBezTo>
                  <a:cubicBezTo>
                    <a:pt x="9226" y="22928"/>
                    <a:pt x="11284" y="24053"/>
                    <a:pt x="13116" y="25017"/>
                  </a:cubicBezTo>
                  <a:cubicBezTo>
                    <a:pt x="14948" y="26014"/>
                    <a:pt x="16523" y="26817"/>
                    <a:pt x="16523" y="26817"/>
                  </a:cubicBezTo>
                  <a:cubicBezTo>
                    <a:pt x="16587" y="26850"/>
                    <a:pt x="16652" y="26850"/>
                    <a:pt x="16684" y="26850"/>
                  </a:cubicBezTo>
                  <a:cubicBezTo>
                    <a:pt x="16716" y="26850"/>
                    <a:pt x="17648" y="26689"/>
                    <a:pt x="18709" y="26560"/>
                  </a:cubicBezTo>
                  <a:cubicBezTo>
                    <a:pt x="19770" y="26400"/>
                    <a:pt x="20959" y="26271"/>
                    <a:pt x="21441" y="26271"/>
                  </a:cubicBezTo>
                  <a:cubicBezTo>
                    <a:pt x="21634" y="26271"/>
                    <a:pt x="21891" y="26335"/>
                    <a:pt x="22181" y="26496"/>
                  </a:cubicBezTo>
                  <a:cubicBezTo>
                    <a:pt x="23113" y="26914"/>
                    <a:pt x="24238" y="27943"/>
                    <a:pt x="24688" y="28650"/>
                  </a:cubicBezTo>
                  <a:cubicBezTo>
                    <a:pt x="24816" y="28907"/>
                    <a:pt x="24881" y="29132"/>
                    <a:pt x="24881" y="29357"/>
                  </a:cubicBezTo>
                  <a:cubicBezTo>
                    <a:pt x="24881" y="29614"/>
                    <a:pt x="24784" y="29871"/>
                    <a:pt x="24656" y="30032"/>
                  </a:cubicBezTo>
                  <a:cubicBezTo>
                    <a:pt x="24495" y="30225"/>
                    <a:pt x="24334" y="30289"/>
                    <a:pt x="24270" y="30289"/>
                  </a:cubicBezTo>
                  <a:cubicBezTo>
                    <a:pt x="24174" y="30289"/>
                    <a:pt x="23949" y="30225"/>
                    <a:pt x="23659" y="30128"/>
                  </a:cubicBezTo>
                  <a:cubicBezTo>
                    <a:pt x="23241" y="30000"/>
                    <a:pt x="22727" y="29775"/>
                    <a:pt x="22309" y="29614"/>
                  </a:cubicBezTo>
                  <a:cubicBezTo>
                    <a:pt x="21891" y="29421"/>
                    <a:pt x="21602" y="29293"/>
                    <a:pt x="21602" y="29293"/>
                  </a:cubicBezTo>
                  <a:cubicBezTo>
                    <a:pt x="21562" y="29279"/>
                    <a:pt x="21522" y="29271"/>
                    <a:pt x="21482" y="29271"/>
                  </a:cubicBezTo>
                  <a:cubicBezTo>
                    <a:pt x="21426" y="29271"/>
                    <a:pt x="21369" y="29287"/>
                    <a:pt x="21313" y="29325"/>
                  </a:cubicBezTo>
                  <a:lnTo>
                    <a:pt x="21281" y="29357"/>
                  </a:lnTo>
                  <a:cubicBezTo>
                    <a:pt x="21023" y="29518"/>
                    <a:pt x="19898" y="30225"/>
                    <a:pt x="18870" y="30289"/>
                  </a:cubicBezTo>
                  <a:lnTo>
                    <a:pt x="18677" y="30289"/>
                  </a:lnTo>
                  <a:cubicBezTo>
                    <a:pt x="18066" y="30289"/>
                    <a:pt x="17198" y="30096"/>
                    <a:pt x="16266" y="29839"/>
                  </a:cubicBezTo>
                  <a:cubicBezTo>
                    <a:pt x="15334" y="29582"/>
                    <a:pt x="14337" y="29260"/>
                    <a:pt x="13405" y="29003"/>
                  </a:cubicBezTo>
                  <a:cubicBezTo>
                    <a:pt x="12441" y="28714"/>
                    <a:pt x="9484" y="27718"/>
                    <a:pt x="6655" y="26689"/>
                  </a:cubicBezTo>
                  <a:cubicBezTo>
                    <a:pt x="5241" y="26142"/>
                    <a:pt x="3858" y="25628"/>
                    <a:pt x="2765" y="25146"/>
                  </a:cubicBezTo>
                  <a:cubicBezTo>
                    <a:pt x="2219" y="24921"/>
                    <a:pt x="1769" y="24696"/>
                    <a:pt x="1415" y="24503"/>
                  </a:cubicBezTo>
                  <a:cubicBezTo>
                    <a:pt x="1062" y="24310"/>
                    <a:pt x="805" y="24149"/>
                    <a:pt x="740" y="24085"/>
                  </a:cubicBezTo>
                  <a:cubicBezTo>
                    <a:pt x="708" y="24053"/>
                    <a:pt x="644" y="23892"/>
                    <a:pt x="612" y="23667"/>
                  </a:cubicBezTo>
                  <a:cubicBezTo>
                    <a:pt x="547" y="23410"/>
                    <a:pt x="547" y="23089"/>
                    <a:pt x="547" y="22735"/>
                  </a:cubicBezTo>
                  <a:cubicBezTo>
                    <a:pt x="547" y="21353"/>
                    <a:pt x="805" y="19264"/>
                    <a:pt x="1126" y="17303"/>
                  </a:cubicBezTo>
                  <a:cubicBezTo>
                    <a:pt x="1415" y="15342"/>
                    <a:pt x="1769" y="13510"/>
                    <a:pt x="1930" y="12642"/>
                  </a:cubicBezTo>
                  <a:cubicBezTo>
                    <a:pt x="2122" y="11517"/>
                    <a:pt x="2380" y="9684"/>
                    <a:pt x="2798" y="7917"/>
                  </a:cubicBezTo>
                  <a:cubicBezTo>
                    <a:pt x="3215" y="6149"/>
                    <a:pt x="3826" y="4381"/>
                    <a:pt x="4565" y="3481"/>
                  </a:cubicBezTo>
                  <a:cubicBezTo>
                    <a:pt x="5305" y="2581"/>
                    <a:pt x="6462" y="1809"/>
                    <a:pt x="7426" y="1295"/>
                  </a:cubicBezTo>
                  <a:cubicBezTo>
                    <a:pt x="7908" y="1038"/>
                    <a:pt x="8326" y="845"/>
                    <a:pt x="8648" y="716"/>
                  </a:cubicBezTo>
                  <a:cubicBezTo>
                    <a:pt x="8809" y="652"/>
                    <a:pt x="8937" y="620"/>
                    <a:pt x="9034" y="588"/>
                  </a:cubicBezTo>
                  <a:cubicBezTo>
                    <a:pt x="9098" y="523"/>
                    <a:pt x="9162" y="523"/>
                    <a:pt x="9162" y="523"/>
                  </a:cubicBezTo>
                  <a:cubicBezTo>
                    <a:pt x="9291" y="459"/>
                    <a:pt x="9355" y="330"/>
                    <a:pt x="9323" y="170"/>
                  </a:cubicBezTo>
                  <a:cubicBezTo>
                    <a:pt x="9270" y="63"/>
                    <a:pt x="9172" y="1"/>
                    <a:pt x="9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4367;p64">
              <a:extLst>
                <a:ext uri="{FF2B5EF4-FFF2-40B4-BE49-F238E27FC236}">
                  <a16:creationId xmlns:a16="http://schemas.microsoft.com/office/drawing/2014/main" id="{CCB8F423-8E1C-CE5D-9BBA-4A7F17A70609}"/>
                </a:ext>
              </a:extLst>
            </p:cNvPr>
            <p:cNvSpPr/>
            <p:nvPr/>
          </p:nvSpPr>
          <p:spPr>
            <a:xfrm>
              <a:off x="3475675" y="2192500"/>
              <a:ext cx="313425" cy="121550"/>
            </a:xfrm>
            <a:custGeom>
              <a:avLst/>
              <a:gdLst/>
              <a:ahLst/>
              <a:cxnLst/>
              <a:rect l="l" t="t" r="r" b="b"/>
              <a:pathLst>
                <a:path w="12537" h="4862" extrusionOk="0">
                  <a:moveTo>
                    <a:pt x="1929" y="0"/>
                  </a:moveTo>
                  <a:cubicBezTo>
                    <a:pt x="1254" y="515"/>
                    <a:pt x="450" y="1286"/>
                    <a:pt x="225" y="2186"/>
                  </a:cubicBezTo>
                  <a:cubicBezTo>
                    <a:pt x="65" y="2668"/>
                    <a:pt x="33" y="3118"/>
                    <a:pt x="0" y="3472"/>
                  </a:cubicBezTo>
                  <a:cubicBezTo>
                    <a:pt x="129" y="3504"/>
                    <a:pt x="225" y="3536"/>
                    <a:pt x="322" y="3568"/>
                  </a:cubicBezTo>
                  <a:cubicBezTo>
                    <a:pt x="2147" y="4086"/>
                    <a:pt x="4318" y="4862"/>
                    <a:pt x="5635" y="4862"/>
                  </a:cubicBezTo>
                  <a:cubicBezTo>
                    <a:pt x="5710" y="4862"/>
                    <a:pt x="5782" y="4859"/>
                    <a:pt x="5851" y="4854"/>
                  </a:cubicBezTo>
                  <a:cubicBezTo>
                    <a:pt x="7169" y="4758"/>
                    <a:pt x="8454" y="3858"/>
                    <a:pt x="8454" y="3858"/>
                  </a:cubicBezTo>
                  <a:cubicBezTo>
                    <a:pt x="8454" y="3858"/>
                    <a:pt x="10672" y="4854"/>
                    <a:pt x="11251" y="4854"/>
                  </a:cubicBezTo>
                  <a:cubicBezTo>
                    <a:pt x="11797" y="4854"/>
                    <a:pt x="12537" y="3858"/>
                    <a:pt x="11894" y="2829"/>
                  </a:cubicBezTo>
                  <a:cubicBezTo>
                    <a:pt x="11251" y="1801"/>
                    <a:pt x="9419" y="322"/>
                    <a:pt x="8422" y="322"/>
                  </a:cubicBezTo>
                  <a:cubicBezTo>
                    <a:pt x="7394" y="322"/>
                    <a:pt x="3633" y="868"/>
                    <a:pt x="3633" y="868"/>
                  </a:cubicBezTo>
                  <a:cubicBezTo>
                    <a:pt x="3633" y="868"/>
                    <a:pt x="2926" y="515"/>
                    <a:pt x="19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4368;p64">
              <a:extLst>
                <a:ext uri="{FF2B5EF4-FFF2-40B4-BE49-F238E27FC236}">
                  <a16:creationId xmlns:a16="http://schemas.microsoft.com/office/drawing/2014/main" id="{2F486867-E10F-E3BC-9D9F-E4BC4C6FBEF8}"/>
                </a:ext>
              </a:extLst>
            </p:cNvPr>
            <p:cNvSpPr/>
            <p:nvPr/>
          </p:nvSpPr>
          <p:spPr>
            <a:xfrm>
              <a:off x="3469250" y="2185675"/>
              <a:ext cx="316650" cy="135425"/>
            </a:xfrm>
            <a:custGeom>
              <a:avLst/>
              <a:gdLst/>
              <a:ahLst/>
              <a:cxnLst/>
              <a:rect l="l" t="t" r="r" b="b"/>
              <a:pathLst>
                <a:path w="12666" h="5417" extrusionOk="0">
                  <a:moveTo>
                    <a:pt x="2228" y="589"/>
                  </a:moveTo>
                  <a:lnTo>
                    <a:pt x="2228" y="589"/>
                  </a:lnTo>
                  <a:cubicBezTo>
                    <a:pt x="3160" y="1084"/>
                    <a:pt x="3761" y="1398"/>
                    <a:pt x="3761" y="1398"/>
                  </a:cubicBezTo>
                  <a:cubicBezTo>
                    <a:pt x="3825" y="1431"/>
                    <a:pt x="3890" y="1431"/>
                    <a:pt x="3922" y="1431"/>
                  </a:cubicBezTo>
                  <a:cubicBezTo>
                    <a:pt x="3954" y="1431"/>
                    <a:pt x="4886" y="1270"/>
                    <a:pt x="5947" y="1141"/>
                  </a:cubicBezTo>
                  <a:cubicBezTo>
                    <a:pt x="7008" y="981"/>
                    <a:pt x="8197" y="852"/>
                    <a:pt x="8679" y="852"/>
                  </a:cubicBezTo>
                  <a:cubicBezTo>
                    <a:pt x="8872" y="852"/>
                    <a:pt x="9129" y="916"/>
                    <a:pt x="9419" y="1077"/>
                  </a:cubicBezTo>
                  <a:cubicBezTo>
                    <a:pt x="10351" y="1495"/>
                    <a:pt x="11476" y="2524"/>
                    <a:pt x="11926" y="3231"/>
                  </a:cubicBezTo>
                  <a:cubicBezTo>
                    <a:pt x="12054" y="3488"/>
                    <a:pt x="12119" y="3713"/>
                    <a:pt x="12119" y="3938"/>
                  </a:cubicBezTo>
                  <a:cubicBezTo>
                    <a:pt x="12119" y="4195"/>
                    <a:pt x="12022" y="4452"/>
                    <a:pt x="11894" y="4613"/>
                  </a:cubicBezTo>
                  <a:cubicBezTo>
                    <a:pt x="11733" y="4806"/>
                    <a:pt x="11572" y="4870"/>
                    <a:pt x="11508" y="4870"/>
                  </a:cubicBezTo>
                  <a:cubicBezTo>
                    <a:pt x="11412" y="4870"/>
                    <a:pt x="11187" y="4806"/>
                    <a:pt x="10897" y="4709"/>
                  </a:cubicBezTo>
                  <a:cubicBezTo>
                    <a:pt x="10479" y="4581"/>
                    <a:pt x="9965" y="4356"/>
                    <a:pt x="9547" y="4195"/>
                  </a:cubicBezTo>
                  <a:cubicBezTo>
                    <a:pt x="9129" y="4002"/>
                    <a:pt x="8840" y="3874"/>
                    <a:pt x="8840" y="3874"/>
                  </a:cubicBezTo>
                  <a:cubicBezTo>
                    <a:pt x="8800" y="3860"/>
                    <a:pt x="8760" y="3852"/>
                    <a:pt x="8720" y="3852"/>
                  </a:cubicBezTo>
                  <a:cubicBezTo>
                    <a:pt x="8664" y="3852"/>
                    <a:pt x="8607" y="3868"/>
                    <a:pt x="8551" y="3906"/>
                  </a:cubicBezTo>
                  <a:lnTo>
                    <a:pt x="8519" y="3938"/>
                  </a:lnTo>
                  <a:cubicBezTo>
                    <a:pt x="8261" y="4099"/>
                    <a:pt x="7136" y="4806"/>
                    <a:pt x="6108" y="4870"/>
                  </a:cubicBezTo>
                  <a:lnTo>
                    <a:pt x="5915" y="4870"/>
                  </a:lnTo>
                  <a:cubicBezTo>
                    <a:pt x="5304" y="4870"/>
                    <a:pt x="4436" y="4677"/>
                    <a:pt x="3504" y="4420"/>
                  </a:cubicBezTo>
                  <a:cubicBezTo>
                    <a:pt x="2572" y="4163"/>
                    <a:pt x="1575" y="3841"/>
                    <a:pt x="643" y="3584"/>
                  </a:cubicBezTo>
                  <a:cubicBezTo>
                    <a:pt x="612" y="3574"/>
                    <a:pt x="582" y="3564"/>
                    <a:pt x="551" y="3554"/>
                  </a:cubicBezTo>
                  <a:lnTo>
                    <a:pt x="551" y="3554"/>
                  </a:lnTo>
                  <a:cubicBezTo>
                    <a:pt x="563" y="3264"/>
                    <a:pt x="609" y="2915"/>
                    <a:pt x="740" y="2524"/>
                  </a:cubicBezTo>
                  <a:cubicBezTo>
                    <a:pt x="921" y="1769"/>
                    <a:pt x="1612" y="1071"/>
                    <a:pt x="2228" y="589"/>
                  </a:cubicBezTo>
                  <a:close/>
                  <a:moveTo>
                    <a:pt x="2158" y="0"/>
                  </a:moveTo>
                  <a:cubicBezTo>
                    <a:pt x="2106" y="0"/>
                    <a:pt x="2058" y="16"/>
                    <a:pt x="2025" y="48"/>
                  </a:cubicBezTo>
                  <a:cubicBezTo>
                    <a:pt x="1318" y="595"/>
                    <a:pt x="482" y="1366"/>
                    <a:pt x="225" y="2363"/>
                  </a:cubicBezTo>
                  <a:cubicBezTo>
                    <a:pt x="65" y="2909"/>
                    <a:pt x="0" y="3359"/>
                    <a:pt x="0" y="3745"/>
                  </a:cubicBezTo>
                  <a:cubicBezTo>
                    <a:pt x="0" y="3874"/>
                    <a:pt x="65" y="3970"/>
                    <a:pt x="193" y="4002"/>
                  </a:cubicBezTo>
                  <a:cubicBezTo>
                    <a:pt x="290" y="4034"/>
                    <a:pt x="418" y="4066"/>
                    <a:pt x="482" y="4099"/>
                  </a:cubicBezTo>
                  <a:cubicBezTo>
                    <a:pt x="1415" y="4356"/>
                    <a:pt x="2411" y="4677"/>
                    <a:pt x="3375" y="4934"/>
                  </a:cubicBezTo>
                  <a:cubicBezTo>
                    <a:pt x="4308" y="5224"/>
                    <a:pt x="5208" y="5417"/>
                    <a:pt x="5915" y="5417"/>
                  </a:cubicBezTo>
                  <a:lnTo>
                    <a:pt x="6140" y="5417"/>
                  </a:lnTo>
                  <a:cubicBezTo>
                    <a:pt x="6847" y="5352"/>
                    <a:pt x="7522" y="5095"/>
                    <a:pt x="8036" y="4838"/>
                  </a:cubicBezTo>
                  <a:cubicBezTo>
                    <a:pt x="8351" y="4670"/>
                    <a:pt x="8611" y="4516"/>
                    <a:pt x="8754" y="4420"/>
                  </a:cubicBezTo>
                  <a:lnTo>
                    <a:pt x="8754" y="4420"/>
                  </a:lnTo>
                  <a:cubicBezTo>
                    <a:pt x="8956" y="4512"/>
                    <a:pt x="9357" y="4691"/>
                    <a:pt x="9804" y="4870"/>
                  </a:cubicBezTo>
                  <a:cubicBezTo>
                    <a:pt x="10094" y="4999"/>
                    <a:pt x="10447" y="5127"/>
                    <a:pt x="10737" y="5224"/>
                  </a:cubicBezTo>
                  <a:cubicBezTo>
                    <a:pt x="11026" y="5320"/>
                    <a:pt x="11283" y="5384"/>
                    <a:pt x="11508" y="5417"/>
                  </a:cubicBezTo>
                  <a:cubicBezTo>
                    <a:pt x="11797" y="5384"/>
                    <a:pt x="12087" y="5224"/>
                    <a:pt x="12312" y="4967"/>
                  </a:cubicBezTo>
                  <a:cubicBezTo>
                    <a:pt x="12504" y="4677"/>
                    <a:pt x="12665" y="4324"/>
                    <a:pt x="12665" y="3938"/>
                  </a:cubicBezTo>
                  <a:cubicBezTo>
                    <a:pt x="12665" y="3616"/>
                    <a:pt x="12569" y="3263"/>
                    <a:pt x="12376" y="2941"/>
                  </a:cubicBezTo>
                  <a:cubicBezTo>
                    <a:pt x="12022" y="2395"/>
                    <a:pt x="11379" y="1752"/>
                    <a:pt x="10704" y="1238"/>
                  </a:cubicBezTo>
                  <a:cubicBezTo>
                    <a:pt x="10351" y="981"/>
                    <a:pt x="9997" y="756"/>
                    <a:pt x="9676" y="595"/>
                  </a:cubicBezTo>
                  <a:cubicBezTo>
                    <a:pt x="9322" y="434"/>
                    <a:pt x="9001" y="306"/>
                    <a:pt x="8679" y="306"/>
                  </a:cubicBezTo>
                  <a:cubicBezTo>
                    <a:pt x="8133" y="306"/>
                    <a:pt x="6943" y="466"/>
                    <a:pt x="5851" y="595"/>
                  </a:cubicBezTo>
                  <a:cubicBezTo>
                    <a:pt x="4969" y="728"/>
                    <a:pt x="4176" y="840"/>
                    <a:pt x="3933" y="874"/>
                  </a:cubicBezTo>
                  <a:lnTo>
                    <a:pt x="3933" y="874"/>
                  </a:lnTo>
                  <a:cubicBezTo>
                    <a:pt x="3717" y="765"/>
                    <a:pt x="3108" y="458"/>
                    <a:pt x="2315" y="48"/>
                  </a:cubicBezTo>
                  <a:cubicBezTo>
                    <a:pt x="2266" y="16"/>
                    <a:pt x="2210" y="0"/>
                    <a:pt x="2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4369;p64">
              <a:extLst>
                <a:ext uri="{FF2B5EF4-FFF2-40B4-BE49-F238E27FC236}">
                  <a16:creationId xmlns:a16="http://schemas.microsoft.com/office/drawing/2014/main" id="{2ACD2FCE-F53E-E19F-3D72-B72C7C12A6EB}"/>
                </a:ext>
              </a:extLst>
            </p:cNvPr>
            <p:cNvSpPr/>
            <p:nvPr/>
          </p:nvSpPr>
          <p:spPr>
            <a:xfrm>
              <a:off x="2555550" y="1784050"/>
              <a:ext cx="278875" cy="381950"/>
            </a:xfrm>
            <a:custGeom>
              <a:avLst/>
              <a:gdLst/>
              <a:ahLst/>
              <a:cxnLst/>
              <a:rect l="l" t="t" r="r" b="b"/>
              <a:pathLst>
                <a:path w="11155" h="15278" extrusionOk="0">
                  <a:moveTo>
                    <a:pt x="3555" y="0"/>
                  </a:moveTo>
                  <a:cubicBezTo>
                    <a:pt x="3290" y="0"/>
                    <a:pt x="3034" y="34"/>
                    <a:pt x="2797" y="105"/>
                  </a:cubicBezTo>
                  <a:cubicBezTo>
                    <a:pt x="2507" y="170"/>
                    <a:pt x="354" y="2548"/>
                    <a:pt x="193" y="5249"/>
                  </a:cubicBezTo>
                  <a:cubicBezTo>
                    <a:pt x="0" y="7981"/>
                    <a:pt x="2057" y="12481"/>
                    <a:pt x="2443" y="13220"/>
                  </a:cubicBezTo>
                  <a:cubicBezTo>
                    <a:pt x="2797" y="13960"/>
                    <a:pt x="2347" y="15278"/>
                    <a:pt x="3279" y="15278"/>
                  </a:cubicBezTo>
                  <a:cubicBezTo>
                    <a:pt x="4211" y="15278"/>
                    <a:pt x="7104" y="10970"/>
                    <a:pt x="7104" y="10970"/>
                  </a:cubicBezTo>
                  <a:cubicBezTo>
                    <a:pt x="7104" y="10970"/>
                    <a:pt x="7431" y="10990"/>
                    <a:pt x="7891" y="10990"/>
                  </a:cubicBezTo>
                  <a:cubicBezTo>
                    <a:pt x="8886" y="10990"/>
                    <a:pt x="10505" y="10899"/>
                    <a:pt x="10768" y="10327"/>
                  </a:cubicBezTo>
                  <a:cubicBezTo>
                    <a:pt x="11154" y="9460"/>
                    <a:pt x="8133" y="4799"/>
                    <a:pt x="7490" y="2806"/>
                  </a:cubicBezTo>
                  <a:cubicBezTo>
                    <a:pt x="6942" y="1134"/>
                    <a:pt x="5086" y="0"/>
                    <a:pt x="3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4370;p64">
              <a:extLst>
                <a:ext uri="{FF2B5EF4-FFF2-40B4-BE49-F238E27FC236}">
                  <a16:creationId xmlns:a16="http://schemas.microsoft.com/office/drawing/2014/main" id="{7774C838-6669-20A9-36FE-5935763530FC}"/>
                </a:ext>
              </a:extLst>
            </p:cNvPr>
            <p:cNvSpPr/>
            <p:nvPr/>
          </p:nvSpPr>
          <p:spPr>
            <a:xfrm>
              <a:off x="2553125" y="1777025"/>
              <a:ext cx="278875" cy="396200"/>
            </a:xfrm>
            <a:custGeom>
              <a:avLst/>
              <a:gdLst/>
              <a:ahLst/>
              <a:cxnLst/>
              <a:rect l="l" t="t" r="r" b="b"/>
              <a:pathLst>
                <a:path w="11155" h="15848" extrusionOk="0">
                  <a:moveTo>
                    <a:pt x="3633" y="547"/>
                  </a:moveTo>
                  <a:cubicBezTo>
                    <a:pt x="4340" y="547"/>
                    <a:pt x="5144" y="804"/>
                    <a:pt x="5819" y="1287"/>
                  </a:cubicBezTo>
                  <a:cubicBezTo>
                    <a:pt x="6526" y="1737"/>
                    <a:pt x="7072" y="2412"/>
                    <a:pt x="7330" y="3183"/>
                  </a:cubicBezTo>
                  <a:cubicBezTo>
                    <a:pt x="7651" y="4147"/>
                    <a:pt x="8487" y="5658"/>
                    <a:pt x="9226" y="7137"/>
                  </a:cubicBezTo>
                  <a:cubicBezTo>
                    <a:pt x="9612" y="7844"/>
                    <a:pt x="9965" y="8551"/>
                    <a:pt x="10223" y="9130"/>
                  </a:cubicBezTo>
                  <a:cubicBezTo>
                    <a:pt x="10351" y="9419"/>
                    <a:pt x="10448" y="9676"/>
                    <a:pt x="10544" y="9901"/>
                  </a:cubicBezTo>
                  <a:cubicBezTo>
                    <a:pt x="10608" y="10126"/>
                    <a:pt x="10640" y="10319"/>
                    <a:pt x="10640" y="10416"/>
                  </a:cubicBezTo>
                  <a:cubicBezTo>
                    <a:pt x="10640" y="10448"/>
                    <a:pt x="10640" y="10480"/>
                    <a:pt x="10608" y="10480"/>
                  </a:cubicBezTo>
                  <a:lnTo>
                    <a:pt x="10634" y="10492"/>
                  </a:lnTo>
                  <a:lnTo>
                    <a:pt x="10634" y="10492"/>
                  </a:lnTo>
                  <a:cubicBezTo>
                    <a:pt x="10596" y="10556"/>
                    <a:pt x="10502" y="10645"/>
                    <a:pt x="10351" y="10705"/>
                  </a:cubicBezTo>
                  <a:cubicBezTo>
                    <a:pt x="10062" y="10833"/>
                    <a:pt x="9644" y="10898"/>
                    <a:pt x="9226" y="10930"/>
                  </a:cubicBezTo>
                  <a:cubicBezTo>
                    <a:pt x="8776" y="10994"/>
                    <a:pt x="8326" y="10994"/>
                    <a:pt x="7973" y="10994"/>
                  </a:cubicBezTo>
                  <a:lnTo>
                    <a:pt x="7233" y="10994"/>
                  </a:lnTo>
                  <a:cubicBezTo>
                    <a:pt x="7137" y="10994"/>
                    <a:pt x="7040" y="11026"/>
                    <a:pt x="6976" y="11091"/>
                  </a:cubicBezTo>
                  <a:cubicBezTo>
                    <a:pt x="6976" y="11091"/>
                    <a:pt x="6815" y="11380"/>
                    <a:pt x="6526" y="11766"/>
                  </a:cubicBezTo>
                  <a:cubicBezTo>
                    <a:pt x="6108" y="12376"/>
                    <a:pt x="5433" y="13276"/>
                    <a:pt x="4790" y="14016"/>
                  </a:cubicBezTo>
                  <a:cubicBezTo>
                    <a:pt x="4469" y="14401"/>
                    <a:pt x="4147" y="14723"/>
                    <a:pt x="3890" y="14980"/>
                  </a:cubicBezTo>
                  <a:cubicBezTo>
                    <a:pt x="3762" y="15076"/>
                    <a:pt x="3633" y="15173"/>
                    <a:pt x="3537" y="15237"/>
                  </a:cubicBezTo>
                  <a:cubicBezTo>
                    <a:pt x="3440" y="15269"/>
                    <a:pt x="3376" y="15302"/>
                    <a:pt x="3376" y="15302"/>
                  </a:cubicBezTo>
                  <a:cubicBezTo>
                    <a:pt x="3279" y="15302"/>
                    <a:pt x="3215" y="15269"/>
                    <a:pt x="3183" y="15269"/>
                  </a:cubicBezTo>
                  <a:cubicBezTo>
                    <a:pt x="3151" y="15237"/>
                    <a:pt x="3119" y="15205"/>
                    <a:pt x="3054" y="15076"/>
                  </a:cubicBezTo>
                  <a:cubicBezTo>
                    <a:pt x="2990" y="14916"/>
                    <a:pt x="2990" y="14659"/>
                    <a:pt x="2958" y="14337"/>
                  </a:cubicBezTo>
                  <a:cubicBezTo>
                    <a:pt x="2958" y="14016"/>
                    <a:pt x="2926" y="13694"/>
                    <a:pt x="2765" y="13373"/>
                  </a:cubicBezTo>
                  <a:cubicBezTo>
                    <a:pt x="2604" y="13019"/>
                    <a:pt x="2026" y="11830"/>
                    <a:pt x="1511" y="10351"/>
                  </a:cubicBezTo>
                  <a:cubicBezTo>
                    <a:pt x="997" y="8905"/>
                    <a:pt x="515" y="7201"/>
                    <a:pt x="515" y="5883"/>
                  </a:cubicBezTo>
                  <a:cubicBezTo>
                    <a:pt x="515" y="5787"/>
                    <a:pt x="547" y="5658"/>
                    <a:pt x="547" y="5562"/>
                  </a:cubicBezTo>
                  <a:cubicBezTo>
                    <a:pt x="644" y="4244"/>
                    <a:pt x="1190" y="3022"/>
                    <a:pt x="1769" y="2122"/>
                  </a:cubicBezTo>
                  <a:cubicBezTo>
                    <a:pt x="2058" y="1640"/>
                    <a:pt x="2347" y="1287"/>
                    <a:pt x="2604" y="997"/>
                  </a:cubicBezTo>
                  <a:cubicBezTo>
                    <a:pt x="2701" y="869"/>
                    <a:pt x="2829" y="772"/>
                    <a:pt x="2894" y="708"/>
                  </a:cubicBezTo>
                  <a:lnTo>
                    <a:pt x="2990" y="644"/>
                  </a:lnTo>
                  <a:cubicBezTo>
                    <a:pt x="3183" y="579"/>
                    <a:pt x="3408" y="547"/>
                    <a:pt x="3633" y="547"/>
                  </a:cubicBezTo>
                  <a:close/>
                  <a:moveTo>
                    <a:pt x="3633" y="1"/>
                  </a:moveTo>
                  <a:cubicBezTo>
                    <a:pt x="3344" y="1"/>
                    <a:pt x="3087" y="33"/>
                    <a:pt x="2829" y="129"/>
                  </a:cubicBezTo>
                  <a:cubicBezTo>
                    <a:pt x="2765" y="129"/>
                    <a:pt x="2701" y="161"/>
                    <a:pt x="2669" y="194"/>
                  </a:cubicBezTo>
                  <a:cubicBezTo>
                    <a:pt x="2508" y="322"/>
                    <a:pt x="2315" y="515"/>
                    <a:pt x="2058" y="836"/>
                  </a:cubicBezTo>
                  <a:cubicBezTo>
                    <a:pt x="1286" y="1737"/>
                    <a:pt x="161" y="3504"/>
                    <a:pt x="1" y="5530"/>
                  </a:cubicBezTo>
                  <a:cubicBezTo>
                    <a:pt x="1" y="5626"/>
                    <a:pt x="1" y="5755"/>
                    <a:pt x="1" y="5883"/>
                  </a:cubicBezTo>
                  <a:cubicBezTo>
                    <a:pt x="1" y="7330"/>
                    <a:pt x="483" y="9065"/>
                    <a:pt x="997" y="10544"/>
                  </a:cubicBezTo>
                  <a:cubicBezTo>
                    <a:pt x="1544" y="12023"/>
                    <a:pt x="2090" y="13244"/>
                    <a:pt x="2283" y="13630"/>
                  </a:cubicBezTo>
                  <a:cubicBezTo>
                    <a:pt x="2444" y="13887"/>
                    <a:pt x="2412" y="14401"/>
                    <a:pt x="2476" y="14851"/>
                  </a:cubicBezTo>
                  <a:cubicBezTo>
                    <a:pt x="2508" y="15076"/>
                    <a:pt x="2540" y="15302"/>
                    <a:pt x="2669" y="15494"/>
                  </a:cubicBezTo>
                  <a:cubicBezTo>
                    <a:pt x="2733" y="15591"/>
                    <a:pt x="2829" y="15687"/>
                    <a:pt x="2958" y="15752"/>
                  </a:cubicBezTo>
                  <a:cubicBezTo>
                    <a:pt x="3087" y="15816"/>
                    <a:pt x="3215" y="15848"/>
                    <a:pt x="3376" y="15848"/>
                  </a:cubicBezTo>
                  <a:cubicBezTo>
                    <a:pt x="3601" y="15816"/>
                    <a:pt x="3762" y="15719"/>
                    <a:pt x="3954" y="15591"/>
                  </a:cubicBezTo>
                  <a:cubicBezTo>
                    <a:pt x="4276" y="15366"/>
                    <a:pt x="4662" y="15012"/>
                    <a:pt x="5047" y="14562"/>
                  </a:cubicBezTo>
                  <a:cubicBezTo>
                    <a:pt x="6011" y="13461"/>
                    <a:pt x="7068" y="11936"/>
                    <a:pt x="7352" y="11520"/>
                  </a:cubicBezTo>
                  <a:lnTo>
                    <a:pt x="7352" y="11520"/>
                  </a:lnTo>
                  <a:cubicBezTo>
                    <a:pt x="7489" y="11530"/>
                    <a:pt x="7709" y="11541"/>
                    <a:pt x="7973" y="11541"/>
                  </a:cubicBezTo>
                  <a:cubicBezTo>
                    <a:pt x="8455" y="11541"/>
                    <a:pt x="9130" y="11508"/>
                    <a:pt x="9740" y="11412"/>
                  </a:cubicBezTo>
                  <a:cubicBezTo>
                    <a:pt x="10030" y="11380"/>
                    <a:pt x="10319" y="11283"/>
                    <a:pt x="10544" y="11187"/>
                  </a:cubicBezTo>
                  <a:cubicBezTo>
                    <a:pt x="10801" y="11091"/>
                    <a:pt x="10994" y="10962"/>
                    <a:pt x="11123" y="10705"/>
                  </a:cubicBezTo>
                  <a:cubicBezTo>
                    <a:pt x="11155" y="10608"/>
                    <a:pt x="11155" y="10512"/>
                    <a:pt x="11155" y="10416"/>
                  </a:cubicBezTo>
                  <a:cubicBezTo>
                    <a:pt x="11155" y="10223"/>
                    <a:pt x="11123" y="9998"/>
                    <a:pt x="11026" y="9741"/>
                  </a:cubicBezTo>
                  <a:cubicBezTo>
                    <a:pt x="10769" y="8873"/>
                    <a:pt x="10094" y="7619"/>
                    <a:pt x="9419" y="6333"/>
                  </a:cubicBezTo>
                  <a:cubicBezTo>
                    <a:pt x="8776" y="5047"/>
                    <a:pt x="8101" y="3794"/>
                    <a:pt x="7844" y="3022"/>
                  </a:cubicBezTo>
                  <a:cubicBezTo>
                    <a:pt x="7522" y="2090"/>
                    <a:pt x="6880" y="1351"/>
                    <a:pt x="6140" y="836"/>
                  </a:cubicBezTo>
                  <a:cubicBezTo>
                    <a:pt x="5369" y="322"/>
                    <a:pt x="4469" y="1"/>
                    <a:pt x="3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4371;p64">
              <a:extLst>
                <a:ext uri="{FF2B5EF4-FFF2-40B4-BE49-F238E27FC236}">
                  <a16:creationId xmlns:a16="http://schemas.microsoft.com/office/drawing/2014/main" id="{FC630AAD-062C-579E-FF02-8689581A4217}"/>
                </a:ext>
              </a:extLst>
            </p:cNvPr>
            <p:cNvSpPr/>
            <p:nvPr/>
          </p:nvSpPr>
          <p:spPr>
            <a:xfrm>
              <a:off x="2599750" y="1732350"/>
              <a:ext cx="225025" cy="346875"/>
            </a:xfrm>
            <a:custGeom>
              <a:avLst/>
              <a:gdLst/>
              <a:ahLst/>
              <a:cxnLst/>
              <a:rect l="l" t="t" r="r" b="b"/>
              <a:pathLst>
                <a:path w="9001" h="13875" extrusionOk="0">
                  <a:moveTo>
                    <a:pt x="1641" y="1"/>
                  </a:moveTo>
                  <a:cubicBezTo>
                    <a:pt x="1306" y="1"/>
                    <a:pt x="1046" y="184"/>
                    <a:pt x="836" y="759"/>
                  </a:cubicBezTo>
                  <a:cubicBezTo>
                    <a:pt x="836" y="759"/>
                    <a:pt x="836" y="3299"/>
                    <a:pt x="482" y="4616"/>
                  </a:cubicBezTo>
                  <a:cubicBezTo>
                    <a:pt x="97" y="5902"/>
                    <a:pt x="0" y="6577"/>
                    <a:pt x="1414" y="8635"/>
                  </a:cubicBezTo>
                  <a:cubicBezTo>
                    <a:pt x="2829" y="10692"/>
                    <a:pt x="6011" y="13874"/>
                    <a:pt x="6011" y="13874"/>
                  </a:cubicBezTo>
                  <a:cubicBezTo>
                    <a:pt x="6011" y="13874"/>
                    <a:pt x="6204" y="11720"/>
                    <a:pt x="6300" y="10499"/>
                  </a:cubicBezTo>
                  <a:cubicBezTo>
                    <a:pt x="6365" y="9277"/>
                    <a:pt x="8261" y="8538"/>
                    <a:pt x="8615" y="7992"/>
                  </a:cubicBezTo>
                  <a:cubicBezTo>
                    <a:pt x="9000" y="7413"/>
                    <a:pt x="6558" y="7027"/>
                    <a:pt x="5625" y="5356"/>
                  </a:cubicBezTo>
                  <a:cubicBezTo>
                    <a:pt x="4693" y="3652"/>
                    <a:pt x="4693" y="759"/>
                    <a:pt x="3375" y="470"/>
                  </a:cubicBezTo>
                  <a:cubicBezTo>
                    <a:pt x="2632" y="307"/>
                    <a:pt x="2073" y="1"/>
                    <a:pt x="1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4372;p64">
              <a:extLst>
                <a:ext uri="{FF2B5EF4-FFF2-40B4-BE49-F238E27FC236}">
                  <a16:creationId xmlns:a16="http://schemas.microsoft.com/office/drawing/2014/main" id="{D74E3406-2372-1067-1BA6-25A55EA27A11}"/>
                </a:ext>
              </a:extLst>
            </p:cNvPr>
            <p:cNvSpPr/>
            <p:nvPr/>
          </p:nvSpPr>
          <p:spPr>
            <a:xfrm>
              <a:off x="2598925" y="1725600"/>
              <a:ext cx="224250" cy="360350"/>
            </a:xfrm>
            <a:custGeom>
              <a:avLst/>
              <a:gdLst/>
              <a:ahLst/>
              <a:cxnLst/>
              <a:rect l="l" t="t" r="r" b="b"/>
              <a:pathLst>
                <a:path w="8970" h="14414" extrusionOk="0">
                  <a:moveTo>
                    <a:pt x="8455" y="8101"/>
                  </a:moveTo>
                  <a:cubicBezTo>
                    <a:pt x="8452" y="8103"/>
                    <a:pt x="8450" y="8106"/>
                    <a:pt x="8447" y="8109"/>
                  </a:cubicBezTo>
                  <a:lnTo>
                    <a:pt x="8447" y="8109"/>
                  </a:lnTo>
                  <a:lnTo>
                    <a:pt x="8423" y="8101"/>
                  </a:lnTo>
                  <a:close/>
                  <a:moveTo>
                    <a:pt x="1672" y="547"/>
                  </a:moveTo>
                  <a:cubicBezTo>
                    <a:pt x="1833" y="547"/>
                    <a:pt x="2058" y="611"/>
                    <a:pt x="2347" y="708"/>
                  </a:cubicBezTo>
                  <a:cubicBezTo>
                    <a:pt x="2637" y="804"/>
                    <a:pt x="2958" y="933"/>
                    <a:pt x="3344" y="997"/>
                  </a:cubicBezTo>
                  <a:cubicBezTo>
                    <a:pt x="3601" y="1061"/>
                    <a:pt x="3762" y="1222"/>
                    <a:pt x="3955" y="1511"/>
                  </a:cubicBezTo>
                  <a:cubicBezTo>
                    <a:pt x="4212" y="1993"/>
                    <a:pt x="4405" y="2701"/>
                    <a:pt x="4630" y="3472"/>
                  </a:cubicBezTo>
                  <a:cubicBezTo>
                    <a:pt x="4823" y="4244"/>
                    <a:pt x="5048" y="5079"/>
                    <a:pt x="5433" y="5754"/>
                  </a:cubicBezTo>
                  <a:cubicBezTo>
                    <a:pt x="5915" y="6622"/>
                    <a:pt x="6719" y="7137"/>
                    <a:pt x="7362" y="7522"/>
                  </a:cubicBezTo>
                  <a:cubicBezTo>
                    <a:pt x="7716" y="7683"/>
                    <a:pt x="8005" y="7844"/>
                    <a:pt x="8198" y="7972"/>
                  </a:cubicBezTo>
                  <a:cubicBezTo>
                    <a:pt x="8294" y="8037"/>
                    <a:pt x="8390" y="8101"/>
                    <a:pt x="8423" y="8133"/>
                  </a:cubicBezTo>
                  <a:lnTo>
                    <a:pt x="8423" y="8133"/>
                  </a:lnTo>
                  <a:cubicBezTo>
                    <a:pt x="8345" y="8210"/>
                    <a:pt x="8199" y="8348"/>
                    <a:pt x="8005" y="8487"/>
                  </a:cubicBezTo>
                  <a:cubicBezTo>
                    <a:pt x="7651" y="8744"/>
                    <a:pt x="7201" y="9033"/>
                    <a:pt x="6816" y="9387"/>
                  </a:cubicBezTo>
                  <a:cubicBezTo>
                    <a:pt x="6430" y="9740"/>
                    <a:pt x="6108" y="10190"/>
                    <a:pt x="6044" y="10769"/>
                  </a:cubicBezTo>
                  <a:cubicBezTo>
                    <a:pt x="6012" y="11380"/>
                    <a:pt x="5948" y="12215"/>
                    <a:pt x="5883" y="12890"/>
                  </a:cubicBezTo>
                  <a:cubicBezTo>
                    <a:pt x="5861" y="13131"/>
                    <a:pt x="5843" y="13353"/>
                    <a:pt x="5828" y="13542"/>
                  </a:cubicBezTo>
                  <a:lnTo>
                    <a:pt x="5828" y="13542"/>
                  </a:lnTo>
                  <a:cubicBezTo>
                    <a:pt x="5794" y="13509"/>
                    <a:pt x="5759" y="13474"/>
                    <a:pt x="5723" y="13437"/>
                  </a:cubicBezTo>
                  <a:cubicBezTo>
                    <a:pt x="4758" y="12440"/>
                    <a:pt x="2701" y="10255"/>
                    <a:pt x="1672" y="8744"/>
                  </a:cubicBezTo>
                  <a:cubicBezTo>
                    <a:pt x="1222" y="8101"/>
                    <a:pt x="933" y="7619"/>
                    <a:pt x="772" y="7201"/>
                  </a:cubicBezTo>
                  <a:cubicBezTo>
                    <a:pt x="612" y="6783"/>
                    <a:pt x="547" y="6462"/>
                    <a:pt x="547" y="6172"/>
                  </a:cubicBezTo>
                  <a:cubicBezTo>
                    <a:pt x="547" y="5786"/>
                    <a:pt x="612" y="5433"/>
                    <a:pt x="772" y="4951"/>
                  </a:cubicBezTo>
                  <a:cubicBezTo>
                    <a:pt x="965" y="4244"/>
                    <a:pt x="1062" y="3279"/>
                    <a:pt x="1094" y="2476"/>
                  </a:cubicBezTo>
                  <a:cubicBezTo>
                    <a:pt x="1153" y="1742"/>
                    <a:pt x="1158" y="1143"/>
                    <a:pt x="1158" y="1043"/>
                  </a:cubicBezTo>
                  <a:lnTo>
                    <a:pt x="1158" y="1043"/>
                  </a:lnTo>
                  <a:cubicBezTo>
                    <a:pt x="1244" y="834"/>
                    <a:pt x="1330" y="701"/>
                    <a:pt x="1415" y="643"/>
                  </a:cubicBezTo>
                  <a:cubicBezTo>
                    <a:pt x="1480" y="579"/>
                    <a:pt x="1544" y="547"/>
                    <a:pt x="1672" y="547"/>
                  </a:cubicBezTo>
                  <a:close/>
                  <a:moveTo>
                    <a:pt x="1672" y="0"/>
                  </a:moveTo>
                  <a:cubicBezTo>
                    <a:pt x="1447" y="0"/>
                    <a:pt x="1222" y="65"/>
                    <a:pt x="1062" y="225"/>
                  </a:cubicBezTo>
                  <a:cubicBezTo>
                    <a:pt x="869" y="386"/>
                    <a:pt x="740" y="643"/>
                    <a:pt x="644" y="933"/>
                  </a:cubicBezTo>
                  <a:lnTo>
                    <a:pt x="612" y="1029"/>
                  </a:lnTo>
                  <a:cubicBezTo>
                    <a:pt x="612" y="1029"/>
                    <a:pt x="612" y="1190"/>
                    <a:pt x="612" y="1447"/>
                  </a:cubicBezTo>
                  <a:cubicBezTo>
                    <a:pt x="580" y="2186"/>
                    <a:pt x="515" y="3858"/>
                    <a:pt x="258" y="4790"/>
                  </a:cubicBezTo>
                  <a:cubicBezTo>
                    <a:pt x="97" y="5272"/>
                    <a:pt x="1" y="5722"/>
                    <a:pt x="1" y="6172"/>
                  </a:cubicBezTo>
                  <a:cubicBezTo>
                    <a:pt x="1" y="6558"/>
                    <a:pt x="65" y="6944"/>
                    <a:pt x="290" y="7426"/>
                  </a:cubicBezTo>
                  <a:cubicBezTo>
                    <a:pt x="483" y="7876"/>
                    <a:pt x="772" y="8390"/>
                    <a:pt x="1222" y="9065"/>
                  </a:cubicBezTo>
                  <a:cubicBezTo>
                    <a:pt x="1930" y="10094"/>
                    <a:pt x="3087" y="11412"/>
                    <a:pt x="4083" y="12473"/>
                  </a:cubicBezTo>
                  <a:cubicBezTo>
                    <a:pt x="5048" y="13533"/>
                    <a:pt x="5851" y="14337"/>
                    <a:pt x="5851" y="14337"/>
                  </a:cubicBezTo>
                  <a:cubicBezTo>
                    <a:pt x="5898" y="14384"/>
                    <a:pt x="5980" y="14414"/>
                    <a:pt x="6058" y="14414"/>
                  </a:cubicBezTo>
                  <a:cubicBezTo>
                    <a:pt x="6087" y="14414"/>
                    <a:pt x="6115" y="14410"/>
                    <a:pt x="6141" y="14401"/>
                  </a:cubicBezTo>
                  <a:cubicBezTo>
                    <a:pt x="6237" y="14369"/>
                    <a:pt x="6301" y="14273"/>
                    <a:pt x="6301" y="14176"/>
                  </a:cubicBezTo>
                  <a:cubicBezTo>
                    <a:pt x="6301" y="14176"/>
                    <a:pt x="6494" y="12023"/>
                    <a:pt x="6591" y="10801"/>
                  </a:cubicBezTo>
                  <a:cubicBezTo>
                    <a:pt x="6591" y="10576"/>
                    <a:pt x="6719" y="10351"/>
                    <a:pt x="6880" y="10126"/>
                  </a:cubicBezTo>
                  <a:cubicBezTo>
                    <a:pt x="7137" y="9772"/>
                    <a:pt x="7555" y="9451"/>
                    <a:pt x="7941" y="9194"/>
                  </a:cubicBezTo>
                  <a:cubicBezTo>
                    <a:pt x="8133" y="9065"/>
                    <a:pt x="8326" y="8937"/>
                    <a:pt x="8487" y="8808"/>
                  </a:cubicBezTo>
                  <a:cubicBezTo>
                    <a:pt x="8648" y="8679"/>
                    <a:pt x="8776" y="8551"/>
                    <a:pt x="8873" y="8390"/>
                  </a:cubicBezTo>
                  <a:cubicBezTo>
                    <a:pt x="8937" y="8326"/>
                    <a:pt x="8969" y="8229"/>
                    <a:pt x="8969" y="8133"/>
                  </a:cubicBezTo>
                  <a:cubicBezTo>
                    <a:pt x="8969" y="7972"/>
                    <a:pt x="8873" y="7844"/>
                    <a:pt x="8808" y="7747"/>
                  </a:cubicBezTo>
                  <a:cubicBezTo>
                    <a:pt x="8648" y="7587"/>
                    <a:pt x="8455" y="7490"/>
                    <a:pt x="8198" y="7362"/>
                  </a:cubicBezTo>
                  <a:cubicBezTo>
                    <a:pt x="7491" y="6944"/>
                    <a:pt x="6398" y="6429"/>
                    <a:pt x="5883" y="5497"/>
                  </a:cubicBezTo>
                  <a:cubicBezTo>
                    <a:pt x="5465" y="4694"/>
                    <a:pt x="5208" y="3569"/>
                    <a:pt x="4951" y="2572"/>
                  </a:cubicBezTo>
                  <a:cubicBezTo>
                    <a:pt x="4790" y="2090"/>
                    <a:pt x="4630" y="1640"/>
                    <a:pt x="4405" y="1254"/>
                  </a:cubicBezTo>
                  <a:cubicBezTo>
                    <a:pt x="4212" y="868"/>
                    <a:pt x="3890" y="579"/>
                    <a:pt x="3473" y="483"/>
                  </a:cubicBezTo>
                  <a:cubicBezTo>
                    <a:pt x="3119" y="418"/>
                    <a:pt x="2797" y="290"/>
                    <a:pt x="2508" y="193"/>
                  </a:cubicBezTo>
                  <a:cubicBezTo>
                    <a:pt x="2219" y="97"/>
                    <a:pt x="1962" y="0"/>
                    <a:pt x="1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4373;p64">
              <a:extLst>
                <a:ext uri="{FF2B5EF4-FFF2-40B4-BE49-F238E27FC236}">
                  <a16:creationId xmlns:a16="http://schemas.microsoft.com/office/drawing/2014/main" id="{ED7CEAD5-A9D2-2510-D90D-3D1D0D004E08}"/>
                </a:ext>
              </a:extLst>
            </p:cNvPr>
            <p:cNvSpPr/>
            <p:nvPr/>
          </p:nvSpPr>
          <p:spPr>
            <a:xfrm>
              <a:off x="2517775" y="1419200"/>
              <a:ext cx="483000" cy="427600"/>
            </a:xfrm>
            <a:custGeom>
              <a:avLst/>
              <a:gdLst/>
              <a:ahLst/>
              <a:cxnLst/>
              <a:rect l="l" t="t" r="r" b="b"/>
              <a:pathLst>
                <a:path w="19320" h="17104" extrusionOk="0">
                  <a:moveTo>
                    <a:pt x="10020" y="1"/>
                  </a:moveTo>
                  <a:cubicBezTo>
                    <a:pt x="9505" y="1"/>
                    <a:pt x="8981" y="24"/>
                    <a:pt x="8454" y="74"/>
                  </a:cubicBezTo>
                  <a:cubicBezTo>
                    <a:pt x="3279" y="524"/>
                    <a:pt x="933" y="3899"/>
                    <a:pt x="483" y="7274"/>
                  </a:cubicBezTo>
                  <a:cubicBezTo>
                    <a:pt x="0" y="10649"/>
                    <a:pt x="3568" y="13928"/>
                    <a:pt x="3954" y="14507"/>
                  </a:cubicBezTo>
                  <a:cubicBezTo>
                    <a:pt x="4308" y="15053"/>
                    <a:pt x="3858" y="15632"/>
                    <a:pt x="4983" y="16017"/>
                  </a:cubicBezTo>
                  <a:cubicBezTo>
                    <a:pt x="5358" y="16135"/>
                    <a:pt x="5743" y="16175"/>
                    <a:pt x="6091" y="16175"/>
                  </a:cubicBezTo>
                  <a:cubicBezTo>
                    <a:pt x="6786" y="16175"/>
                    <a:pt x="7329" y="16017"/>
                    <a:pt x="7329" y="16017"/>
                  </a:cubicBezTo>
                  <a:cubicBezTo>
                    <a:pt x="7329" y="16017"/>
                    <a:pt x="8062" y="17104"/>
                    <a:pt x="9326" y="17104"/>
                  </a:cubicBezTo>
                  <a:cubicBezTo>
                    <a:pt x="9488" y="17104"/>
                    <a:pt x="9658" y="17086"/>
                    <a:pt x="9837" y="17046"/>
                  </a:cubicBezTo>
                  <a:cubicBezTo>
                    <a:pt x="11444" y="16660"/>
                    <a:pt x="10962" y="13478"/>
                    <a:pt x="11637" y="13092"/>
                  </a:cubicBezTo>
                  <a:cubicBezTo>
                    <a:pt x="12279" y="12706"/>
                    <a:pt x="12762" y="11517"/>
                    <a:pt x="14722" y="10392"/>
                  </a:cubicBezTo>
                  <a:cubicBezTo>
                    <a:pt x="16683" y="9267"/>
                    <a:pt x="16683" y="7563"/>
                    <a:pt x="16683" y="7563"/>
                  </a:cubicBezTo>
                  <a:cubicBezTo>
                    <a:pt x="16683" y="7563"/>
                    <a:pt x="19319" y="6824"/>
                    <a:pt x="18837" y="4188"/>
                  </a:cubicBezTo>
                  <a:cubicBezTo>
                    <a:pt x="18433" y="1822"/>
                    <a:pt x="14534" y="1"/>
                    <a:pt x="10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4374;p64">
              <a:extLst>
                <a:ext uri="{FF2B5EF4-FFF2-40B4-BE49-F238E27FC236}">
                  <a16:creationId xmlns:a16="http://schemas.microsoft.com/office/drawing/2014/main" id="{6A6ECD84-55FA-AC20-192E-41CDF16725CB}"/>
                </a:ext>
              </a:extLst>
            </p:cNvPr>
            <p:cNvSpPr/>
            <p:nvPr/>
          </p:nvSpPr>
          <p:spPr>
            <a:xfrm>
              <a:off x="2521800" y="1412200"/>
              <a:ext cx="474950" cy="441200"/>
            </a:xfrm>
            <a:custGeom>
              <a:avLst/>
              <a:gdLst/>
              <a:ahLst/>
              <a:cxnLst/>
              <a:rect l="l" t="t" r="r" b="b"/>
              <a:pathLst>
                <a:path w="18998" h="17648" extrusionOk="0">
                  <a:moveTo>
                    <a:pt x="9804" y="547"/>
                  </a:moveTo>
                  <a:cubicBezTo>
                    <a:pt x="12054" y="547"/>
                    <a:pt x="14111" y="997"/>
                    <a:pt x="15687" y="1736"/>
                  </a:cubicBezTo>
                  <a:cubicBezTo>
                    <a:pt x="16458" y="2090"/>
                    <a:pt x="17101" y="2540"/>
                    <a:pt x="17583" y="2990"/>
                  </a:cubicBezTo>
                  <a:cubicBezTo>
                    <a:pt x="18033" y="3472"/>
                    <a:pt x="18322" y="3986"/>
                    <a:pt x="18419" y="4500"/>
                  </a:cubicBezTo>
                  <a:cubicBezTo>
                    <a:pt x="18451" y="4725"/>
                    <a:pt x="18483" y="4918"/>
                    <a:pt x="18483" y="5079"/>
                  </a:cubicBezTo>
                  <a:cubicBezTo>
                    <a:pt x="18483" y="6043"/>
                    <a:pt x="17969" y="6654"/>
                    <a:pt x="17487" y="7040"/>
                  </a:cubicBezTo>
                  <a:cubicBezTo>
                    <a:pt x="17229" y="7233"/>
                    <a:pt x="16972" y="7393"/>
                    <a:pt x="16779" y="7458"/>
                  </a:cubicBezTo>
                  <a:cubicBezTo>
                    <a:pt x="16683" y="7522"/>
                    <a:pt x="16587" y="7554"/>
                    <a:pt x="16522" y="7554"/>
                  </a:cubicBezTo>
                  <a:lnTo>
                    <a:pt x="16458" y="7586"/>
                  </a:lnTo>
                  <a:cubicBezTo>
                    <a:pt x="16329" y="7618"/>
                    <a:pt x="16265" y="7715"/>
                    <a:pt x="16265" y="7843"/>
                  </a:cubicBezTo>
                  <a:cubicBezTo>
                    <a:pt x="16265" y="7908"/>
                    <a:pt x="16233" y="8326"/>
                    <a:pt x="16008" y="8808"/>
                  </a:cubicBezTo>
                  <a:cubicBezTo>
                    <a:pt x="15751" y="9322"/>
                    <a:pt x="15301" y="9933"/>
                    <a:pt x="14433" y="10415"/>
                  </a:cubicBezTo>
                  <a:cubicBezTo>
                    <a:pt x="13404" y="10994"/>
                    <a:pt x="12794" y="11604"/>
                    <a:pt x="12311" y="12119"/>
                  </a:cubicBezTo>
                  <a:cubicBezTo>
                    <a:pt x="11861" y="12633"/>
                    <a:pt x="11572" y="13019"/>
                    <a:pt x="11347" y="13147"/>
                  </a:cubicBezTo>
                  <a:cubicBezTo>
                    <a:pt x="11186" y="13244"/>
                    <a:pt x="11090" y="13372"/>
                    <a:pt x="11026" y="13533"/>
                  </a:cubicBezTo>
                  <a:cubicBezTo>
                    <a:pt x="10897" y="13790"/>
                    <a:pt x="10865" y="14112"/>
                    <a:pt x="10801" y="14497"/>
                  </a:cubicBezTo>
                  <a:cubicBezTo>
                    <a:pt x="10704" y="15044"/>
                    <a:pt x="10640" y="15654"/>
                    <a:pt x="10447" y="16137"/>
                  </a:cubicBezTo>
                  <a:cubicBezTo>
                    <a:pt x="10351" y="16394"/>
                    <a:pt x="10254" y="16587"/>
                    <a:pt x="10126" y="16747"/>
                  </a:cubicBezTo>
                  <a:cubicBezTo>
                    <a:pt x="9965" y="16908"/>
                    <a:pt x="9836" y="17005"/>
                    <a:pt x="9611" y="17037"/>
                  </a:cubicBezTo>
                  <a:cubicBezTo>
                    <a:pt x="9451" y="17101"/>
                    <a:pt x="9290" y="17101"/>
                    <a:pt x="9161" y="17101"/>
                  </a:cubicBezTo>
                  <a:cubicBezTo>
                    <a:pt x="8583" y="17101"/>
                    <a:pt x="8165" y="16876"/>
                    <a:pt x="7843" y="16619"/>
                  </a:cubicBezTo>
                  <a:cubicBezTo>
                    <a:pt x="7683" y="16490"/>
                    <a:pt x="7554" y="16362"/>
                    <a:pt x="7490" y="16265"/>
                  </a:cubicBezTo>
                  <a:lnTo>
                    <a:pt x="7393" y="16169"/>
                  </a:lnTo>
                  <a:lnTo>
                    <a:pt x="7393" y="16137"/>
                  </a:lnTo>
                  <a:lnTo>
                    <a:pt x="7361" y="16137"/>
                  </a:lnTo>
                  <a:cubicBezTo>
                    <a:pt x="7315" y="16067"/>
                    <a:pt x="7252" y="16014"/>
                    <a:pt x="7172" y="16014"/>
                  </a:cubicBezTo>
                  <a:cubicBezTo>
                    <a:pt x="7141" y="16014"/>
                    <a:pt x="7108" y="16022"/>
                    <a:pt x="7072" y="16040"/>
                  </a:cubicBezTo>
                  <a:cubicBezTo>
                    <a:pt x="6943" y="16072"/>
                    <a:pt x="6493" y="16169"/>
                    <a:pt x="5915" y="16169"/>
                  </a:cubicBezTo>
                  <a:cubicBezTo>
                    <a:pt x="5593" y="16169"/>
                    <a:pt x="5240" y="16137"/>
                    <a:pt x="4886" y="16040"/>
                  </a:cubicBezTo>
                  <a:cubicBezTo>
                    <a:pt x="4629" y="15944"/>
                    <a:pt x="4500" y="15847"/>
                    <a:pt x="4404" y="15783"/>
                  </a:cubicBezTo>
                  <a:cubicBezTo>
                    <a:pt x="4340" y="15719"/>
                    <a:pt x="4307" y="15654"/>
                    <a:pt x="4307" y="15590"/>
                  </a:cubicBezTo>
                  <a:cubicBezTo>
                    <a:pt x="4243" y="15494"/>
                    <a:pt x="4243" y="15365"/>
                    <a:pt x="4211" y="15204"/>
                  </a:cubicBezTo>
                  <a:cubicBezTo>
                    <a:pt x="4179" y="15044"/>
                    <a:pt x="4147" y="14851"/>
                    <a:pt x="3986" y="14626"/>
                  </a:cubicBezTo>
                  <a:cubicBezTo>
                    <a:pt x="3954" y="14529"/>
                    <a:pt x="3857" y="14433"/>
                    <a:pt x="3729" y="14304"/>
                  </a:cubicBezTo>
                  <a:cubicBezTo>
                    <a:pt x="3311" y="13822"/>
                    <a:pt x="2507" y="12954"/>
                    <a:pt x="1800" y="11861"/>
                  </a:cubicBezTo>
                  <a:cubicBezTo>
                    <a:pt x="1125" y="10769"/>
                    <a:pt x="547" y="9483"/>
                    <a:pt x="547" y="8197"/>
                  </a:cubicBezTo>
                  <a:cubicBezTo>
                    <a:pt x="547" y="8004"/>
                    <a:pt x="547" y="7779"/>
                    <a:pt x="579" y="7586"/>
                  </a:cubicBezTo>
                  <a:cubicBezTo>
                    <a:pt x="804" y="5947"/>
                    <a:pt x="1479" y="4340"/>
                    <a:pt x="2732" y="3054"/>
                  </a:cubicBezTo>
                  <a:cubicBezTo>
                    <a:pt x="3986" y="1768"/>
                    <a:pt x="5786" y="836"/>
                    <a:pt x="8293" y="611"/>
                  </a:cubicBezTo>
                  <a:cubicBezTo>
                    <a:pt x="8808" y="579"/>
                    <a:pt x="9322" y="547"/>
                    <a:pt x="9804" y="547"/>
                  </a:cubicBezTo>
                  <a:close/>
                  <a:moveTo>
                    <a:pt x="9804" y="0"/>
                  </a:moveTo>
                  <a:cubicBezTo>
                    <a:pt x="9290" y="0"/>
                    <a:pt x="8775" y="32"/>
                    <a:pt x="8261" y="64"/>
                  </a:cubicBezTo>
                  <a:cubicBezTo>
                    <a:pt x="5625" y="322"/>
                    <a:pt x="3665" y="1318"/>
                    <a:pt x="2347" y="2668"/>
                  </a:cubicBezTo>
                  <a:cubicBezTo>
                    <a:pt x="997" y="4050"/>
                    <a:pt x="289" y="5786"/>
                    <a:pt x="32" y="7522"/>
                  </a:cubicBezTo>
                  <a:cubicBezTo>
                    <a:pt x="0" y="7747"/>
                    <a:pt x="0" y="7972"/>
                    <a:pt x="0" y="8197"/>
                  </a:cubicBezTo>
                  <a:cubicBezTo>
                    <a:pt x="0" y="9836"/>
                    <a:pt x="836" y="11411"/>
                    <a:pt x="1672" y="12633"/>
                  </a:cubicBezTo>
                  <a:cubicBezTo>
                    <a:pt x="2089" y="13212"/>
                    <a:pt x="2539" y="13758"/>
                    <a:pt x="2893" y="14144"/>
                  </a:cubicBezTo>
                  <a:cubicBezTo>
                    <a:pt x="3054" y="14337"/>
                    <a:pt x="3215" y="14529"/>
                    <a:pt x="3311" y="14658"/>
                  </a:cubicBezTo>
                  <a:cubicBezTo>
                    <a:pt x="3440" y="14787"/>
                    <a:pt x="3536" y="14883"/>
                    <a:pt x="3568" y="14915"/>
                  </a:cubicBezTo>
                  <a:cubicBezTo>
                    <a:pt x="3632" y="15044"/>
                    <a:pt x="3665" y="15140"/>
                    <a:pt x="3665" y="15237"/>
                  </a:cubicBezTo>
                  <a:cubicBezTo>
                    <a:pt x="3729" y="15429"/>
                    <a:pt x="3729" y="15654"/>
                    <a:pt x="3857" y="15912"/>
                  </a:cubicBezTo>
                  <a:cubicBezTo>
                    <a:pt x="3922" y="16040"/>
                    <a:pt x="4018" y="16169"/>
                    <a:pt x="4179" y="16265"/>
                  </a:cubicBezTo>
                  <a:cubicBezTo>
                    <a:pt x="4307" y="16362"/>
                    <a:pt x="4500" y="16458"/>
                    <a:pt x="4725" y="16522"/>
                  </a:cubicBezTo>
                  <a:cubicBezTo>
                    <a:pt x="5143" y="16683"/>
                    <a:pt x="5561" y="16715"/>
                    <a:pt x="5915" y="16715"/>
                  </a:cubicBezTo>
                  <a:cubicBezTo>
                    <a:pt x="6412" y="16715"/>
                    <a:pt x="6822" y="16643"/>
                    <a:pt x="7047" y="16585"/>
                  </a:cubicBezTo>
                  <a:lnTo>
                    <a:pt x="7047" y="16585"/>
                  </a:lnTo>
                  <a:cubicBezTo>
                    <a:pt x="7141" y="16703"/>
                    <a:pt x="7299" y="16870"/>
                    <a:pt x="7522" y="17037"/>
                  </a:cubicBezTo>
                  <a:cubicBezTo>
                    <a:pt x="7875" y="17326"/>
                    <a:pt x="8422" y="17647"/>
                    <a:pt x="9161" y="17647"/>
                  </a:cubicBezTo>
                  <a:cubicBezTo>
                    <a:pt x="9354" y="17647"/>
                    <a:pt x="9547" y="17615"/>
                    <a:pt x="9740" y="17583"/>
                  </a:cubicBezTo>
                  <a:cubicBezTo>
                    <a:pt x="10222" y="17455"/>
                    <a:pt x="10576" y="17101"/>
                    <a:pt x="10768" y="16715"/>
                  </a:cubicBezTo>
                  <a:cubicBezTo>
                    <a:pt x="11090" y="16105"/>
                    <a:pt x="11186" y="15365"/>
                    <a:pt x="11315" y="14722"/>
                  </a:cubicBezTo>
                  <a:cubicBezTo>
                    <a:pt x="11347" y="14401"/>
                    <a:pt x="11379" y="14112"/>
                    <a:pt x="11443" y="13919"/>
                  </a:cubicBezTo>
                  <a:cubicBezTo>
                    <a:pt x="11476" y="13822"/>
                    <a:pt x="11508" y="13726"/>
                    <a:pt x="11540" y="13694"/>
                  </a:cubicBezTo>
                  <a:cubicBezTo>
                    <a:pt x="11572" y="13629"/>
                    <a:pt x="11604" y="13597"/>
                    <a:pt x="11604" y="13597"/>
                  </a:cubicBezTo>
                  <a:cubicBezTo>
                    <a:pt x="12022" y="13372"/>
                    <a:pt x="12279" y="12954"/>
                    <a:pt x="12729" y="12472"/>
                  </a:cubicBezTo>
                  <a:cubicBezTo>
                    <a:pt x="13147" y="11990"/>
                    <a:pt x="13726" y="11444"/>
                    <a:pt x="14690" y="10897"/>
                  </a:cubicBezTo>
                  <a:cubicBezTo>
                    <a:pt x="15719" y="10286"/>
                    <a:pt x="16265" y="9547"/>
                    <a:pt x="16522" y="8936"/>
                  </a:cubicBezTo>
                  <a:cubicBezTo>
                    <a:pt x="16683" y="8555"/>
                    <a:pt x="16756" y="8236"/>
                    <a:pt x="16788" y="8042"/>
                  </a:cubicBezTo>
                  <a:lnTo>
                    <a:pt x="16788" y="8042"/>
                  </a:lnTo>
                  <a:cubicBezTo>
                    <a:pt x="17004" y="7960"/>
                    <a:pt x="17399" y="7781"/>
                    <a:pt x="17808" y="7458"/>
                  </a:cubicBezTo>
                  <a:cubicBezTo>
                    <a:pt x="18387" y="7008"/>
                    <a:pt x="18997" y="6236"/>
                    <a:pt x="18997" y="5079"/>
                  </a:cubicBezTo>
                  <a:cubicBezTo>
                    <a:pt x="18997" y="4854"/>
                    <a:pt x="18997" y="4661"/>
                    <a:pt x="18933" y="4436"/>
                  </a:cubicBezTo>
                  <a:cubicBezTo>
                    <a:pt x="18837" y="3761"/>
                    <a:pt x="18483" y="3150"/>
                    <a:pt x="17937" y="2636"/>
                  </a:cubicBezTo>
                  <a:cubicBezTo>
                    <a:pt x="16362" y="1029"/>
                    <a:pt x="13276" y="0"/>
                    <a:pt x="9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4375;p64">
              <a:extLst>
                <a:ext uri="{FF2B5EF4-FFF2-40B4-BE49-F238E27FC236}">
                  <a16:creationId xmlns:a16="http://schemas.microsoft.com/office/drawing/2014/main" id="{1776C160-D456-F5A5-0608-EF4AD27D0CB5}"/>
                </a:ext>
              </a:extLst>
            </p:cNvPr>
            <p:cNvSpPr/>
            <p:nvPr/>
          </p:nvSpPr>
          <p:spPr>
            <a:xfrm>
              <a:off x="2647575" y="1608275"/>
              <a:ext cx="315425" cy="350275"/>
            </a:xfrm>
            <a:custGeom>
              <a:avLst/>
              <a:gdLst/>
              <a:ahLst/>
              <a:cxnLst/>
              <a:rect l="l" t="t" r="r" b="b"/>
              <a:pathLst>
                <a:path w="12617" h="14011" extrusionOk="0">
                  <a:moveTo>
                    <a:pt x="11491" y="0"/>
                  </a:moveTo>
                  <a:cubicBezTo>
                    <a:pt x="11491" y="0"/>
                    <a:pt x="11041" y="1704"/>
                    <a:pt x="9530" y="1704"/>
                  </a:cubicBezTo>
                  <a:cubicBezTo>
                    <a:pt x="8020" y="1704"/>
                    <a:pt x="6541" y="1222"/>
                    <a:pt x="6541" y="1222"/>
                  </a:cubicBezTo>
                  <a:lnTo>
                    <a:pt x="6541" y="1222"/>
                  </a:lnTo>
                  <a:cubicBezTo>
                    <a:pt x="6541" y="1222"/>
                    <a:pt x="7280" y="3183"/>
                    <a:pt x="6702" y="4018"/>
                  </a:cubicBezTo>
                  <a:cubicBezTo>
                    <a:pt x="6155" y="4886"/>
                    <a:pt x="5223" y="4693"/>
                    <a:pt x="5030" y="5079"/>
                  </a:cubicBezTo>
                  <a:cubicBezTo>
                    <a:pt x="4837" y="5433"/>
                    <a:pt x="4934" y="7136"/>
                    <a:pt x="4837" y="7490"/>
                  </a:cubicBezTo>
                  <a:cubicBezTo>
                    <a:pt x="4773" y="7747"/>
                    <a:pt x="4466" y="8419"/>
                    <a:pt x="4097" y="8419"/>
                  </a:cubicBezTo>
                  <a:cubicBezTo>
                    <a:pt x="3912" y="8419"/>
                    <a:pt x="3712" y="8251"/>
                    <a:pt x="3519" y="7779"/>
                  </a:cubicBezTo>
                  <a:cubicBezTo>
                    <a:pt x="3519" y="7779"/>
                    <a:pt x="3712" y="6269"/>
                    <a:pt x="1848" y="6108"/>
                  </a:cubicBezTo>
                  <a:cubicBezTo>
                    <a:pt x="1751" y="6098"/>
                    <a:pt x="1660" y="6093"/>
                    <a:pt x="1575" y="6093"/>
                  </a:cubicBezTo>
                  <a:cubicBezTo>
                    <a:pt x="0" y="6093"/>
                    <a:pt x="453" y="7726"/>
                    <a:pt x="819" y="8519"/>
                  </a:cubicBezTo>
                  <a:cubicBezTo>
                    <a:pt x="1173" y="9387"/>
                    <a:pt x="2491" y="10029"/>
                    <a:pt x="2491" y="10029"/>
                  </a:cubicBezTo>
                  <a:cubicBezTo>
                    <a:pt x="2491" y="10029"/>
                    <a:pt x="2973" y="12183"/>
                    <a:pt x="3616" y="12376"/>
                  </a:cubicBezTo>
                  <a:cubicBezTo>
                    <a:pt x="4243" y="12555"/>
                    <a:pt x="7671" y="14010"/>
                    <a:pt x="8748" y="14010"/>
                  </a:cubicBezTo>
                  <a:cubicBezTo>
                    <a:pt x="8831" y="14010"/>
                    <a:pt x="8899" y="14002"/>
                    <a:pt x="8952" y="13983"/>
                  </a:cubicBezTo>
                  <a:cubicBezTo>
                    <a:pt x="9723" y="13694"/>
                    <a:pt x="10463" y="10222"/>
                    <a:pt x="10463" y="10222"/>
                  </a:cubicBezTo>
                  <a:cubicBezTo>
                    <a:pt x="10463" y="10222"/>
                    <a:pt x="11781" y="9579"/>
                    <a:pt x="11781" y="8904"/>
                  </a:cubicBezTo>
                  <a:cubicBezTo>
                    <a:pt x="11781" y="8262"/>
                    <a:pt x="11202" y="6365"/>
                    <a:pt x="11202" y="5915"/>
                  </a:cubicBezTo>
                  <a:cubicBezTo>
                    <a:pt x="11202" y="5433"/>
                    <a:pt x="12263" y="4115"/>
                    <a:pt x="12423" y="3086"/>
                  </a:cubicBezTo>
                  <a:cubicBezTo>
                    <a:pt x="12616" y="2058"/>
                    <a:pt x="11491" y="0"/>
                    <a:pt x="114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4376;p64">
              <a:extLst>
                <a:ext uri="{FF2B5EF4-FFF2-40B4-BE49-F238E27FC236}">
                  <a16:creationId xmlns:a16="http://schemas.microsoft.com/office/drawing/2014/main" id="{6FBA56DC-2DCB-441E-97DA-4D4BE3430A64}"/>
                </a:ext>
              </a:extLst>
            </p:cNvPr>
            <p:cNvSpPr/>
            <p:nvPr/>
          </p:nvSpPr>
          <p:spPr>
            <a:xfrm>
              <a:off x="2652775" y="1601625"/>
              <a:ext cx="312625" cy="363475"/>
            </a:xfrm>
            <a:custGeom>
              <a:avLst/>
              <a:gdLst/>
              <a:ahLst/>
              <a:cxnLst/>
              <a:rect l="l" t="t" r="r" b="b"/>
              <a:pathLst>
                <a:path w="12505" h="14539" extrusionOk="0">
                  <a:moveTo>
                    <a:pt x="11312" y="902"/>
                  </a:moveTo>
                  <a:cubicBezTo>
                    <a:pt x="11404" y="1095"/>
                    <a:pt x="11508" y="1328"/>
                    <a:pt x="11605" y="1584"/>
                  </a:cubicBezTo>
                  <a:cubicBezTo>
                    <a:pt x="11798" y="2099"/>
                    <a:pt x="11990" y="2709"/>
                    <a:pt x="11990" y="3095"/>
                  </a:cubicBezTo>
                  <a:cubicBezTo>
                    <a:pt x="11990" y="3192"/>
                    <a:pt x="11990" y="3256"/>
                    <a:pt x="11958" y="3320"/>
                  </a:cubicBezTo>
                  <a:cubicBezTo>
                    <a:pt x="11894" y="3770"/>
                    <a:pt x="11605" y="4349"/>
                    <a:pt x="11315" y="4863"/>
                  </a:cubicBezTo>
                  <a:cubicBezTo>
                    <a:pt x="11187" y="5120"/>
                    <a:pt x="11026" y="5345"/>
                    <a:pt x="10930" y="5570"/>
                  </a:cubicBezTo>
                  <a:cubicBezTo>
                    <a:pt x="10833" y="5795"/>
                    <a:pt x="10737" y="5956"/>
                    <a:pt x="10737" y="6181"/>
                  </a:cubicBezTo>
                  <a:cubicBezTo>
                    <a:pt x="10737" y="6342"/>
                    <a:pt x="10769" y="6535"/>
                    <a:pt x="10833" y="6792"/>
                  </a:cubicBezTo>
                  <a:cubicBezTo>
                    <a:pt x="10930" y="7177"/>
                    <a:pt x="11026" y="7660"/>
                    <a:pt x="11123" y="8110"/>
                  </a:cubicBezTo>
                  <a:cubicBezTo>
                    <a:pt x="11219" y="8560"/>
                    <a:pt x="11315" y="8978"/>
                    <a:pt x="11315" y="9170"/>
                  </a:cubicBezTo>
                  <a:cubicBezTo>
                    <a:pt x="11315" y="9235"/>
                    <a:pt x="11251" y="9363"/>
                    <a:pt x="11155" y="9492"/>
                  </a:cubicBezTo>
                  <a:cubicBezTo>
                    <a:pt x="10994" y="9685"/>
                    <a:pt x="10737" y="9878"/>
                    <a:pt x="10544" y="10006"/>
                  </a:cubicBezTo>
                  <a:cubicBezTo>
                    <a:pt x="10415" y="10103"/>
                    <a:pt x="10319" y="10135"/>
                    <a:pt x="10255" y="10199"/>
                  </a:cubicBezTo>
                  <a:lnTo>
                    <a:pt x="10158" y="10231"/>
                  </a:lnTo>
                  <a:lnTo>
                    <a:pt x="10126" y="10231"/>
                  </a:lnTo>
                  <a:cubicBezTo>
                    <a:pt x="10062" y="10295"/>
                    <a:pt x="10030" y="10360"/>
                    <a:pt x="9997" y="10424"/>
                  </a:cubicBezTo>
                  <a:cubicBezTo>
                    <a:pt x="9997" y="10424"/>
                    <a:pt x="9965" y="10649"/>
                    <a:pt x="9869" y="10970"/>
                  </a:cubicBezTo>
                  <a:cubicBezTo>
                    <a:pt x="9740" y="11453"/>
                    <a:pt x="9547" y="12192"/>
                    <a:pt x="9322" y="12835"/>
                  </a:cubicBezTo>
                  <a:cubicBezTo>
                    <a:pt x="9194" y="13156"/>
                    <a:pt x="9065" y="13446"/>
                    <a:pt x="8937" y="13638"/>
                  </a:cubicBezTo>
                  <a:cubicBezTo>
                    <a:pt x="8872" y="13767"/>
                    <a:pt x="8808" y="13831"/>
                    <a:pt x="8776" y="13896"/>
                  </a:cubicBezTo>
                  <a:cubicBezTo>
                    <a:pt x="8712" y="13960"/>
                    <a:pt x="8680" y="13992"/>
                    <a:pt x="8680" y="13992"/>
                  </a:cubicBezTo>
                  <a:lnTo>
                    <a:pt x="8519" y="13992"/>
                  </a:lnTo>
                  <a:cubicBezTo>
                    <a:pt x="8294" y="13992"/>
                    <a:pt x="7908" y="13928"/>
                    <a:pt x="7426" y="13767"/>
                  </a:cubicBezTo>
                  <a:cubicBezTo>
                    <a:pt x="6719" y="13574"/>
                    <a:pt x="5851" y="13253"/>
                    <a:pt x="5112" y="12996"/>
                  </a:cubicBezTo>
                  <a:cubicBezTo>
                    <a:pt x="4726" y="12835"/>
                    <a:pt x="4404" y="12706"/>
                    <a:pt x="4115" y="12610"/>
                  </a:cubicBezTo>
                  <a:cubicBezTo>
                    <a:pt x="3826" y="12513"/>
                    <a:pt x="3633" y="12417"/>
                    <a:pt x="3472" y="12385"/>
                  </a:cubicBezTo>
                  <a:cubicBezTo>
                    <a:pt x="3440" y="12385"/>
                    <a:pt x="3311" y="12256"/>
                    <a:pt x="3183" y="12063"/>
                  </a:cubicBezTo>
                  <a:cubicBezTo>
                    <a:pt x="3022" y="11742"/>
                    <a:pt x="2829" y="11292"/>
                    <a:pt x="2733" y="10906"/>
                  </a:cubicBezTo>
                  <a:cubicBezTo>
                    <a:pt x="2669" y="10713"/>
                    <a:pt x="2636" y="10553"/>
                    <a:pt x="2604" y="10424"/>
                  </a:cubicBezTo>
                  <a:cubicBezTo>
                    <a:pt x="2572" y="10328"/>
                    <a:pt x="2540" y="10231"/>
                    <a:pt x="2540" y="10231"/>
                  </a:cubicBezTo>
                  <a:cubicBezTo>
                    <a:pt x="2540" y="10167"/>
                    <a:pt x="2476" y="10103"/>
                    <a:pt x="2411" y="10070"/>
                  </a:cubicBezTo>
                  <a:lnTo>
                    <a:pt x="2347" y="10038"/>
                  </a:lnTo>
                  <a:cubicBezTo>
                    <a:pt x="2251" y="9974"/>
                    <a:pt x="1929" y="9781"/>
                    <a:pt x="1608" y="9556"/>
                  </a:cubicBezTo>
                  <a:cubicBezTo>
                    <a:pt x="1286" y="9299"/>
                    <a:pt x="965" y="8978"/>
                    <a:pt x="836" y="8688"/>
                  </a:cubicBezTo>
                  <a:cubicBezTo>
                    <a:pt x="708" y="8335"/>
                    <a:pt x="515" y="7820"/>
                    <a:pt x="515" y="7402"/>
                  </a:cubicBezTo>
                  <a:cubicBezTo>
                    <a:pt x="515" y="7177"/>
                    <a:pt x="579" y="6952"/>
                    <a:pt x="708" y="6856"/>
                  </a:cubicBezTo>
                  <a:cubicBezTo>
                    <a:pt x="804" y="6727"/>
                    <a:pt x="997" y="6631"/>
                    <a:pt x="1383" y="6599"/>
                  </a:cubicBezTo>
                  <a:cubicBezTo>
                    <a:pt x="1447" y="6599"/>
                    <a:pt x="1511" y="6631"/>
                    <a:pt x="1608" y="6631"/>
                  </a:cubicBezTo>
                  <a:cubicBezTo>
                    <a:pt x="2315" y="6695"/>
                    <a:pt x="2669" y="6952"/>
                    <a:pt x="2829" y="7242"/>
                  </a:cubicBezTo>
                  <a:cubicBezTo>
                    <a:pt x="3022" y="7499"/>
                    <a:pt x="3054" y="7788"/>
                    <a:pt x="3054" y="7949"/>
                  </a:cubicBezTo>
                  <a:lnTo>
                    <a:pt x="3054" y="8013"/>
                  </a:lnTo>
                  <a:lnTo>
                    <a:pt x="3086" y="8142"/>
                  </a:lnTo>
                  <a:cubicBezTo>
                    <a:pt x="3183" y="8399"/>
                    <a:pt x="3279" y="8592"/>
                    <a:pt x="3408" y="8720"/>
                  </a:cubicBezTo>
                  <a:cubicBezTo>
                    <a:pt x="3536" y="8849"/>
                    <a:pt x="3697" y="8945"/>
                    <a:pt x="3890" y="8945"/>
                  </a:cubicBezTo>
                  <a:cubicBezTo>
                    <a:pt x="4051" y="8945"/>
                    <a:pt x="4212" y="8881"/>
                    <a:pt x="4308" y="8785"/>
                  </a:cubicBezTo>
                  <a:cubicBezTo>
                    <a:pt x="4501" y="8656"/>
                    <a:pt x="4597" y="8463"/>
                    <a:pt x="4694" y="8303"/>
                  </a:cubicBezTo>
                  <a:cubicBezTo>
                    <a:pt x="4790" y="8110"/>
                    <a:pt x="4854" y="7949"/>
                    <a:pt x="4887" y="7820"/>
                  </a:cubicBezTo>
                  <a:cubicBezTo>
                    <a:pt x="4919" y="7692"/>
                    <a:pt x="4951" y="7499"/>
                    <a:pt x="4951" y="7274"/>
                  </a:cubicBezTo>
                  <a:cubicBezTo>
                    <a:pt x="4951" y="6952"/>
                    <a:pt x="4951" y="6535"/>
                    <a:pt x="4983" y="6181"/>
                  </a:cubicBezTo>
                  <a:cubicBezTo>
                    <a:pt x="4983" y="5988"/>
                    <a:pt x="4983" y="5827"/>
                    <a:pt x="5015" y="5699"/>
                  </a:cubicBezTo>
                  <a:cubicBezTo>
                    <a:pt x="5015" y="5570"/>
                    <a:pt x="5047" y="5474"/>
                    <a:pt x="5047" y="5442"/>
                  </a:cubicBezTo>
                  <a:lnTo>
                    <a:pt x="5079" y="5442"/>
                  </a:lnTo>
                  <a:cubicBezTo>
                    <a:pt x="5112" y="5409"/>
                    <a:pt x="5208" y="5377"/>
                    <a:pt x="5304" y="5345"/>
                  </a:cubicBezTo>
                  <a:cubicBezTo>
                    <a:pt x="5497" y="5281"/>
                    <a:pt x="5722" y="5217"/>
                    <a:pt x="5979" y="5088"/>
                  </a:cubicBezTo>
                  <a:cubicBezTo>
                    <a:pt x="6237" y="4959"/>
                    <a:pt x="6526" y="4767"/>
                    <a:pt x="6719" y="4445"/>
                  </a:cubicBezTo>
                  <a:cubicBezTo>
                    <a:pt x="6944" y="4156"/>
                    <a:pt x="6976" y="3770"/>
                    <a:pt x="6976" y="3417"/>
                  </a:cubicBezTo>
                  <a:cubicBezTo>
                    <a:pt x="6976" y="2862"/>
                    <a:pt x="6848" y="2275"/>
                    <a:pt x="6734" y="1876"/>
                  </a:cubicBezTo>
                  <a:lnTo>
                    <a:pt x="6734" y="1876"/>
                  </a:lnTo>
                  <a:cubicBezTo>
                    <a:pt x="7309" y="2019"/>
                    <a:pt x="8309" y="2227"/>
                    <a:pt x="9322" y="2227"/>
                  </a:cubicBezTo>
                  <a:cubicBezTo>
                    <a:pt x="10190" y="2227"/>
                    <a:pt x="10769" y="1713"/>
                    <a:pt x="11090" y="1263"/>
                  </a:cubicBezTo>
                  <a:cubicBezTo>
                    <a:pt x="11178" y="1140"/>
                    <a:pt x="11252" y="1017"/>
                    <a:pt x="11312" y="902"/>
                  </a:cubicBezTo>
                  <a:close/>
                  <a:moveTo>
                    <a:pt x="11316" y="1"/>
                  </a:moveTo>
                  <a:cubicBezTo>
                    <a:pt x="11296" y="1"/>
                    <a:pt x="11274" y="4"/>
                    <a:pt x="11251" y="9"/>
                  </a:cubicBezTo>
                  <a:cubicBezTo>
                    <a:pt x="11155" y="9"/>
                    <a:pt x="11058" y="106"/>
                    <a:pt x="11026" y="202"/>
                  </a:cubicBezTo>
                  <a:cubicBezTo>
                    <a:pt x="10994" y="266"/>
                    <a:pt x="10865" y="684"/>
                    <a:pt x="10608" y="1038"/>
                  </a:cubicBezTo>
                  <a:cubicBezTo>
                    <a:pt x="10319" y="1391"/>
                    <a:pt x="9933" y="1681"/>
                    <a:pt x="9322" y="1681"/>
                  </a:cubicBezTo>
                  <a:cubicBezTo>
                    <a:pt x="8583" y="1681"/>
                    <a:pt x="7876" y="1584"/>
                    <a:pt x="7297" y="1456"/>
                  </a:cubicBezTo>
                  <a:cubicBezTo>
                    <a:pt x="7040" y="1391"/>
                    <a:pt x="6815" y="1327"/>
                    <a:pt x="6654" y="1295"/>
                  </a:cubicBezTo>
                  <a:cubicBezTo>
                    <a:pt x="6558" y="1263"/>
                    <a:pt x="6494" y="1263"/>
                    <a:pt x="6462" y="1263"/>
                  </a:cubicBezTo>
                  <a:lnTo>
                    <a:pt x="6397" y="1231"/>
                  </a:lnTo>
                  <a:cubicBezTo>
                    <a:pt x="6371" y="1222"/>
                    <a:pt x="6346" y="1218"/>
                    <a:pt x="6320" y="1218"/>
                  </a:cubicBezTo>
                  <a:cubicBezTo>
                    <a:pt x="6252" y="1218"/>
                    <a:pt x="6187" y="1248"/>
                    <a:pt x="6140" y="1295"/>
                  </a:cubicBezTo>
                  <a:cubicBezTo>
                    <a:pt x="6044" y="1391"/>
                    <a:pt x="6044" y="1488"/>
                    <a:pt x="6076" y="1584"/>
                  </a:cubicBezTo>
                  <a:lnTo>
                    <a:pt x="6076" y="1616"/>
                  </a:lnTo>
                  <a:cubicBezTo>
                    <a:pt x="6172" y="1809"/>
                    <a:pt x="6462" y="2709"/>
                    <a:pt x="6462" y="3417"/>
                  </a:cubicBezTo>
                  <a:cubicBezTo>
                    <a:pt x="6462" y="3738"/>
                    <a:pt x="6397" y="3995"/>
                    <a:pt x="6301" y="4156"/>
                  </a:cubicBezTo>
                  <a:cubicBezTo>
                    <a:pt x="6044" y="4509"/>
                    <a:pt x="5754" y="4638"/>
                    <a:pt x="5433" y="4734"/>
                  </a:cubicBezTo>
                  <a:cubicBezTo>
                    <a:pt x="5272" y="4799"/>
                    <a:pt x="5144" y="4831"/>
                    <a:pt x="4983" y="4895"/>
                  </a:cubicBezTo>
                  <a:cubicBezTo>
                    <a:pt x="4919" y="4895"/>
                    <a:pt x="4854" y="4959"/>
                    <a:pt x="4758" y="4992"/>
                  </a:cubicBezTo>
                  <a:cubicBezTo>
                    <a:pt x="4694" y="5056"/>
                    <a:pt x="4629" y="5120"/>
                    <a:pt x="4565" y="5217"/>
                  </a:cubicBezTo>
                  <a:cubicBezTo>
                    <a:pt x="4533" y="5281"/>
                    <a:pt x="4533" y="5377"/>
                    <a:pt x="4501" y="5474"/>
                  </a:cubicBezTo>
                  <a:cubicBezTo>
                    <a:pt x="4437" y="5795"/>
                    <a:pt x="4437" y="6277"/>
                    <a:pt x="4404" y="6727"/>
                  </a:cubicBezTo>
                  <a:cubicBezTo>
                    <a:pt x="4404" y="6952"/>
                    <a:pt x="4404" y="7177"/>
                    <a:pt x="4404" y="7338"/>
                  </a:cubicBezTo>
                  <a:cubicBezTo>
                    <a:pt x="4404" y="7531"/>
                    <a:pt x="4372" y="7660"/>
                    <a:pt x="4372" y="7692"/>
                  </a:cubicBezTo>
                  <a:cubicBezTo>
                    <a:pt x="4340" y="7788"/>
                    <a:pt x="4276" y="8013"/>
                    <a:pt x="4147" y="8174"/>
                  </a:cubicBezTo>
                  <a:cubicBezTo>
                    <a:pt x="4083" y="8270"/>
                    <a:pt x="4051" y="8335"/>
                    <a:pt x="3987" y="8367"/>
                  </a:cubicBezTo>
                  <a:cubicBezTo>
                    <a:pt x="3922" y="8399"/>
                    <a:pt x="3890" y="8431"/>
                    <a:pt x="3890" y="8431"/>
                  </a:cubicBezTo>
                  <a:cubicBezTo>
                    <a:pt x="3890" y="8399"/>
                    <a:pt x="3858" y="8431"/>
                    <a:pt x="3794" y="8367"/>
                  </a:cubicBezTo>
                  <a:cubicBezTo>
                    <a:pt x="3737" y="8310"/>
                    <a:pt x="3680" y="8203"/>
                    <a:pt x="3601" y="8023"/>
                  </a:cubicBezTo>
                  <a:lnTo>
                    <a:pt x="3601" y="8023"/>
                  </a:lnTo>
                  <a:cubicBezTo>
                    <a:pt x="3601" y="8001"/>
                    <a:pt x="3601" y="7975"/>
                    <a:pt x="3601" y="7949"/>
                  </a:cubicBezTo>
                  <a:cubicBezTo>
                    <a:pt x="3601" y="7724"/>
                    <a:pt x="3569" y="7306"/>
                    <a:pt x="3279" y="6920"/>
                  </a:cubicBezTo>
                  <a:cubicBezTo>
                    <a:pt x="3022" y="6535"/>
                    <a:pt x="2508" y="6181"/>
                    <a:pt x="1672" y="6085"/>
                  </a:cubicBezTo>
                  <a:lnTo>
                    <a:pt x="1383" y="6085"/>
                  </a:lnTo>
                  <a:cubicBezTo>
                    <a:pt x="901" y="6085"/>
                    <a:pt x="515" y="6213"/>
                    <a:pt x="290" y="6502"/>
                  </a:cubicBezTo>
                  <a:cubicBezTo>
                    <a:pt x="65" y="6760"/>
                    <a:pt x="1" y="7081"/>
                    <a:pt x="1" y="7402"/>
                  </a:cubicBezTo>
                  <a:cubicBezTo>
                    <a:pt x="1" y="7949"/>
                    <a:pt x="193" y="8528"/>
                    <a:pt x="354" y="8913"/>
                  </a:cubicBezTo>
                  <a:cubicBezTo>
                    <a:pt x="579" y="9395"/>
                    <a:pt x="1029" y="9813"/>
                    <a:pt x="1415" y="10070"/>
                  </a:cubicBezTo>
                  <a:cubicBezTo>
                    <a:pt x="1693" y="10263"/>
                    <a:pt x="1928" y="10398"/>
                    <a:pt x="2055" y="10477"/>
                  </a:cubicBezTo>
                  <a:lnTo>
                    <a:pt x="2055" y="10477"/>
                  </a:lnTo>
                  <a:cubicBezTo>
                    <a:pt x="2103" y="10668"/>
                    <a:pt x="2208" y="11068"/>
                    <a:pt x="2347" y="11485"/>
                  </a:cubicBezTo>
                  <a:cubicBezTo>
                    <a:pt x="2444" y="11774"/>
                    <a:pt x="2572" y="12096"/>
                    <a:pt x="2733" y="12321"/>
                  </a:cubicBezTo>
                  <a:cubicBezTo>
                    <a:pt x="2894" y="12578"/>
                    <a:pt x="3054" y="12803"/>
                    <a:pt x="3344" y="12899"/>
                  </a:cubicBezTo>
                  <a:cubicBezTo>
                    <a:pt x="3472" y="12931"/>
                    <a:pt x="3794" y="13060"/>
                    <a:pt x="4212" y="13221"/>
                  </a:cubicBezTo>
                  <a:cubicBezTo>
                    <a:pt x="4854" y="13446"/>
                    <a:pt x="5690" y="13799"/>
                    <a:pt x="6494" y="14056"/>
                  </a:cubicBezTo>
                  <a:cubicBezTo>
                    <a:pt x="6912" y="14185"/>
                    <a:pt x="7297" y="14314"/>
                    <a:pt x="7651" y="14378"/>
                  </a:cubicBezTo>
                  <a:cubicBezTo>
                    <a:pt x="7972" y="14474"/>
                    <a:pt x="8294" y="14539"/>
                    <a:pt x="8519" y="14539"/>
                  </a:cubicBezTo>
                  <a:cubicBezTo>
                    <a:pt x="8647" y="14539"/>
                    <a:pt x="8744" y="14539"/>
                    <a:pt x="8840" y="14474"/>
                  </a:cubicBezTo>
                  <a:cubicBezTo>
                    <a:pt x="9033" y="14410"/>
                    <a:pt x="9130" y="14314"/>
                    <a:pt x="9258" y="14153"/>
                  </a:cubicBezTo>
                  <a:cubicBezTo>
                    <a:pt x="9451" y="13896"/>
                    <a:pt x="9612" y="13574"/>
                    <a:pt x="9740" y="13188"/>
                  </a:cubicBezTo>
                  <a:cubicBezTo>
                    <a:pt x="10117" y="12220"/>
                    <a:pt x="10404" y="11026"/>
                    <a:pt x="10487" y="10663"/>
                  </a:cubicBezTo>
                  <a:lnTo>
                    <a:pt x="10487" y="10663"/>
                  </a:lnTo>
                  <a:cubicBezTo>
                    <a:pt x="10618" y="10596"/>
                    <a:pt x="10854" y="10467"/>
                    <a:pt x="11090" y="10295"/>
                  </a:cubicBezTo>
                  <a:cubicBezTo>
                    <a:pt x="11251" y="10167"/>
                    <a:pt x="11444" y="10006"/>
                    <a:pt x="11573" y="9813"/>
                  </a:cubicBezTo>
                  <a:cubicBezTo>
                    <a:pt x="11733" y="9653"/>
                    <a:pt x="11830" y="9428"/>
                    <a:pt x="11830" y="9170"/>
                  </a:cubicBezTo>
                  <a:cubicBezTo>
                    <a:pt x="11830" y="8978"/>
                    <a:pt x="11798" y="8720"/>
                    <a:pt x="11733" y="8431"/>
                  </a:cubicBezTo>
                  <a:cubicBezTo>
                    <a:pt x="11669" y="8013"/>
                    <a:pt x="11540" y="7531"/>
                    <a:pt x="11444" y="7081"/>
                  </a:cubicBezTo>
                  <a:cubicBezTo>
                    <a:pt x="11412" y="6888"/>
                    <a:pt x="11348" y="6695"/>
                    <a:pt x="11315" y="6502"/>
                  </a:cubicBezTo>
                  <a:cubicBezTo>
                    <a:pt x="11283" y="6342"/>
                    <a:pt x="11283" y="6213"/>
                    <a:pt x="11283" y="6181"/>
                  </a:cubicBezTo>
                  <a:cubicBezTo>
                    <a:pt x="11283" y="6149"/>
                    <a:pt x="11315" y="5988"/>
                    <a:pt x="11412" y="5795"/>
                  </a:cubicBezTo>
                  <a:cubicBezTo>
                    <a:pt x="11540" y="5506"/>
                    <a:pt x="11798" y="5120"/>
                    <a:pt x="11990" y="4702"/>
                  </a:cubicBezTo>
                  <a:cubicBezTo>
                    <a:pt x="12215" y="4284"/>
                    <a:pt x="12408" y="3834"/>
                    <a:pt x="12505" y="3417"/>
                  </a:cubicBezTo>
                  <a:cubicBezTo>
                    <a:pt x="12505" y="3320"/>
                    <a:pt x="12505" y="3224"/>
                    <a:pt x="12505" y="3095"/>
                  </a:cubicBezTo>
                  <a:cubicBezTo>
                    <a:pt x="12505" y="2484"/>
                    <a:pt x="12248" y="1777"/>
                    <a:pt x="12023" y="1166"/>
                  </a:cubicBezTo>
                  <a:cubicBezTo>
                    <a:pt x="11765" y="588"/>
                    <a:pt x="11540" y="138"/>
                    <a:pt x="11540" y="138"/>
                  </a:cubicBezTo>
                  <a:cubicBezTo>
                    <a:pt x="11488" y="58"/>
                    <a:pt x="11413" y="1"/>
                    <a:pt x="11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4377;p64">
              <a:extLst>
                <a:ext uri="{FF2B5EF4-FFF2-40B4-BE49-F238E27FC236}">
                  <a16:creationId xmlns:a16="http://schemas.microsoft.com/office/drawing/2014/main" id="{F4B5680A-79F9-E750-51D9-2944E688B8F0}"/>
                </a:ext>
              </a:extLst>
            </p:cNvPr>
            <p:cNvSpPr/>
            <p:nvPr/>
          </p:nvSpPr>
          <p:spPr>
            <a:xfrm>
              <a:off x="2962975" y="1971500"/>
              <a:ext cx="295750" cy="594125"/>
            </a:xfrm>
            <a:custGeom>
              <a:avLst/>
              <a:gdLst/>
              <a:ahLst/>
              <a:cxnLst/>
              <a:rect l="l" t="t" r="r" b="b"/>
              <a:pathLst>
                <a:path w="11830" h="23765" extrusionOk="0">
                  <a:moveTo>
                    <a:pt x="2925" y="1"/>
                  </a:moveTo>
                  <a:lnTo>
                    <a:pt x="0" y="3472"/>
                  </a:lnTo>
                  <a:cubicBezTo>
                    <a:pt x="0" y="3472"/>
                    <a:pt x="482" y="7233"/>
                    <a:pt x="1415" y="8712"/>
                  </a:cubicBezTo>
                  <a:cubicBezTo>
                    <a:pt x="2347" y="10223"/>
                    <a:pt x="6301" y="16041"/>
                    <a:pt x="6301" y="16041"/>
                  </a:cubicBezTo>
                  <a:cubicBezTo>
                    <a:pt x="6301" y="16041"/>
                    <a:pt x="6011" y="18002"/>
                    <a:pt x="6301" y="18580"/>
                  </a:cubicBezTo>
                  <a:cubicBezTo>
                    <a:pt x="6558" y="19127"/>
                    <a:pt x="7683" y="21859"/>
                    <a:pt x="7683" y="22213"/>
                  </a:cubicBezTo>
                  <a:cubicBezTo>
                    <a:pt x="7683" y="22441"/>
                    <a:pt x="7954" y="22636"/>
                    <a:pt x="8195" y="22636"/>
                  </a:cubicBezTo>
                  <a:cubicBezTo>
                    <a:pt x="8360" y="22636"/>
                    <a:pt x="8511" y="22544"/>
                    <a:pt x="8551" y="22309"/>
                  </a:cubicBezTo>
                  <a:cubicBezTo>
                    <a:pt x="8647" y="21763"/>
                    <a:pt x="8647" y="20991"/>
                    <a:pt x="8647" y="20991"/>
                  </a:cubicBezTo>
                  <a:lnTo>
                    <a:pt x="10222" y="23434"/>
                  </a:lnTo>
                  <a:cubicBezTo>
                    <a:pt x="10222" y="23434"/>
                    <a:pt x="10632" y="23765"/>
                    <a:pt x="10977" y="23765"/>
                  </a:cubicBezTo>
                  <a:cubicBezTo>
                    <a:pt x="11125" y="23765"/>
                    <a:pt x="11261" y="23704"/>
                    <a:pt x="11347" y="23530"/>
                  </a:cubicBezTo>
                  <a:cubicBezTo>
                    <a:pt x="11637" y="22984"/>
                    <a:pt x="11444" y="19962"/>
                    <a:pt x="11637" y="18741"/>
                  </a:cubicBezTo>
                  <a:cubicBezTo>
                    <a:pt x="11829" y="17552"/>
                    <a:pt x="10897" y="15848"/>
                    <a:pt x="10126" y="15109"/>
                  </a:cubicBezTo>
                  <a:cubicBezTo>
                    <a:pt x="9386" y="14337"/>
                    <a:pt x="8454" y="13051"/>
                    <a:pt x="8165" y="12762"/>
                  </a:cubicBezTo>
                  <a:cubicBezTo>
                    <a:pt x="7876" y="12473"/>
                    <a:pt x="6654" y="8069"/>
                    <a:pt x="6108" y="5080"/>
                  </a:cubicBezTo>
                  <a:cubicBezTo>
                    <a:pt x="5529" y="2058"/>
                    <a:pt x="4051" y="194"/>
                    <a:pt x="29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4378;p64">
              <a:extLst>
                <a:ext uri="{FF2B5EF4-FFF2-40B4-BE49-F238E27FC236}">
                  <a16:creationId xmlns:a16="http://schemas.microsoft.com/office/drawing/2014/main" id="{7351CAFB-C7A9-70DF-C397-A19A03A9EB1D}"/>
                </a:ext>
              </a:extLst>
            </p:cNvPr>
            <p:cNvSpPr/>
            <p:nvPr/>
          </p:nvSpPr>
          <p:spPr>
            <a:xfrm>
              <a:off x="2955750" y="1964925"/>
              <a:ext cx="305375" cy="607700"/>
            </a:xfrm>
            <a:custGeom>
              <a:avLst/>
              <a:gdLst/>
              <a:ahLst/>
              <a:cxnLst/>
              <a:rect l="l" t="t" r="r" b="b"/>
              <a:pathLst>
                <a:path w="12215" h="24308" extrusionOk="0">
                  <a:moveTo>
                    <a:pt x="3186" y="0"/>
                  </a:moveTo>
                  <a:cubicBezTo>
                    <a:pt x="3054" y="0"/>
                    <a:pt x="2953" y="92"/>
                    <a:pt x="2925" y="232"/>
                  </a:cubicBezTo>
                  <a:cubicBezTo>
                    <a:pt x="2925" y="360"/>
                    <a:pt x="3022" y="521"/>
                    <a:pt x="3150" y="521"/>
                  </a:cubicBezTo>
                  <a:cubicBezTo>
                    <a:pt x="3600" y="585"/>
                    <a:pt x="4211" y="1067"/>
                    <a:pt x="4790" y="1903"/>
                  </a:cubicBezTo>
                  <a:cubicBezTo>
                    <a:pt x="5336" y="2739"/>
                    <a:pt x="5850" y="3896"/>
                    <a:pt x="6140" y="5375"/>
                  </a:cubicBezTo>
                  <a:cubicBezTo>
                    <a:pt x="6397" y="6885"/>
                    <a:pt x="6847" y="8750"/>
                    <a:pt x="7265" y="10261"/>
                  </a:cubicBezTo>
                  <a:cubicBezTo>
                    <a:pt x="7490" y="11032"/>
                    <a:pt x="7683" y="11707"/>
                    <a:pt x="7843" y="12189"/>
                  </a:cubicBezTo>
                  <a:cubicBezTo>
                    <a:pt x="7908" y="12446"/>
                    <a:pt x="8004" y="12671"/>
                    <a:pt x="8068" y="12832"/>
                  </a:cubicBezTo>
                  <a:cubicBezTo>
                    <a:pt x="8100" y="12896"/>
                    <a:pt x="8133" y="12993"/>
                    <a:pt x="8165" y="13025"/>
                  </a:cubicBezTo>
                  <a:cubicBezTo>
                    <a:pt x="8197" y="13089"/>
                    <a:pt x="8197" y="13154"/>
                    <a:pt x="8261" y="13218"/>
                  </a:cubicBezTo>
                  <a:cubicBezTo>
                    <a:pt x="8325" y="13250"/>
                    <a:pt x="8422" y="13379"/>
                    <a:pt x="8550" y="13572"/>
                  </a:cubicBezTo>
                  <a:cubicBezTo>
                    <a:pt x="8968" y="14086"/>
                    <a:pt x="9643" y="14954"/>
                    <a:pt x="10222" y="15564"/>
                  </a:cubicBezTo>
                  <a:cubicBezTo>
                    <a:pt x="10543" y="15854"/>
                    <a:pt x="10929" y="16400"/>
                    <a:pt x="11186" y="16947"/>
                  </a:cubicBezTo>
                  <a:cubicBezTo>
                    <a:pt x="11476" y="17525"/>
                    <a:pt x="11668" y="18168"/>
                    <a:pt x="11668" y="18682"/>
                  </a:cubicBezTo>
                  <a:cubicBezTo>
                    <a:pt x="11668" y="18779"/>
                    <a:pt x="11668" y="18875"/>
                    <a:pt x="11668" y="18972"/>
                  </a:cubicBezTo>
                  <a:cubicBezTo>
                    <a:pt x="11572" y="19615"/>
                    <a:pt x="11572" y="20675"/>
                    <a:pt x="11540" y="21640"/>
                  </a:cubicBezTo>
                  <a:cubicBezTo>
                    <a:pt x="11540" y="22122"/>
                    <a:pt x="11540" y="22604"/>
                    <a:pt x="11508" y="22958"/>
                  </a:cubicBezTo>
                  <a:cubicBezTo>
                    <a:pt x="11508" y="23151"/>
                    <a:pt x="11476" y="23311"/>
                    <a:pt x="11476" y="23440"/>
                  </a:cubicBezTo>
                  <a:cubicBezTo>
                    <a:pt x="11443" y="23568"/>
                    <a:pt x="11411" y="23665"/>
                    <a:pt x="11411" y="23665"/>
                  </a:cubicBezTo>
                  <a:lnTo>
                    <a:pt x="11347" y="23729"/>
                  </a:lnTo>
                  <a:lnTo>
                    <a:pt x="11283" y="23761"/>
                  </a:lnTo>
                  <a:cubicBezTo>
                    <a:pt x="11186" y="23761"/>
                    <a:pt x="11026" y="23697"/>
                    <a:pt x="10897" y="23633"/>
                  </a:cubicBezTo>
                  <a:cubicBezTo>
                    <a:pt x="10833" y="23601"/>
                    <a:pt x="10768" y="23568"/>
                    <a:pt x="10736" y="23536"/>
                  </a:cubicBezTo>
                  <a:lnTo>
                    <a:pt x="10704" y="23504"/>
                  </a:lnTo>
                  <a:lnTo>
                    <a:pt x="10695" y="23504"/>
                  </a:lnTo>
                  <a:lnTo>
                    <a:pt x="9161" y="21125"/>
                  </a:lnTo>
                  <a:cubicBezTo>
                    <a:pt x="9108" y="21046"/>
                    <a:pt x="9012" y="20989"/>
                    <a:pt x="8908" y="20989"/>
                  </a:cubicBezTo>
                  <a:cubicBezTo>
                    <a:pt x="8885" y="20989"/>
                    <a:pt x="8863" y="20991"/>
                    <a:pt x="8840" y="20997"/>
                  </a:cubicBezTo>
                  <a:cubicBezTo>
                    <a:pt x="8743" y="21061"/>
                    <a:pt x="8647" y="21158"/>
                    <a:pt x="8647" y="21254"/>
                  </a:cubicBezTo>
                  <a:cubicBezTo>
                    <a:pt x="8647" y="21254"/>
                    <a:pt x="8647" y="21447"/>
                    <a:pt x="8647" y="21704"/>
                  </a:cubicBezTo>
                  <a:cubicBezTo>
                    <a:pt x="8647" y="21961"/>
                    <a:pt x="8615" y="22283"/>
                    <a:pt x="8550" y="22540"/>
                  </a:cubicBezTo>
                  <a:cubicBezTo>
                    <a:pt x="8550" y="22604"/>
                    <a:pt x="8550" y="22604"/>
                    <a:pt x="8518" y="22604"/>
                  </a:cubicBezTo>
                  <a:lnTo>
                    <a:pt x="8486" y="22636"/>
                  </a:lnTo>
                  <a:cubicBezTo>
                    <a:pt x="8422" y="22636"/>
                    <a:pt x="8358" y="22604"/>
                    <a:pt x="8325" y="22572"/>
                  </a:cubicBezTo>
                  <a:lnTo>
                    <a:pt x="8261" y="22508"/>
                  </a:lnTo>
                  <a:lnTo>
                    <a:pt x="8261" y="22476"/>
                  </a:lnTo>
                  <a:cubicBezTo>
                    <a:pt x="8261" y="22379"/>
                    <a:pt x="8229" y="22283"/>
                    <a:pt x="8197" y="22186"/>
                  </a:cubicBezTo>
                  <a:cubicBezTo>
                    <a:pt x="7972" y="21350"/>
                    <a:pt x="7072" y="19229"/>
                    <a:pt x="6815" y="18715"/>
                  </a:cubicBezTo>
                  <a:cubicBezTo>
                    <a:pt x="6782" y="18650"/>
                    <a:pt x="6750" y="18554"/>
                    <a:pt x="6750" y="18425"/>
                  </a:cubicBezTo>
                  <a:cubicBezTo>
                    <a:pt x="6718" y="18265"/>
                    <a:pt x="6718" y="18104"/>
                    <a:pt x="6718" y="17911"/>
                  </a:cubicBezTo>
                  <a:cubicBezTo>
                    <a:pt x="6718" y="17557"/>
                    <a:pt x="6750" y="17172"/>
                    <a:pt x="6782" y="16850"/>
                  </a:cubicBezTo>
                  <a:cubicBezTo>
                    <a:pt x="6782" y="16690"/>
                    <a:pt x="6815" y="16561"/>
                    <a:pt x="6815" y="16497"/>
                  </a:cubicBezTo>
                  <a:cubicBezTo>
                    <a:pt x="6847" y="16400"/>
                    <a:pt x="6847" y="16336"/>
                    <a:pt x="6847" y="16336"/>
                  </a:cubicBezTo>
                  <a:cubicBezTo>
                    <a:pt x="6847" y="16272"/>
                    <a:pt x="6847" y="16207"/>
                    <a:pt x="6815" y="16143"/>
                  </a:cubicBezTo>
                  <a:cubicBezTo>
                    <a:pt x="6815" y="16143"/>
                    <a:pt x="6557" y="15789"/>
                    <a:pt x="6172" y="15211"/>
                  </a:cubicBezTo>
                  <a:cubicBezTo>
                    <a:pt x="5015" y="13507"/>
                    <a:pt x="2636" y="9971"/>
                    <a:pt x="1929" y="8846"/>
                  </a:cubicBezTo>
                  <a:cubicBezTo>
                    <a:pt x="1511" y="8171"/>
                    <a:pt x="1125" y="6853"/>
                    <a:pt x="900" y="5728"/>
                  </a:cubicBezTo>
                  <a:cubicBezTo>
                    <a:pt x="804" y="5182"/>
                    <a:pt x="707" y="4667"/>
                    <a:pt x="643" y="4314"/>
                  </a:cubicBezTo>
                  <a:cubicBezTo>
                    <a:pt x="579" y="3928"/>
                    <a:pt x="546" y="3703"/>
                    <a:pt x="546" y="3703"/>
                  </a:cubicBezTo>
                  <a:cubicBezTo>
                    <a:pt x="546" y="3563"/>
                    <a:pt x="449" y="3472"/>
                    <a:pt x="318" y="3472"/>
                  </a:cubicBezTo>
                  <a:cubicBezTo>
                    <a:pt x="298" y="3472"/>
                    <a:pt x="278" y="3474"/>
                    <a:pt x="257" y="3478"/>
                  </a:cubicBezTo>
                  <a:cubicBezTo>
                    <a:pt x="129" y="3478"/>
                    <a:pt x="0" y="3607"/>
                    <a:pt x="32" y="3767"/>
                  </a:cubicBezTo>
                  <a:cubicBezTo>
                    <a:pt x="32" y="3767"/>
                    <a:pt x="161" y="4732"/>
                    <a:pt x="386" y="5857"/>
                  </a:cubicBezTo>
                  <a:cubicBezTo>
                    <a:pt x="611" y="6982"/>
                    <a:pt x="964" y="8300"/>
                    <a:pt x="1479" y="9136"/>
                  </a:cubicBezTo>
                  <a:cubicBezTo>
                    <a:pt x="2335" y="10523"/>
                    <a:pt x="5741" y="15518"/>
                    <a:pt x="6290" y="16348"/>
                  </a:cubicBezTo>
                  <a:lnTo>
                    <a:pt x="6290" y="16348"/>
                  </a:lnTo>
                  <a:cubicBezTo>
                    <a:pt x="6259" y="16575"/>
                    <a:pt x="6172" y="17276"/>
                    <a:pt x="6172" y="17911"/>
                  </a:cubicBezTo>
                  <a:cubicBezTo>
                    <a:pt x="6172" y="18104"/>
                    <a:pt x="6204" y="18297"/>
                    <a:pt x="6204" y="18490"/>
                  </a:cubicBezTo>
                  <a:cubicBezTo>
                    <a:pt x="6236" y="18650"/>
                    <a:pt x="6268" y="18811"/>
                    <a:pt x="6332" y="18940"/>
                  </a:cubicBezTo>
                  <a:cubicBezTo>
                    <a:pt x="6461" y="19229"/>
                    <a:pt x="6815" y="20033"/>
                    <a:pt x="7136" y="20836"/>
                  </a:cubicBezTo>
                  <a:cubicBezTo>
                    <a:pt x="7297" y="21222"/>
                    <a:pt x="7458" y="21608"/>
                    <a:pt x="7554" y="21929"/>
                  </a:cubicBezTo>
                  <a:cubicBezTo>
                    <a:pt x="7618" y="22090"/>
                    <a:pt x="7650" y="22218"/>
                    <a:pt x="7683" y="22315"/>
                  </a:cubicBezTo>
                  <a:cubicBezTo>
                    <a:pt x="7683" y="22379"/>
                    <a:pt x="7715" y="22411"/>
                    <a:pt x="7715" y="22443"/>
                  </a:cubicBezTo>
                  <a:lnTo>
                    <a:pt x="7715" y="22476"/>
                  </a:lnTo>
                  <a:cubicBezTo>
                    <a:pt x="7715" y="22701"/>
                    <a:pt x="7843" y="22861"/>
                    <a:pt x="7972" y="22990"/>
                  </a:cubicBezTo>
                  <a:cubicBezTo>
                    <a:pt x="8133" y="23086"/>
                    <a:pt x="8293" y="23151"/>
                    <a:pt x="8486" y="23183"/>
                  </a:cubicBezTo>
                  <a:cubicBezTo>
                    <a:pt x="8615" y="23183"/>
                    <a:pt x="8743" y="23118"/>
                    <a:pt x="8872" y="23022"/>
                  </a:cubicBezTo>
                  <a:cubicBezTo>
                    <a:pt x="9000" y="22926"/>
                    <a:pt x="9065" y="22797"/>
                    <a:pt x="9097" y="22636"/>
                  </a:cubicBezTo>
                  <a:cubicBezTo>
                    <a:pt x="9124" y="22464"/>
                    <a:pt x="9144" y="22281"/>
                    <a:pt x="9158" y="22107"/>
                  </a:cubicBezTo>
                  <a:lnTo>
                    <a:pt x="9158" y="22107"/>
                  </a:lnTo>
                  <a:lnTo>
                    <a:pt x="10286" y="23858"/>
                  </a:lnTo>
                  <a:lnTo>
                    <a:pt x="10351" y="23922"/>
                  </a:lnTo>
                  <a:cubicBezTo>
                    <a:pt x="10351" y="23922"/>
                    <a:pt x="10479" y="24018"/>
                    <a:pt x="10640" y="24115"/>
                  </a:cubicBezTo>
                  <a:cubicBezTo>
                    <a:pt x="10801" y="24179"/>
                    <a:pt x="11026" y="24308"/>
                    <a:pt x="11283" y="24308"/>
                  </a:cubicBezTo>
                  <a:cubicBezTo>
                    <a:pt x="11379" y="24308"/>
                    <a:pt x="11508" y="24276"/>
                    <a:pt x="11604" y="24211"/>
                  </a:cubicBezTo>
                  <a:cubicBezTo>
                    <a:pt x="11733" y="24147"/>
                    <a:pt x="11829" y="24051"/>
                    <a:pt x="11893" y="23922"/>
                  </a:cubicBezTo>
                  <a:cubicBezTo>
                    <a:pt x="11926" y="23793"/>
                    <a:pt x="11958" y="23665"/>
                    <a:pt x="11990" y="23536"/>
                  </a:cubicBezTo>
                  <a:cubicBezTo>
                    <a:pt x="12086" y="22990"/>
                    <a:pt x="12086" y="22154"/>
                    <a:pt x="12086" y="21286"/>
                  </a:cubicBezTo>
                  <a:cubicBezTo>
                    <a:pt x="12086" y="20418"/>
                    <a:pt x="12118" y="19550"/>
                    <a:pt x="12183" y="19068"/>
                  </a:cubicBezTo>
                  <a:cubicBezTo>
                    <a:pt x="12215" y="18940"/>
                    <a:pt x="12215" y="18811"/>
                    <a:pt x="12215" y="18682"/>
                  </a:cubicBezTo>
                  <a:cubicBezTo>
                    <a:pt x="12215" y="18040"/>
                    <a:pt x="11990" y="17332"/>
                    <a:pt x="11668" y="16722"/>
                  </a:cubicBezTo>
                  <a:cubicBezTo>
                    <a:pt x="11379" y="16111"/>
                    <a:pt x="10993" y="15532"/>
                    <a:pt x="10608" y="15179"/>
                  </a:cubicBezTo>
                  <a:cubicBezTo>
                    <a:pt x="10254" y="14825"/>
                    <a:pt x="9836" y="14311"/>
                    <a:pt x="9483" y="13861"/>
                  </a:cubicBezTo>
                  <a:cubicBezTo>
                    <a:pt x="9290" y="13636"/>
                    <a:pt x="9129" y="13411"/>
                    <a:pt x="8968" y="13218"/>
                  </a:cubicBezTo>
                  <a:cubicBezTo>
                    <a:pt x="8840" y="13057"/>
                    <a:pt x="8743" y="12929"/>
                    <a:pt x="8647" y="12832"/>
                  </a:cubicBezTo>
                  <a:cubicBezTo>
                    <a:pt x="8615" y="12768"/>
                    <a:pt x="8550" y="12639"/>
                    <a:pt x="8486" y="12479"/>
                  </a:cubicBezTo>
                  <a:cubicBezTo>
                    <a:pt x="8036" y="11257"/>
                    <a:pt x="7104" y="7753"/>
                    <a:pt x="6654" y="5278"/>
                  </a:cubicBezTo>
                  <a:cubicBezTo>
                    <a:pt x="6365" y="3735"/>
                    <a:pt x="5850" y="2482"/>
                    <a:pt x="5240" y="1582"/>
                  </a:cubicBezTo>
                  <a:cubicBezTo>
                    <a:pt x="4629" y="682"/>
                    <a:pt x="3922" y="135"/>
                    <a:pt x="3247" y="7"/>
                  </a:cubicBezTo>
                  <a:cubicBezTo>
                    <a:pt x="3226" y="2"/>
                    <a:pt x="3206" y="0"/>
                    <a:pt x="3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4379;p64">
              <a:extLst>
                <a:ext uri="{FF2B5EF4-FFF2-40B4-BE49-F238E27FC236}">
                  <a16:creationId xmlns:a16="http://schemas.microsoft.com/office/drawing/2014/main" id="{30FD7815-1DE7-DA5A-87F2-78F1EEE670CF}"/>
                </a:ext>
              </a:extLst>
            </p:cNvPr>
            <p:cNvSpPr/>
            <p:nvPr/>
          </p:nvSpPr>
          <p:spPr>
            <a:xfrm>
              <a:off x="3105200" y="2303400"/>
              <a:ext cx="153525" cy="262225"/>
            </a:xfrm>
            <a:custGeom>
              <a:avLst/>
              <a:gdLst/>
              <a:ahLst/>
              <a:cxnLst/>
              <a:rect l="l" t="t" r="r" b="b"/>
              <a:pathLst>
                <a:path w="6141" h="10489" extrusionOk="0">
                  <a:moveTo>
                    <a:pt x="2926" y="0"/>
                  </a:moveTo>
                  <a:cubicBezTo>
                    <a:pt x="1512" y="386"/>
                    <a:pt x="515" y="1286"/>
                    <a:pt x="1" y="1865"/>
                  </a:cubicBezTo>
                  <a:cubicBezTo>
                    <a:pt x="354" y="2411"/>
                    <a:pt x="612" y="2765"/>
                    <a:pt x="612" y="2765"/>
                  </a:cubicBezTo>
                  <a:cubicBezTo>
                    <a:pt x="612" y="2765"/>
                    <a:pt x="322" y="4726"/>
                    <a:pt x="612" y="5304"/>
                  </a:cubicBezTo>
                  <a:cubicBezTo>
                    <a:pt x="869" y="5851"/>
                    <a:pt x="1994" y="8583"/>
                    <a:pt x="1994" y="8937"/>
                  </a:cubicBezTo>
                  <a:cubicBezTo>
                    <a:pt x="1994" y="9165"/>
                    <a:pt x="2265" y="9360"/>
                    <a:pt x="2506" y="9360"/>
                  </a:cubicBezTo>
                  <a:cubicBezTo>
                    <a:pt x="2671" y="9360"/>
                    <a:pt x="2822" y="9268"/>
                    <a:pt x="2862" y="9033"/>
                  </a:cubicBezTo>
                  <a:cubicBezTo>
                    <a:pt x="2958" y="8487"/>
                    <a:pt x="2958" y="7715"/>
                    <a:pt x="2958" y="7715"/>
                  </a:cubicBezTo>
                  <a:lnTo>
                    <a:pt x="4533" y="10158"/>
                  </a:lnTo>
                  <a:cubicBezTo>
                    <a:pt x="4533" y="10158"/>
                    <a:pt x="4943" y="10489"/>
                    <a:pt x="5288" y="10489"/>
                  </a:cubicBezTo>
                  <a:cubicBezTo>
                    <a:pt x="5436" y="10489"/>
                    <a:pt x="5572" y="10428"/>
                    <a:pt x="5658" y="10254"/>
                  </a:cubicBezTo>
                  <a:cubicBezTo>
                    <a:pt x="5948" y="9708"/>
                    <a:pt x="5755" y="6686"/>
                    <a:pt x="5948" y="5465"/>
                  </a:cubicBezTo>
                  <a:cubicBezTo>
                    <a:pt x="6140" y="4276"/>
                    <a:pt x="5208" y="2572"/>
                    <a:pt x="4437" y="1833"/>
                  </a:cubicBezTo>
                  <a:cubicBezTo>
                    <a:pt x="3922" y="1318"/>
                    <a:pt x="3344" y="547"/>
                    <a:pt x="2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4380;p64">
              <a:extLst>
                <a:ext uri="{FF2B5EF4-FFF2-40B4-BE49-F238E27FC236}">
                  <a16:creationId xmlns:a16="http://schemas.microsoft.com/office/drawing/2014/main" id="{CD2BCBB7-A268-12ED-42EE-133BEDFFA0AB}"/>
                </a:ext>
              </a:extLst>
            </p:cNvPr>
            <p:cNvSpPr/>
            <p:nvPr/>
          </p:nvSpPr>
          <p:spPr>
            <a:xfrm>
              <a:off x="3097975" y="2296750"/>
              <a:ext cx="163150" cy="275875"/>
            </a:xfrm>
            <a:custGeom>
              <a:avLst/>
              <a:gdLst/>
              <a:ahLst/>
              <a:cxnLst/>
              <a:rect l="l" t="t" r="r" b="b"/>
              <a:pathLst>
                <a:path w="6526" h="11035" extrusionOk="0">
                  <a:moveTo>
                    <a:pt x="3086" y="578"/>
                  </a:moveTo>
                  <a:cubicBezTo>
                    <a:pt x="3498" y="1087"/>
                    <a:pt x="4057" y="1786"/>
                    <a:pt x="4533" y="2291"/>
                  </a:cubicBezTo>
                  <a:cubicBezTo>
                    <a:pt x="4854" y="2581"/>
                    <a:pt x="5240" y="3127"/>
                    <a:pt x="5497" y="3674"/>
                  </a:cubicBezTo>
                  <a:cubicBezTo>
                    <a:pt x="5787" y="4252"/>
                    <a:pt x="5979" y="4895"/>
                    <a:pt x="5979" y="5409"/>
                  </a:cubicBezTo>
                  <a:cubicBezTo>
                    <a:pt x="5979" y="5506"/>
                    <a:pt x="5979" y="5602"/>
                    <a:pt x="5979" y="5699"/>
                  </a:cubicBezTo>
                  <a:cubicBezTo>
                    <a:pt x="5883" y="6342"/>
                    <a:pt x="5883" y="7402"/>
                    <a:pt x="5851" y="8367"/>
                  </a:cubicBezTo>
                  <a:cubicBezTo>
                    <a:pt x="5851" y="8849"/>
                    <a:pt x="5851" y="9331"/>
                    <a:pt x="5819" y="9685"/>
                  </a:cubicBezTo>
                  <a:cubicBezTo>
                    <a:pt x="5819" y="9878"/>
                    <a:pt x="5787" y="10038"/>
                    <a:pt x="5787" y="10167"/>
                  </a:cubicBezTo>
                  <a:cubicBezTo>
                    <a:pt x="5754" y="10295"/>
                    <a:pt x="5722" y="10392"/>
                    <a:pt x="5722" y="10392"/>
                  </a:cubicBezTo>
                  <a:lnTo>
                    <a:pt x="5658" y="10456"/>
                  </a:lnTo>
                  <a:lnTo>
                    <a:pt x="5594" y="10488"/>
                  </a:lnTo>
                  <a:cubicBezTo>
                    <a:pt x="5497" y="10488"/>
                    <a:pt x="5337" y="10424"/>
                    <a:pt x="5208" y="10360"/>
                  </a:cubicBezTo>
                  <a:cubicBezTo>
                    <a:pt x="5144" y="10328"/>
                    <a:pt x="5079" y="10295"/>
                    <a:pt x="5047" y="10263"/>
                  </a:cubicBezTo>
                  <a:lnTo>
                    <a:pt x="5015" y="10231"/>
                  </a:lnTo>
                  <a:lnTo>
                    <a:pt x="5006" y="10231"/>
                  </a:lnTo>
                  <a:lnTo>
                    <a:pt x="3472" y="7852"/>
                  </a:lnTo>
                  <a:cubicBezTo>
                    <a:pt x="3419" y="7773"/>
                    <a:pt x="3323" y="7716"/>
                    <a:pt x="3219" y="7716"/>
                  </a:cubicBezTo>
                  <a:cubicBezTo>
                    <a:pt x="3196" y="7716"/>
                    <a:pt x="3174" y="7718"/>
                    <a:pt x="3151" y="7724"/>
                  </a:cubicBezTo>
                  <a:cubicBezTo>
                    <a:pt x="3054" y="7788"/>
                    <a:pt x="2958" y="7885"/>
                    <a:pt x="2958" y="7981"/>
                  </a:cubicBezTo>
                  <a:cubicBezTo>
                    <a:pt x="2958" y="7981"/>
                    <a:pt x="2958" y="8174"/>
                    <a:pt x="2958" y="8431"/>
                  </a:cubicBezTo>
                  <a:cubicBezTo>
                    <a:pt x="2958" y="8688"/>
                    <a:pt x="2926" y="9010"/>
                    <a:pt x="2861" y="9267"/>
                  </a:cubicBezTo>
                  <a:cubicBezTo>
                    <a:pt x="2861" y="9331"/>
                    <a:pt x="2861" y="9331"/>
                    <a:pt x="2829" y="9331"/>
                  </a:cubicBezTo>
                  <a:lnTo>
                    <a:pt x="2797" y="9363"/>
                  </a:lnTo>
                  <a:cubicBezTo>
                    <a:pt x="2733" y="9363"/>
                    <a:pt x="2669" y="9331"/>
                    <a:pt x="2636" y="9299"/>
                  </a:cubicBezTo>
                  <a:lnTo>
                    <a:pt x="2572" y="9235"/>
                  </a:lnTo>
                  <a:lnTo>
                    <a:pt x="2572" y="9203"/>
                  </a:lnTo>
                  <a:cubicBezTo>
                    <a:pt x="2572" y="9106"/>
                    <a:pt x="2540" y="9010"/>
                    <a:pt x="2508" y="8913"/>
                  </a:cubicBezTo>
                  <a:cubicBezTo>
                    <a:pt x="2283" y="8077"/>
                    <a:pt x="1383" y="5956"/>
                    <a:pt x="1126" y="5442"/>
                  </a:cubicBezTo>
                  <a:cubicBezTo>
                    <a:pt x="1093" y="5377"/>
                    <a:pt x="1061" y="5281"/>
                    <a:pt x="1061" y="5152"/>
                  </a:cubicBezTo>
                  <a:cubicBezTo>
                    <a:pt x="1029" y="4992"/>
                    <a:pt x="1029" y="4831"/>
                    <a:pt x="1029" y="4638"/>
                  </a:cubicBezTo>
                  <a:cubicBezTo>
                    <a:pt x="1029" y="4284"/>
                    <a:pt x="1061" y="3899"/>
                    <a:pt x="1093" y="3577"/>
                  </a:cubicBezTo>
                  <a:cubicBezTo>
                    <a:pt x="1093" y="3417"/>
                    <a:pt x="1126" y="3288"/>
                    <a:pt x="1126" y="3224"/>
                  </a:cubicBezTo>
                  <a:cubicBezTo>
                    <a:pt x="1158" y="3127"/>
                    <a:pt x="1158" y="3063"/>
                    <a:pt x="1158" y="3063"/>
                  </a:cubicBezTo>
                  <a:cubicBezTo>
                    <a:pt x="1158" y="2999"/>
                    <a:pt x="1158" y="2934"/>
                    <a:pt x="1126" y="2870"/>
                  </a:cubicBezTo>
                  <a:cubicBezTo>
                    <a:pt x="1126" y="2870"/>
                    <a:pt x="920" y="2588"/>
                    <a:pt x="624" y="2137"/>
                  </a:cubicBezTo>
                  <a:lnTo>
                    <a:pt x="624" y="2137"/>
                  </a:lnTo>
                  <a:cubicBezTo>
                    <a:pt x="1114" y="1622"/>
                    <a:pt x="1955" y="924"/>
                    <a:pt x="3086" y="578"/>
                  </a:cubicBezTo>
                  <a:close/>
                  <a:moveTo>
                    <a:pt x="3204" y="1"/>
                  </a:moveTo>
                  <a:cubicBezTo>
                    <a:pt x="3186" y="1"/>
                    <a:pt x="3168" y="3"/>
                    <a:pt x="3151" y="9"/>
                  </a:cubicBezTo>
                  <a:cubicBezTo>
                    <a:pt x="1640" y="395"/>
                    <a:pt x="611" y="1359"/>
                    <a:pt x="65" y="1938"/>
                  </a:cubicBezTo>
                  <a:cubicBezTo>
                    <a:pt x="1" y="2034"/>
                    <a:pt x="1" y="2163"/>
                    <a:pt x="65" y="2259"/>
                  </a:cubicBezTo>
                  <a:cubicBezTo>
                    <a:pt x="303" y="2650"/>
                    <a:pt x="498" y="2938"/>
                    <a:pt x="599" y="3084"/>
                  </a:cubicBezTo>
                  <a:lnTo>
                    <a:pt x="599" y="3084"/>
                  </a:lnTo>
                  <a:cubicBezTo>
                    <a:pt x="568" y="3320"/>
                    <a:pt x="483" y="4011"/>
                    <a:pt x="483" y="4638"/>
                  </a:cubicBezTo>
                  <a:cubicBezTo>
                    <a:pt x="483" y="4831"/>
                    <a:pt x="515" y="5024"/>
                    <a:pt x="515" y="5217"/>
                  </a:cubicBezTo>
                  <a:cubicBezTo>
                    <a:pt x="547" y="5377"/>
                    <a:pt x="579" y="5538"/>
                    <a:pt x="643" y="5667"/>
                  </a:cubicBezTo>
                  <a:cubicBezTo>
                    <a:pt x="772" y="5956"/>
                    <a:pt x="1126" y="6760"/>
                    <a:pt x="1447" y="7563"/>
                  </a:cubicBezTo>
                  <a:cubicBezTo>
                    <a:pt x="1608" y="7949"/>
                    <a:pt x="1769" y="8335"/>
                    <a:pt x="1865" y="8656"/>
                  </a:cubicBezTo>
                  <a:cubicBezTo>
                    <a:pt x="1929" y="8817"/>
                    <a:pt x="1961" y="8945"/>
                    <a:pt x="1994" y="9042"/>
                  </a:cubicBezTo>
                  <a:cubicBezTo>
                    <a:pt x="1994" y="9106"/>
                    <a:pt x="2026" y="9138"/>
                    <a:pt x="2026" y="9170"/>
                  </a:cubicBezTo>
                  <a:lnTo>
                    <a:pt x="2026" y="9203"/>
                  </a:lnTo>
                  <a:cubicBezTo>
                    <a:pt x="2026" y="9428"/>
                    <a:pt x="2154" y="9588"/>
                    <a:pt x="2283" y="9717"/>
                  </a:cubicBezTo>
                  <a:cubicBezTo>
                    <a:pt x="2444" y="9813"/>
                    <a:pt x="2604" y="9878"/>
                    <a:pt x="2797" y="9910"/>
                  </a:cubicBezTo>
                  <a:cubicBezTo>
                    <a:pt x="2926" y="9910"/>
                    <a:pt x="3054" y="9845"/>
                    <a:pt x="3183" y="9749"/>
                  </a:cubicBezTo>
                  <a:cubicBezTo>
                    <a:pt x="3311" y="9653"/>
                    <a:pt x="3376" y="9524"/>
                    <a:pt x="3408" y="9363"/>
                  </a:cubicBezTo>
                  <a:cubicBezTo>
                    <a:pt x="3435" y="9191"/>
                    <a:pt x="3455" y="9008"/>
                    <a:pt x="3469" y="8834"/>
                  </a:cubicBezTo>
                  <a:lnTo>
                    <a:pt x="3469" y="8834"/>
                  </a:lnTo>
                  <a:lnTo>
                    <a:pt x="4597" y="10585"/>
                  </a:lnTo>
                  <a:lnTo>
                    <a:pt x="4662" y="10649"/>
                  </a:lnTo>
                  <a:cubicBezTo>
                    <a:pt x="4662" y="10649"/>
                    <a:pt x="4790" y="10745"/>
                    <a:pt x="4951" y="10842"/>
                  </a:cubicBezTo>
                  <a:cubicBezTo>
                    <a:pt x="5112" y="10906"/>
                    <a:pt x="5337" y="11035"/>
                    <a:pt x="5594" y="11035"/>
                  </a:cubicBezTo>
                  <a:cubicBezTo>
                    <a:pt x="5690" y="11035"/>
                    <a:pt x="5819" y="11003"/>
                    <a:pt x="5915" y="10938"/>
                  </a:cubicBezTo>
                  <a:cubicBezTo>
                    <a:pt x="6044" y="10874"/>
                    <a:pt x="6140" y="10778"/>
                    <a:pt x="6204" y="10649"/>
                  </a:cubicBezTo>
                  <a:cubicBezTo>
                    <a:pt x="6237" y="10520"/>
                    <a:pt x="6269" y="10392"/>
                    <a:pt x="6301" y="10263"/>
                  </a:cubicBezTo>
                  <a:cubicBezTo>
                    <a:pt x="6397" y="9717"/>
                    <a:pt x="6397" y="8881"/>
                    <a:pt x="6397" y="8013"/>
                  </a:cubicBezTo>
                  <a:cubicBezTo>
                    <a:pt x="6397" y="7145"/>
                    <a:pt x="6429" y="6277"/>
                    <a:pt x="6494" y="5795"/>
                  </a:cubicBezTo>
                  <a:cubicBezTo>
                    <a:pt x="6526" y="5667"/>
                    <a:pt x="6526" y="5538"/>
                    <a:pt x="6526" y="5409"/>
                  </a:cubicBezTo>
                  <a:cubicBezTo>
                    <a:pt x="6526" y="4767"/>
                    <a:pt x="6301" y="4059"/>
                    <a:pt x="5979" y="3449"/>
                  </a:cubicBezTo>
                  <a:cubicBezTo>
                    <a:pt x="5690" y="2838"/>
                    <a:pt x="5304" y="2259"/>
                    <a:pt x="4919" y="1906"/>
                  </a:cubicBezTo>
                  <a:cubicBezTo>
                    <a:pt x="4437" y="1391"/>
                    <a:pt x="3826" y="652"/>
                    <a:pt x="3408" y="106"/>
                  </a:cubicBezTo>
                  <a:cubicBezTo>
                    <a:pt x="3355" y="53"/>
                    <a:pt x="3281" y="1"/>
                    <a:pt x="3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4381;p64">
              <a:extLst>
                <a:ext uri="{FF2B5EF4-FFF2-40B4-BE49-F238E27FC236}">
                  <a16:creationId xmlns:a16="http://schemas.microsoft.com/office/drawing/2014/main" id="{43D14A2F-6EE9-591C-5297-A8010E0B2074}"/>
                </a:ext>
              </a:extLst>
            </p:cNvPr>
            <p:cNvSpPr/>
            <p:nvPr/>
          </p:nvSpPr>
          <p:spPr>
            <a:xfrm>
              <a:off x="2323300" y="1964275"/>
              <a:ext cx="961150" cy="862825"/>
            </a:xfrm>
            <a:custGeom>
              <a:avLst/>
              <a:gdLst/>
              <a:ahLst/>
              <a:cxnLst/>
              <a:rect l="l" t="t" r="r" b="b"/>
              <a:pathLst>
                <a:path w="38446" h="34513" extrusionOk="0">
                  <a:moveTo>
                    <a:pt x="3086" y="0"/>
                  </a:moveTo>
                  <a:cubicBezTo>
                    <a:pt x="3086" y="0"/>
                    <a:pt x="1318" y="1222"/>
                    <a:pt x="643" y="3858"/>
                  </a:cubicBezTo>
                  <a:cubicBezTo>
                    <a:pt x="0" y="6494"/>
                    <a:pt x="2154" y="17166"/>
                    <a:pt x="2733" y="20251"/>
                  </a:cubicBezTo>
                  <a:cubicBezTo>
                    <a:pt x="3279" y="23369"/>
                    <a:pt x="6108" y="33656"/>
                    <a:pt x="6944" y="34331"/>
                  </a:cubicBezTo>
                  <a:cubicBezTo>
                    <a:pt x="7109" y="34458"/>
                    <a:pt x="7628" y="34512"/>
                    <a:pt x="8382" y="34512"/>
                  </a:cubicBezTo>
                  <a:cubicBezTo>
                    <a:pt x="11431" y="34512"/>
                    <a:pt x="18322" y="33625"/>
                    <a:pt x="21184" y="33109"/>
                  </a:cubicBezTo>
                  <a:cubicBezTo>
                    <a:pt x="24752" y="32466"/>
                    <a:pt x="32434" y="29734"/>
                    <a:pt x="34041" y="29252"/>
                  </a:cubicBezTo>
                  <a:cubicBezTo>
                    <a:pt x="35616" y="28802"/>
                    <a:pt x="36484" y="26359"/>
                    <a:pt x="36934" y="25877"/>
                  </a:cubicBezTo>
                  <a:cubicBezTo>
                    <a:pt x="37416" y="25427"/>
                    <a:pt x="38445" y="23819"/>
                    <a:pt x="37866" y="23273"/>
                  </a:cubicBezTo>
                  <a:cubicBezTo>
                    <a:pt x="37684" y="23080"/>
                    <a:pt x="37384" y="23016"/>
                    <a:pt x="37041" y="23016"/>
                  </a:cubicBezTo>
                  <a:cubicBezTo>
                    <a:pt x="36356" y="23016"/>
                    <a:pt x="35499" y="23273"/>
                    <a:pt x="35070" y="23273"/>
                  </a:cubicBezTo>
                  <a:cubicBezTo>
                    <a:pt x="34395" y="23273"/>
                    <a:pt x="33173" y="23177"/>
                    <a:pt x="31888" y="23177"/>
                  </a:cubicBezTo>
                  <a:cubicBezTo>
                    <a:pt x="30570" y="23177"/>
                    <a:pt x="29445" y="24109"/>
                    <a:pt x="29059" y="25427"/>
                  </a:cubicBezTo>
                  <a:cubicBezTo>
                    <a:pt x="28673" y="26745"/>
                    <a:pt x="28127" y="27388"/>
                    <a:pt x="28127" y="27388"/>
                  </a:cubicBezTo>
                  <a:cubicBezTo>
                    <a:pt x="28127" y="27388"/>
                    <a:pt x="18483" y="28705"/>
                    <a:pt x="16394" y="28705"/>
                  </a:cubicBezTo>
                  <a:cubicBezTo>
                    <a:pt x="14337" y="28705"/>
                    <a:pt x="12376" y="28416"/>
                    <a:pt x="12376" y="28416"/>
                  </a:cubicBezTo>
                  <a:cubicBezTo>
                    <a:pt x="12376" y="28416"/>
                    <a:pt x="11251" y="21955"/>
                    <a:pt x="10415" y="17905"/>
                  </a:cubicBezTo>
                  <a:cubicBezTo>
                    <a:pt x="9547" y="13887"/>
                    <a:pt x="8808" y="10801"/>
                    <a:pt x="8165" y="9772"/>
                  </a:cubicBezTo>
                  <a:lnTo>
                    <a:pt x="30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4382;p64">
              <a:extLst>
                <a:ext uri="{FF2B5EF4-FFF2-40B4-BE49-F238E27FC236}">
                  <a16:creationId xmlns:a16="http://schemas.microsoft.com/office/drawing/2014/main" id="{0D0D7E6F-BB06-2C1E-54B6-F6877BC65CF8}"/>
                </a:ext>
              </a:extLst>
            </p:cNvPr>
            <p:cNvSpPr/>
            <p:nvPr/>
          </p:nvSpPr>
          <p:spPr>
            <a:xfrm>
              <a:off x="2329725" y="1957850"/>
              <a:ext cx="951500" cy="875950"/>
            </a:xfrm>
            <a:custGeom>
              <a:avLst/>
              <a:gdLst/>
              <a:ahLst/>
              <a:cxnLst/>
              <a:rect l="l" t="t" r="r" b="b"/>
              <a:pathLst>
                <a:path w="38060" h="35038" extrusionOk="0">
                  <a:moveTo>
                    <a:pt x="2814" y="0"/>
                  </a:moveTo>
                  <a:cubicBezTo>
                    <a:pt x="2772" y="0"/>
                    <a:pt x="2733" y="11"/>
                    <a:pt x="2701" y="32"/>
                  </a:cubicBezTo>
                  <a:lnTo>
                    <a:pt x="2669" y="32"/>
                  </a:lnTo>
                  <a:cubicBezTo>
                    <a:pt x="2669" y="65"/>
                    <a:pt x="836" y="1318"/>
                    <a:pt x="129" y="4050"/>
                  </a:cubicBezTo>
                  <a:cubicBezTo>
                    <a:pt x="33" y="4436"/>
                    <a:pt x="1" y="4918"/>
                    <a:pt x="1" y="5497"/>
                  </a:cubicBezTo>
                  <a:cubicBezTo>
                    <a:pt x="1" y="7490"/>
                    <a:pt x="418" y="10576"/>
                    <a:pt x="933" y="13501"/>
                  </a:cubicBezTo>
                  <a:cubicBezTo>
                    <a:pt x="1415" y="16426"/>
                    <a:pt x="1961" y="19223"/>
                    <a:pt x="2186" y="20573"/>
                  </a:cubicBezTo>
                  <a:cubicBezTo>
                    <a:pt x="2476" y="22148"/>
                    <a:pt x="3311" y="25491"/>
                    <a:pt x="4211" y="28545"/>
                  </a:cubicBezTo>
                  <a:cubicBezTo>
                    <a:pt x="4661" y="30055"/>
                    <a:pt x="5112" y="31502"/>
                    <a:pt x="5497" y="32627"/>
                  </a:cubicBezTo>
                  <a:cubicBezTo>
                    <a:pt x="5690" y="33206"/>
                    <a:pt x="5883" y="33656"/>
                    <a:pt x="6044" y="34041"/>
                  </a:cubicBezTo>
                  <a:cubicBezTo>
                    <a:pt x="6108" y="34202"/>
                    <a:pt x="6204" y="34363"/>
                    <a:pt x="6269" y="34491"/>
                  </a:cubicBezTo>
                  <a:cubicBezTo>
                    <a:pt x="6333" y="34620"/>
                    <a:pt x="6397" y="34716"/>
                    <a:pt x="6526" y="34781"/>
                  </a:cubicBezTo>
                  <a:cubicBezTo>
                    <a:pt x="6590" y="34877"/>
                    <a:pt x="6687" y="34909"/>
                    <a:pt x="6815" y="34941"/>
                  </a:cubicBezTo>
                  <a:cubicBezTo>
                    <a:pt x="7104" y="35006"/>
                    <a:pt x="7554" y="35038"/>
                    <a:pt x="8165" y="35038"/>
                  </a:cubicBezTo>
                  <a:cubicBezTo>
                    <a:pt x="11283" y="35038"/>
                    <a:pt x="18098" y="34170"/>
                    <a:pt x="20991" y="33623"/>
                  </a:cubicBezTo>
                  <a:cubicBezTo>
                    <a:pt x="22791" y="33302"/>
                    <a:pt x="25587" y="32434"/>
                    <a:pt x="28159" y="31630"/>
                  </a:cubicBezTo>
                  <a:cubicBezTo>
                    <a:pt x="30731" y="30795"/>
                    <a:pt x="33077" y="30023"/>
                    <a:pt x="33849" y="29766"/>
                  </a:cubicBezTo>
                  <a:cubicBezTo>
                    <a:pt x="34749" y="29509"/>
                    <a:pt x="35392" y="28705"/>
                    <a:pt x="35874" y="27966"/>
                  </a:cubicBezTo>
                  <a:cubicBezTo>
                    <a:pt x="36131" y="27612"/>
                    <a:pt x="36324" y="27227"/>
                    <a:pt x="36484" y="26937"/>
                  </a:cubicBezTo>
                  <a:cubicBezTo>
                    <a:pt x="36645" y="26648"/>
                    <a:pt x="36806" y="26391"/>
                    <a:pt x="36870" y="26327"/>
                  </a:cubicBezTo>
                  <a:cubicBezTo>
                    <a:pt x="37095" y="26134"/>
                    <a:pt x="37352" y="25748"/>
                    <a:pt x="37609" y="25330"/>
                  </a:cubicBezTo>
                  <a:cubicBezTo>
                    <a:pt x="37834" y="24880"/>
                    <a:pt x="38060" y="24430"/>
                    <a:pt x="38060" y="23980"/>
                  </a:cubicBezTo>
                  <a:cubicBezTo>
                    <a:pt x="38060" y="23755"/>
                    <a:pt x="37995" y="23498"/>
                    <a:pt x="37802" y="23337"/>
                  </a:cubicBezTo>
                  <a:cubicBezTo>
                    <a:pt x="37545" y="23048"/>
                    <a:pt x="37159" y="23016"/>
                    <a:pt x="36774" y="23016"/>
                  </a:cubicBezTo>
                  <a:cubicBezTo>
                    <a:pt x="36420" y="23016"/>
                    <a:pt x="36002" y="23080"/>
                    <a:pt x="35649" y="23144"/>
                  </a:cubicBezTo>
                  <a:cubicBezTo>
                    <a:pt x="35295" y="23209"/>
                    <a:pt x="34974" y="23241"/>
                    <a:pt x="34813" y="23241"/>
                  </a:cubicBezTo>
                  <a:cubicBezTo>
                    <a:pt x="34170" y="23241"/>
                    <a:pt x="32949" y="23144"/>
                    <a:pt x="31631" y="23144"/>
                  </a:cubicBezTo>
                  <a:cubicBezTo>
                    <a:pt x="30184" y="23144"/>
                    <a:pt x="28963" y="24173"/>
                    <a:pt x="28545" y="25587"/>
                  </a:cubicBezTo>
                  <a:cubicBezTo>
                    <a:pt x="28352" y="26230"/>
                    <a:pt x="28127" y="26712"/>
                    <a:pt x="27966" y="27034"/>
                  </a:cubicBezTo>
                  <a:cubicBezTo>
                    <a:pt x="27870" y="27162"/>
                    <a:pt x="27805" y="27291"/>
                    <a:pt x="27741" y="27355"/>
                  </a:cubicBezTo>
                  <a:lnTo>
                    <a:pt x="27710" y="27401"/>
                  </a:lnTo>
                  <a:lnTo>
                    <a:pt x="27710" y="27401"/>
                  </a:lnTo>
                  <a:cubicBezTo>
                    <a:pt x="27485" y="27427"/>
                    <a:pt x="26976" y="27486"/>
                    <a:pt x="26295" y="27580"/>
                  </a:cubicBezTo>
                  <a:cubicBezTo>
                    <a:pt x="24880" y="27773"/>
                    <a:pt x="22727" y="28030"/>
                    <a:pt x="20734" y="28287"/>
                  </a:cubicBezTo>
                  <a:cubicBezTo>
                    <a:pt x="18741" y="28512"/>
                    <a:pt x="16876" y="28705"/>
                    <a:pt x="16137" y="28705"/>
                  </a:cubicBezTo>
                  <a:cubicBezTo>
                    <a:pt x="15141" y="28705"/>
                    <a:pt x="14144" y="28609"/>
                    <a:pt x="13373" y="28545"/>
                  </a:cubicBezTo>
                  <a:cubicBezTo>
                    <a:pt x="13019" y="28512"/>
                    <a:pt x="12698" y="28480"/>
                    <a:pt x="12505" y="28448"/>
                  </a:cubicBezTo>
                  <a:cubicBezTo>
                    <a:pt x="12442" y="28439"/>
                    <a:pt x="12386" y="28433"/>
                    <a:pt x="12339" y="28428"/>
                  </a:cubicBezTo>
                  <a:lnTo>
                    <a:pt x="12339" y="28428"/>
                  </a:lnTo>
                  <a:cubicBezTo>
                    <a:pt x="12138" y="27277"/>
                    <a:pt x="11161" y="21717"/>
                    <a:pt x="10415" y="18130"/>
                  </a:cubicBezTo>
                  <a:cubicBezTo>
                    <a:pt x="9997" y="16105"/>
                    <a:pt x="9580" y="14305"/>
                    <a:pt x="9226" y="12890"/>
                  </a:cubicBezTo>
                  <a:cubicBezTo>
                    <a:pt x="8840" y="11476"/>
                    <a:pt x="8487" y="10447"/>
                    <a:pt x="8133" y="9869"/>
                  </a:cubicBezTo>
                  <a:cubicBezTo>
                    <a:pt x="8075" y="9791"/>
                    <a:pt x="7993" y="9748"/>
                    <a:pt x="7909" y="9748"/>
                  </a:cubicBezTo>
                  <a:cubicBezTo>
                    <a:pt x="7854" y="9748"/>
                    <a:pt x="7798" y="9766"/>
                    <a:pt x="7747" y="9804"/>
                  </a:cubicBezTo>
                  <a:cubicBezTo>
                    <a:pt x="7619" y="9869"/>
                    <a:pt x="7587" y="10029"/>
                    <a:pt x="7683" y="10158"/>
                  </a:cubicBezTo>
                  <a:cubicBezTo>
                    <a:pt x="7972" y="10608"/>
                    <a:pt x="8326" y="11637"/>
                    <a:pt x="8680" y="13051"/>
                  </a:cubicBezTo>
                  <a:cubicBezTo>
                    <a:pt x="9065" y="14433"/>
                    <a:pt x="9451" y="16233"/>
                    <a:pt x="9901" y="18226"/>
                  </a:cubicBezTo>
                  <a:cubicBezTo>
                    <a:pt x="10319" y="20251"/>
                    <a:pt x="10801" y="22855"/>
                    <a:pt x="11187" y="24977"/>
                  </a:cubicBezTo>
                  <a:cubicBezTo>
                    <a:pt x="11380" y="26037"/>
                    <a:pt x="11540" y="26969"/>
                    <a:pt x="11669" y="27645"/>
                  </a:cubicBezTo>
                  <a:cubicBezTo>
                    <a:pt x="11798" y="28320"/>
                    <a:pt x="11862" y="28737"/>
                    <a:pt x="11862" y="28737"/>
                  </a:cubicBezTo>
                  <a:cubicBezTo>
                    <a:pt x="11862" y="28834"/>
                    <a:pt x="11958" y="28930"/>
                    <a:pt x="12087" y="28930"/>
                  </a:cubicBezTo>
                  <a:cubicBezTo>
                    <a:pt x="12087" y="28930"/>
                    <a:pt x="14048" y="29220"/>
                    <a:pt x="16137" y="29220"/>
                  </a:cubicBezTo>
                  <a:cubicBezTo>
                    <a:pt x="16683" y="29220"/>
                    <a:pt x="17680" y="29155"/>
                    <a:pt x="18869" y="29027"/>
                  </a:cubicBezTo>
                  <a:cubicBezTo>
                    <a:pt x="22469" y="28641"/>
                    <a:pt x="27902" y="27902"/>
                    <a:pt x="27902" y="27902"/>
                  </a:cubicBezTo>
                  <a:cubicBezTo>
                    <a:pt x="27966" y="27902"/>
                    <a:pt x="28030" y="27870"/>
                    <a:pt x="28063" y="27805"/>
                  </a:cubicBezTo>
                  <a:cubicBezTo>
                    <a:pt x="28095" y="27805"/>
                    <a:pt x="28673" y="27098"/>
                    <a:pt x="29059" y="25748"/>
                  </a:cubicBezTo>
                  <a:cubicBezTo>
                    <a:pt x="29413" y="24526"/>
                    <a:pt x="30441" y="23691"/>
                    <a:pt x="31631" y="23691"/>
                  </a:cubicBezTo>
                  <a:cubicBezTo>
                    <a:pt x="32916" y="23691"/>
                    <a:pt x="34138" y="23787"/>
                    <a:pt x="34813" y="23787"/>
                  </a:cubicBezTo>
                  <a:cubicBezTo>
                    <a:pt x="35070" y="23787"/>
                    <a:pt x="35392" y="23723"/>
                    <a:pt x="35745" y="23659"/>
                  </a:cubicBezTo>
                  <a:cubicBezTo>
                    <a:pt x="36099" y="23594"/>
                    <a:pt x="36484" y="23530"/>
                    <a:pt x="36774" y="23530"/>
                  </a:cubicBezTo>
                  <a:cubicBezTo>
                    <a:pt x="37095" y="23530"/>
                    <a:pt x="37320" y="23594"/>
                    <a:pt x="37417" y="23723"/>
                  </a:cubicBezTo>
                  <a:cubicBezTo>
                    <a:pt x="37481" y="23755"/>
                    <a:pt x="37513" y="23851"/>
                    <a:pt x="37513" y="23980"/>
                  </a:cubicBezTo>
                  <a:cubicBezTo>
                    <a:pt x="37513" y="24237"/>
                    <a:pt x="37352" y="24687"/>
                    <a:pt x="37127" y="25073"/>
                  </a:cubicBezTo>
                  <a:cubicBezTo>
                    <a:pt x="36934" y="25427"/>
                    <a:pt x="36645" y="25812"/>
                    <a:pt x="36484" y="25941"/>
                  </a:cubicBezTo>
                  <a:cubicBezTo>
                    <a:pt x="36324" y="26134"/>
                    <a:pt x="36195" y="26359"/>
                    <a:pt x="36034" y="26680"/>
                  </a:cubicBezTo>
                  <a:cubicBezTo>
                    <a:pt x="35777" y="27130"/>
                    <a:pt x="35456" y="27709"/>
                    <a:pt x="35070" y="28191"/>
                  </a:cubicBezTo>
                  <a:cubicBezTo>
                    <a:pt x="34684" y="28705"/>
                    <a:pt x="34202" y="29123"/>
                    <a:pt x="33688" y="29252"/>
                  </a:cubicBezTo>
                  <a:cubicBezTo>
                    <a:pt x="32884" y="29509"/>
                    <a:pt x="30570" y="30312"/>
                    <a:pt x="27998" y="31116"/>
                  </a:cubicBezTo>
                  <a:cubicBezTo>
                    <a:pt x="25459" y="31952"/>
                    <a:pt x="22630" y="32788"/>
                    <a:pt x="20894" y="33109"/>
                  </a:cubicBezTo>
                  <a:cubicBezTo>
                    <a:pt x="18066" y="33623"/>
                    <a:pt x="11187" y="34491"/>
                    <a:pt x="8165" y="34491"/>
                  </a:cubicBezTo>
                  <a:cubicBezTo>
                    <a:pt x="7779" y="34491"/>
                    <a:pt x="7458" y="34491"/>
                    <a:pt x="7233" y="34459"/>
                  </a:cubicBezTo>
                  <a:cubicBezTo>
                    <a:pt x="7104" y="34459"/>
                    <a:pt x="7008" y="34427"/>
                    <a:pt x="6944" y="34395"/>
                  </a:cubicBezTo>
                  <a:lnTo>
                    <a:pt x="6879" y="34395"/>
                  </a:lnTo>
                  <a:lnTo>
                    <a:pt x="6847" y="34363"/>
                  </a:lnTo>
                  <a:cubicBezTo>
                    <a:pt x="6847" y="34363"/>
                    <a:pt x="6783" y="34298"/>
                    <a:pt x="6719" y="34202"/>
                  </a:cubicBezTo>
                  <a:cubicBezTo>
                    <a:pt x="6494" y="33848"/>
                    <a:pt x="6140" y="32948"/>
                    <a:pt x="5787" y="31791"/>
                  </a:cubicBezTo>
                  <a:cubicBezTo>
                    <a:pt x="4629" y="28384"/>
                    <a:pt x="3119" y="22630"/>
                    <a:pt x="2733" y="20476"/>
                  </a:cubicBezTo>
                  <a:cubicBezTo>
                    <a:pt x="2476" y="19126"/>
                    <a:pt x="1929" y="16330"/>
                    <a:pt x="1447" y="13404"/>
                  </a:cubicBezTo>
                  <a:cubicBezTo>
                    <a:pt x="965" y="10479"/>
                    <a:pt x="547" y="7426"/>
                    <a:pt x="547" y="5497"/>
                  </a:cubicBezTo>
                  <a:cubicBezTo>
                    <a:pt x="547" y="4950"/>
                    <a:pt x="579" y="4468"/>
                    <a:pt x="643" y="4179"/>
                  </a:cubicBezTo>
                  <a:cubicBezTo>
                    <a:pt x="965" y="2925"/>
                    <a:pt x="1576" y="1993"/>
                    <a:pt x="2058" y="1382"/>
                  </a:cubicBezTo>
                  <a:cubicBezTo>
                    <a:pt x="2315" y="1061"/>
                    <a:pt x="2540" y="836"/>
                    <a:pt x="2733" y="707"/>
                  </a:cubicBezTo>
                  <a:cubicBezTo>
                    <a:pt x="2797" y="643"/>
                    <a:pt x="2861" y="579"/>
                    <a:pt x="2926" y="547"/>
                  </a:cubicBezTo>
                  <a:lnTo>
                    <a:pt x="2958" y="515"/>
                  </a:lnTo>
                  <a:lnTo>
                    <a:pt x="2990" y="482"/>
                  </a:lnTo>
                  <a:cubicBezTo>
                    <a:pt x="3119" y="418"/>
                    <a:pt x="3151" y="225"/>
                    <a:pt x="3054" y="129"/>
                  </a:cubicBezTo>
                  <a:cubicBezTo>
                    <a:pt x="2990" y="43"/>
                    <a:pt x="2897" y="0"/>
                    <a:pt x="2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4383;p64">
              <a:extLst>
                <a:ext uri="{FF2B5EF4-FFF2-40B4-BE49-F238E27FC236}">
                  <a16:creationId xmlns:a16="http://schemas.microsoft.com/office/drawing/2014/main" id="{8E740355-66ED-56D4-B45D-90686A540D71}"/>
                </a:ext>
              </a:extLst>
            </p:cNvPr>
            <p:cNvSpPr/>
            <p:nvPr/>
          </p:nvSpPr>
          <p:spPr>
            <a:xfrm>
              <a:off x="3009575" y="2539650"/>
              <a:ext cx="274875" cy="206550"/>
            </a:xfrm>
            <a:custGeom>
              <a:avLst/>
              <a:gdLst/>
              <a:ahLst/>
              <a:cxnLst/>
              <a:rect l="l" t="t" r="r" b="b"/>
              <a:pathLst>
                <a:path w="10995" h="8262" extrusionOk="0">
                  <a:moveTo>
                    <a:pt x="9590" y="1"/>
                  </a:moveTo>
                  <a:cubicBezTo>
                    <a:pt x="8905" y="1"/>
                    <a:pt x="8048" y="258"/>
                    <a:pt x="7619" y="258"/>
                  </a:cubicBezTo>
                  <a:cubicBezTo>
                    <a:pt x="6944" y="258"/>
                    <a:pt x="5722" y="162"/>
                    <a:pt x="4437" y="162"/>
                  </a:cubicBezTo>
                  <a:cubicBezTo>
                    <a:pt x="3119" y="162"/>
                    <a:pt x="1994" y="1094"/>
                    <a:pt x="1608" y="2412"/>
                  </a:cubicBezTo>
                  <a:cubicBezTo>
                    <a:pt x="1222" y="3730"/>
                    <a:pt x="676" y="4373"/>
                    <a:pt x="676" y="4373"/>
                  </a:cubicBezTo>
                  <a:cubicBezTo>
                    <a:pt x="676" y="4373"/>
                    <a:pt x="419" y="4405"/>
                    <a:pt x="1" y="4469"/>
                  </a:cubicBezTo>
                  <a:cubicBezTo>
                    <a:pt x="226" y="4983"/>
                    <a:pt x="451" y="5594"/>
                    <a:pt x="483" y="6237"/>
                  </a:cubicBezTo>
                  <a:cubicBezTo>
                    <a:pt x="515" y="6944"/>
                    <a:pt x="451" y="7651"/>
                    <a:pt x="354" y="8262"/>
                  </a:cubicBezTo>
                  <a:cubicBezTo>
                    <a:pt x="3151" y="7394"/>
                    <a:pt x="5722" y="6494"/>
                    <a:pt x="6590" y="6237"/>
                  </a:cubicBezTo>
                  <a:cubicBezTo>
                    <a:pt x="8165" y="5787"/>
                    <a:pt x="9033" y="3344"/>
                    <a:pt x="9483" y="2862"/>
                  </a:cubicBezTo>
                  <a:cubicBezTo>
                    <a:pt x="9965" y="2412"/>
                    <a:pt x="10994" y="804"/>
                    <a:pt x="10415" y="258"/>
                  </a:cubicBezTo>
                  <a:cubicBezTo>
                    <a:pt x="10233" y="65"/>
                    <a:pt x="9933" y="1"/>
                    <a:pt x="95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4384;p64">
              <a:extLst>
                <a:ext uri="{FF2B5EF4-FFF2-40B4-BE49-F238E27FC236}">
                  <a16:creationId xmlns:a16="http://schemas.microsoft.com/office/drawing/2014/main" id="{606FB8E6-D12A-9696-3210-F78406FC1FFD}"/>
                </a:ext>
              </a:extLst>
            </p:cNvPr>
            <p:cNvSpPr/>
            <p:nvPr/>
          </p:nvSpPr>
          <p:spPr>
            <a:xfrm>
              <a:off x="3002350" y="2533225"/>
              <a:ext cx="278875" cy="219750"/>
            </a:xfrm>
            <a:custGeom>
              <a:avLst/>
              <a:gdLst/>
              <a:ahLst/>
              <a:cxnLst/>
              <a:rect l="l" t="t" r="r" b="b"/>
              <a:pathLst>
                <a:path w="11155" h="8790" extrusionOk="0">
                  <a:moveTo>
                    <a:pt x="9869" y="515"/>
                  </a:moveTo>
                  <a:cubicBezTo>
                    <a:pt x="10190" y="515"/>
                    <a:pt x="10415" y="579"/>
                    <a:pt x="10512" y="708"/>
                  </a:cubicBezTo>
                  <a:cubicBezTo>
                    <a:pt x="10576" y="740"/>
                    <a:pt x="10608" y="836"/>
                    <a:pt x="10608" y="965"/>
                  </a:cubicBezTo>
                  <a:cubicBezTo>
                    <a:pt x="10608" y="1222"/>
                    <a:pt x="10447" y="1672"/>
                    <a:pt x="10222" y="2058"/>
                  </a:cubicBezTo>
                  <a:cubicBezTo>
                    <a:pt x="10029" y="2412"/>
                    <a:pt x="9740" y="2797"/>
                    <a:pt x="9579" y="2926"/>
                  </a:cubicBezTo>
                  <a:cubicBezTo>
                    <a:pt x="9419" y="3119"/>
                    <a:pt x="9290" y="3344"/>
                    <a:pt x="9129" y="3665"/>
                  </a:cubicBezTo>
                  <a:cubicBezTo>
                    <a:pt x="8872" y="4115"/>
                    <a:pt x="8551" y="4694"/>
                    <a:pt x="8165" y="5176"/>
                  </a:cubicBezTo>
                  <a:cubicBezTo>
                    <a:pt x="7779" y="5690"/>
                    <a:pt x="7297" y="6108"/>
                    <a:pt x="6783" y="6237"/>
                  </a:cubicBezTo>
                  <a:cubicBezTo>
                    <a:pt x="5958" y="6481"/>
                    <a:pt x="3592" y="7307"/>
                    <a:pt x="984" y="8134"/>
                  </a:cubicBezTo>
                  <a:lnTo>
                    <a:pt x="984" y="8134"/>
                  </a:lnTo>
                  <a:cubicBezTo>
                    <a:pt x="1027" y="7751"/>
                    <a:pt x="1061" y="7331"/>
                    <a:pt x="1061" y="6912"/>
                  </a:cubicBezTo>
                  <a:cubicBezTo>
                    <a:pt x="1061" y="6783"/>
                    <a:pt x="1061" y="6622"/>
                    <a:pt x="1029" y="6494"/>
                  </a:cubicBezTo>
                  <a:cubicBezTo>
                    <a:pt x="1003" y="5926"/>
                    <a:pt x="853" y="5400"/>
                    <a:pt x="662" y="4932"/>
                  </a:cubicBezTo>
                  <a:lnTo>
                    <a:pt x="662" y="4932"/>
                  </a:lnTo>
                  <a:cubicBezTo>
                    <a:pt x="875" y="4902"/>
                    <a:pt x="997" y="4887"/>
                    <a:pt x="997" y="4887"/>
                  </a:cubicBezTo>
                  <a:cubicBezTo>
                    <a:pt x="1061" y="4887"/>
                    <a:pt x="1125" y="4855"/>
                    <a:pt x="1158" y="4790"/>
                  </a:cubicBezTo>
                  <a:cubicBezTo>
                    <a:pt x="1190" y="4790"/>
                    <a:pt x="1768" y="4083"/>
                    <a:pt x="2154" y="2733"/>
                  </a:cubicBezTo>
                  <a:cubicBezTo>
                    <a:pt x="2508" y="1511"/>
                    <a:pt x="3536" y="676"/>
                    <a:pt x="4726" y="676"/>
                  </a:cubicBezTo>
                  <a:cubicBezTo>
                    <a:pt x="6011" y="676"/>
                    <a:pt x="7233" y="772"/>
                    <a:pt x="7908" y="772"/>
                  </a:cubicBezTo>
                  <a:cubicBezTo>
                    <a:pt x="8165" y="772"/>
                    <a:pt x="8487" y="708"/>
                    <a:pt x="8840" y="644"/>
                  </a:cubicBezTo>
                  <a:cubicBezTo>
                    <a:pt x="9194" y="579"/>
                    <a:pt x="9579" y="515"/>
                    <a:pt x="9869" y="515"/>
                  </a:cubicBezTo>
                  <a:close/>
                  <a:moveTo>
                    <a:pt x="9869" y="1"/>
                  </a:moveTo>
                  <a:cubicBezTo>
                    <a:pt x="9515" y="1"/>
                    <a:pt x="9097" y="65"/>
                    <a:pt x="8744" y="129"/>
                  </a:cubicBezTo>
                  <a:cubicBezTo>
                    <a:pt x="8390" y="194"/>
                    <a:pt x="8069" y="226"/>
                    <a:pt x="7908" y="226"/>
                  </a:cubicBezTo>
                  <a:cubicBezTo>
                    <a:pt x="7265" y="226"/>
                    <a:pt x="6044" y="129"/>
                    <a:pt x="4726" y="129"/>
                  </a:cubicBezTo>
                  <a:cubicBezTo>
                    <a:pt x="3279" y="129"/>
                    <a:pt x="2058" y="1158"/>
                    <a:pt x="1640" y="2572"/>
                  </a:cubicBezTo>
                  <a:cubicBezTo>
                    <a:pt x="1447" y="3215"/>
                    <a:pt x="1222" y="3697"/>
                    <a:pt x="1061" y="4019"/>
                  </a:cubicBezTo>
                  <a:cubicBezTo>
                    <a:pt x="965" y="4147"/>
                    <a:pt x="900" y="4276"/>
                    <a:pt x="836" y="4340"/>
                  </a:cubicBezTo>
                  <a:lnTo>
                    <a:pt x="803" y="4389"/>
                  </a:lnTo>
                  <a:lnTo>
                    <a:pt x="803" y="4389"/>
                  </a:lnTo>
                  <a:cubicBezTo>
                    <a:pt x="688" y="4405"/>
                    <a:pt x="500" y="4432"/>
                    <a:pt x="258" y="4469"/>
                  </a:cubicBezTo>
                  <a:cubicBezTo>
                    <a:pt x="161" y="4469"/>
                    <a:pt x="97" y="4533"/>
                    <a:pt x="65" y="4597"/>
                  </a:cubicBezTo>
                  <a:cubicBezTo>
                    <a:pt x="0" y="4662"/>
                    <a:pt x="0" y="4758"/>
                    <a:pt x="33" y="4822"/>
                  </a:cubicBezTo>
                  <a:cubicBezTo>
                    <a:pt x="258" y="5337"/>
                    <a:pt x="483" y="5915"/>
                    <a:pt x="515" y="6526"/>
                  </a:cubicBezTo>
                  <a:cubicBezTo>
                    <a:pt x="515" y="6655"/>
                    <a:pt x="515" y="6783"/>
                    <a:pt x="515" y="6912"/>
                  </a:cubicBezTo>
                  <a:cubicBezTo>
                    <a:pt x="515" y="7458"/>
                    <a:pt x="450" y="8005"/>
                    <a:pt x="386" y="8487"/>
                  </a:cubicBezTo>
                  <a:cubicBezTo>
                    <a:pt x="386" y="8583"/>
                    <a:pt x="418" y="8680"/>
                    <a:pt x="483" y="8744"/>
                  </a:cubicBezTo>
                  <a:cubicBezTo>
                    <a:pt x="528" y="8767"/>
                    <a:pt x="590" y="8789"/>
                    <a:pt x="656" y="8789"/>
                  </a:cubicBezTo>
                  <a:cubicBezTo>
                    <a:pt x="683" y="8789"/>
                    <a:pt x="711" y="8786"/>
                    <a:pt x="740" y="8776"/>
                  </a:cubicBezTo>
                  <a:cubicBezTo>
                    <a:pt x="3504" y="7908"/>
                    <a:pt x="6108" y="7008"/>
                    <a:pt x="6944" y="6751"/>
                  </a:cubicBezTo>
                  <a:cubicBezTo>
                    <a:pt x="7844" y="6494"/>
                    <a:pt x="8487" y="5690"/>
                    <a:pt x="8969" y="4951"/>
                  </a:cubicBezTo>
                  <a:cubicBezTo>
                    <a:pt x="9226" y="4597"/>
                    <a:pt x="9419" y="4212"/>
                    <a:pt x="9579" y="3922"/>
                  </a:cubicBezTo>
                  <a:cubicBezTo>
                    <a:pt x="9740" y="3633"/>
                    <a:pt x="9901" y="3376"/>
                    <a:pt x="9965" y="3312"/>
                  </a:cubicBezTo>
                  <a:cubicBezTo>
                    <a:pt x="10190" y="3119"/>
                    <a:pt x="10447" y="2733"/>
                    <a:pt x="10704" y="2315"/>
                  </a:cubicBezTo>
                  <a:cubicBezTo>
                    <a:pt x="10929" y="1865"/>
                    <a:pt x="11155" y="1415"/>
                    <a:pt x="11155" y="965"/>
                  </a:cubicBezTo>
                  <a:cubicBezTo>
                    <a:pt x="11155" y="740"/>
                    <a:pt x="11090" y="483"/>
                    <a:pt x="10897" y="322"/>
                  </a:cubicBezTo>
                  <a:cubicBezTo>
                    <a:pt x="10640" y="33"/>
                    <a:pt x="10254" y="1"/>
                    <a:pt x="9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4385;p64">
              <a:extLst>
                <a:ext uri="{FF2B5EF4-FFF2-40B4-BE49-F238E27FC236}">
                  <a16:creationId xmlns:a16="http://schemas.microsoft.com/office/drawing/2014/main" id="{DE49DB19-7272-F74D-D938-85C9E93C4E42}"/>
                </a:ext>
              </a:extLst>
            </p:cNvPr>
            <p:cNvSpPr/>
            <p:nvPr/>
          </p:nvSpPr>
          <p:spPr>
            <a:xfrm>
              <a:off x="3041725" y="2911725"/>
              <a:ext cx="238700" cy="81200"/>
            </a:xfrm>
            <a:custGeom>
              <a:avLst/>
              <a:gdLst/>
              <a:ahLst/>
              <a:cxnLst/>
              <a:rect l="l" t="t" r="r" b="b"/>
              <a:pathLst>
                <a:path w="9548" h="3248" extrusionOk="0">
                  <a:moveTo>
                    <a:pt x="1897" y="1"/>
                  </a:moveTo>
                  <a:lnTo>
                    <a:pt x="0" y="3022"/>
                  </a:lnTo>
                  <a:cubicBezTo>
                    <a:pt x="0" y="3022"/>
                    <a:pt x="2411" y="3247"/>
                    <a:pt x="3215" y="3247"/>
                  </a:cubicBezTo>
                  <a:cubicBezTo>
                    <a:pt x="4019" y="3247"/>
                    <a:pt x="9547" y="2637"/>
                    <a:pt x="8744" y="1737"/>
                  </a:cubicBezTo>
                  <a:cubicBezTo>
                    <a:pt x="7940" y="804"/>
                    <a:pt x="1897" y="1"/>
                    <a:pt x="18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4386;p64">
              <a:extLst>
                <a:ext uri="{FF2B5EF4-FFF2-40B4-BE49-F238E27FC236}">
                  <a16:creationId xmlns:a16="http://schemas.microsoft.com/office/drawing/2014/main" id="{0955DE4B-579E-8720-AC6D-CB8A64E392C7}"/>
                </a:ext>
              </a:extLst>
            </p:cNvPr>
            <p:cNvSpPr/>
            <p:nvPr/>
          </p:nvSpPr>
          <p:spPr>
            <a:xfrm>
              <a:off x="3034500" y="2905300"/>
              <a:ext cx="234675" cy="94050"/>
            </a:xfrm>
            <a:custGeom>
              <a:avLst/>
              <a:gdLst/>
              <a:ahLst/>
              <a:cxnLst/>
              <a:rect l="l" t="t" r="r" b="b"/>
              <a:pathLst>
                <a:path w="9387" h="3762" extrusionOk="0">
                  <a:moveTo>
                    <a:pt x="2318" y="567"/>
                  </a:moveTo>
                  <a:cubicBezTo>
                    <a:pt x="2486" y="586"/>
                    <a:pt x="2755" y="620"/>
                    <a:pt x="3086" y="676"/>
                  </a:cubicBezTo>
                  <a:cubicBezTo>
                    <a:pt x="3954" y="804"/>
                    <a:pt x="5272" y="1029"/>
                    <a:pt x="6429" y="1286"/>
                  </a:cubicBezTo>
                  <a:cubicBezTo>
                    <a:pt x="7040" y="1447"/>
                    <a:pt x="7586" y="1576"/>
                    <a:pt x="8004" y="1736"/>
                  </a:cubicBezTo>
                  <a:cubicBezTo>
                    <a:pt x="8422" y="1897"/>
                    <a:pt x="8743" y="2058"/>
                    <a:pt x="8840" y="2154"/>
                  </a:cubicBezTo>
                  <a:cubicBezTo>
                    <a:pt x="8840" y="2154"/>
                    <a:pt x="8776" y="2219"/>
                    <a:pt x="8615" y="2283"/>
                  </a:cubicBezTo>
                  <a:cubicBezTo>
                    <a:pt x="8390" y="2411"/>
                    <a:pt x="7972" y="2572"/>
                    <a:pt x="7490" y="2669"/>
                  </a:cubicBezTo>
                  <a:cubicBezTo>
                    <a:pt x="6750" y="2829"/>
                    <a:pt x="5850" y="2990"/>
                    <a:pt x="5111" y="3086"/>
                  </a:cubicBezTo>
                  <a:cubicBezTo>
                    <a:pt x="4340" y="3183"/>
                    <a:pt x="3697" y="3215"/>
                    <a:pt x="3504" y="3215"/>
                  </a:cubicBezTo>
                  <a:cubicBezTo>
                    <a:pt x="3118" y="3215"/>
                    <a:pt x="2315" y="3183"/>
                    <a:pt x="1607" y="3119"/>
                  </a:cubicBezTo>
                  <a:cubicBezTo>
                    <a:pt x="1286" y="3104"/>
                    <a:pt x="984" y="3083"/>
                    <a:pt x="751" y="3064"/>
                  </a:cubicBezTo>
                  <a:lnTo>
                    <a:pt x="751" y="3064"/>
                  </a:lnTo>
                  <a:lnTo>
                    <a:pt x="2318" y="567"/>
                  </a:lnTo>
                  <a:close/>
                  <a:moveTo>
                    <a:pt x="2218" y="1"/>
                  </a:moveTo>
                  <a:cubicBezTo>
                    <a:pt x="2090" y="1"/>
                    <a:pt x="1993" y="33"/>
                    <a:pt x="1929" y="129"/>
                  </a:cubicBezTo>
                  <a:lnTo>
                    <a:pt x="32" y="3151"/>
                  </a:lnTo>
                  <a:cubicBezTo>
                    <a:pt x="0" y="3215"/>
                    <a:pt x="0" y="3311"/>
                    <a:pt x="32" y="3408"/>
                  </a:cubicBezTo>
                  <a:cubicBezTo>
                    <a:pt x="64" y="3504"/>
                    <a:pt x="161" y="3536"/>
                    <a:pt x="257" y="3569"/>
                  </a:cubicBezTo>
                  <a:cubicBezTo>
                    <a:pt x="257" y="3569"/>
                    <a:pt x="2668" y="3762"/>
                    <a:pt x="3504" y="3762"/>
                  </a:cubicBezTo>
                  <a:cubicBezTo>
                    <a:pt x="3697" y="3762"/>
                    <a:pt x="4147" y="3729"/>
                    <a:pt x="4725" y="3665"/>
                  </a:cubicBezTo>
                  <a:cubicBezTo>
                    <a:pt x="5561" y="3569"/>
                    <a:pt x="6686" y="3408"/>
                    <a:pt x="7586" y="3183"/>
                  </a:cubicBezTo>
                  <a:cubicBezTo>
                    <a:pt x="8036" y="3086"/>
                    <a:pt x="8454" y="2958"/>
                    <a:pt x="8776" y="2829"/>
                  </a:cubicBezTo>
                  <a:cubicBezTo>
                    <a:pt x="8936" y="2765"/>
                    <a:pt x="9065" y="2669"/>
                    <a:pt x="9161" y="2572"/>
                  </a:cubicBezTo>
                  <a:cubicBezTo>
                    <a:pt x="9258" y="2476"/>
                    <a:pt x="9386" y="2347"/>
                    <a:pt x="9386" y="2154"/>
                  </a:cubicBezTo>
                  <a:cubicBezTo>
                    <a:pt x="9386" y="2026"/>
                    <a:pt x="9322" y="1897"/>
                    <a:pt x="9226" y="1801"/>
                  </a:cubicBezTo>
                  <a:cubicBezTo>
                    <a:pt x="9065" y="1640"/>
                    <a:pt x="8872" y="1511"/>
                    <a:pt x="8615" y="1415"/>
                  </a:cubicBezTo>
                  <a:cubicBezTo>
                    <a:pt x="7715" y="997"/>
                    <a:pt x="6140" y="676"/>
                    <a:pt x="4758" y="418"/>
                  </a:cubicBezTo>
                  <a:cubicBezTo>
                    <a:pt x="3375" y="161"/>
                    <a:pt x="2218" y="1"/>
                    <a:pt x="2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4387;p64">
              <a:extLst>
                <a:ext uri="{FF2B5EF4-FFF2-40B4-BE49-F238E27FC236}">
                  <a16:creationId xmlns:a16="http://schemas.microsoft.com/office/drawing/2014/main" id="{DFA18543-EADA-BE8D-62E7-1169F9721830}"/>
                </a:ext>
              </a:extLst>
            </p:cNvPr>
            <p:cNvSpPr/>
            <p:nvPr/>
          </p:nvSpPr>
          <p:spPr>
            <a:xfrm>
              <a:off x="2902700" y="2851450"/>
              <a:ext cx="604350" cy="551325"/>
            </a:xfrm>
            <a:custGeom>
              <a:avLst/>
              <a:gdLst/>
              <a:ahLst/>
              <a:cxnLst/>
              <a:rect l="l" t="t" r="r" b="b"/>
              <a:pathLst>
                <a:path w="24174" h="22053" extrusionOk="0">
                  <a:moveTo>
                    <a:pt x="17616" y="1"/>
                  </a:moveTo>
                  <a:lnTo>
                    <a:pt x="0" y="8166"/>
                  </a:lnTo>
                  <a:lnTo>
                    <a:pt x="6847" y="22052"/>
                  </a:lnTo>
                  <a:lnTo>
                    <a:pt x="24173" y="13277"/>
                  </a:lnTo>
                  <a:lnTo>
                    <a:pt x="176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4388;p64">
              <a:extLst>
                <a:ext uri="{FF2B5EF4-FFF2-40B4-BE49-F238E27FC236}">
                  <a16:creationId xmlns:a16="http://schemas.microsoft.com/office/drawing/2014/main" id="{45D1F99D-1909-EFD5-51D4-5A4CD93264E1}"/>
                </a:ext>
              </a:extLst>
            </p:cNvPr>
            <p:cNvSpPr/>
            <p:nvPr/>
          </p:nvSpPr>
          <p:spPr>
            <a:xfrm>
              <a:off x="2896275" y="2845050"/>
              <a:ext cx="618000" cy="564150"/>
            </a:xfrm>
            <a:custGeom>
              <a:avLst/>
              <a:gdLst/>
              <a:ahLst/>
              <a:cxnLst/>
              <a:rect l="l" t="t" r="r" b="b"/>
              <a:pathLst>
                <a:path w="24720" h="22566" extrusionOk="0">
                  <a:moveTo>
                    <a:pt x="17765" y="623"/>
                  </a:moveTo>
                  <a:lnTo>
                    <a:pt x="24076" y="13436"/>
                  </a:lnTo>
                  <a:lnTo>
                    <a:pt x="7233" y="21954"/>
                  </a:lnTo>
                  <a:lnTo>
                    <a:pt x="643" y="8550"/>
                  </a:lnTo>
                  <a:lnTo>
                    <a:pt x="17765" y="623"/>
                  </a:lnTo>
                  <a:close/>
                  <a:moveTo>
                    <a:pt x="17904" y="1"/>
                  </a:moveTo>
                  <a:cubicBezTo>
                    <a:pt x="17861" y="1"/>
                    <a:pt x="17817" y="12"/>
                    <a:pt x="17776" y="32"/>
                  </a:cubicBezTo>
                  <a:lnTo>
                    <a:pt x="161" y="8164"/>
                  </a:lnTo>
                  <a:cubicBezTo>
                    <a:pt x="97" y="8197"/>
                    <a:pt x="32" y="8261"/>
                    <a:pt x="0" y="8325"/>
                  </a:cubicBezTo>
                  <a:cubicBezTo>
                    <a:pt x="0" y="8389"/>
                    <a:pt x="0" y="8454"/>
                    <a:pt x="32" y="8518"/>
                  </a:cubicBezTo>
                  <a:lnTo>
                    <a:pt x="6879" y="22437"/>
                  </a:lnTo>
                  <a:cubicBezTo>
                    <a:pt x="6911" y="22501"/>
                    <a:pt x="6944" y="22533"/>
                    <a:pt x="7040" y="22565"/>
                  </a:cubicBezTo>
                  <a:cubicBezTo>
                    <a:pt x="7104" y="22565"/>
                    <a:pt x="7169" y="22565"/>
                    <a:pt x="7233" y="22533"/>
                  </a:cubicBezTo>
                  <a:lnTo>
                    <a:pt x="24527" y="13790"/>
                  </a:lnTo>
                  <a:cubicBezTo>
                    <a:pt x="24687" y="13725"/>
                    <a:pt x="24719" y="13565"/>
                    <a:pt x="24655" y="13436"/>
                  </a:cubicBezTo>
                  <a:lnTo>
                    <a:pt x="18130" y="160"/>
                  </a:lnTo>
                  <a:cubicBezTo>
                    <a:pt x="18086" y="51"/>
                    <a:pt x="17997" y="1"/>
                    <a:pt x="17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4389;p64">
              <a:extLst>
                <a:ext uri="{FF2B5EF4-FFF2-40B4-BE49-F238E27FC236}">
                  <a16:creationId xmlns:a16="http://schemas.microsoft.com/office/drawing/2014/main" id="{B77E2857-36B3-7515-CB75-D7A62B34C864}"/>
                </a:ext>
              </a:extLst>
            </p:cNvPr>
            <p:cNvSpPr/>
            <p:nvPr/>
          </p:nvSpPr>
          <p:spPr>
            <a:xfrm>
              <a:off x="3048950" y="2939850"/>
              <a:ext cx="145475" cy="79925"/>
            </a:xfrm>
            <a:custGeom>
              <a:avLst/>
              <a:gdLst/>
              <a:ahLst/>
              <a:cxnLst/>
              <a:rect l="l" t="t" r="r" b="b"/>
              <a:pathLst>
                <a:path w="5819" h="3197" extrusionOk="0">
                  <a:moveTo>
                    <a:pt x="3119" y="1"/>
                  </a:moveTo>
                  <a:lnTo>
                    <a:pt x="1" y="1094"/>
                  </a:lnTo>
                  <a:cubicBezTo>
                    <a:pt x="1" y="1094"/>
                    <a:pt x="2122" y="1094"/>
                    <a:pt x="2604" y="1415"/>
                  </a:cubicBezTo>
                  <a:cubicBezTo>
                    <a:pt x="3061" y="1672"/>
                    <a:pt x="4786" y="3197"/>
                    <a:pt x="5369" y="3197"/>
                  </a:cubicBezTo>
                  <a:cubicBezTo>
                    <a:pt x="5442" y="3197"/>
                    <a:pt x="5497" y="3173"/>
                    <a:pt x="5530" y="3119"/>
                  </a:cubicBezTo>
                  <a:cubicBezTo>
                    <a:pt x="5819" y="2605"/>
                    <a:pt x="4630" y="1415"/>
                    <a:pt x="4115" y="901"/>
                  </a:cubicBezTo>
                  <a:cubicBezTo>
                    <a:pt x="3633" y="387"/>
                    <a:pt x="3119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4390;p64">
              <a:extLst>
                <a:ext uri="{FF2B5EF4-FFF2-40B4-BE49-F238E27FC236}">
                  <a16:creationId xmlns:a16="http://schemas.microsoft.com/office/drawing/2014/main" id="{8905A727-ACEE-EA5A-75C3-2B0A26223668}"/>
                </a:ext>
              </a:extLst>
            </p:cNvPr>
            <p:cNvSpPr/>
            <p:nvPr/>
          </p:nvSpPr>
          <p:spPr>
            <a:xfrm>
              <a:off x="3042525" y="2932825"/>
              <a:ext cx="152725" cy="93850"/>
            </a:xfrm>
            <a:custGeom>
              <a:avLst/>
              <a:gdLst/>
              <a:ahLst/>
              <a:cxnLst/>
              <a:rect l="l" t="t" r="r" b="b"/>
              <a:pathLst>
                <a:path w="6109" h="3754" extrusionOk="0">
                  <a:moveTo>
                    <a:pt x="3389" y="1"/>
                  </a:moveTo>
                  <a:cubicBezTo>
                    <a:pt x="3303" y="1"/>
                    <a:pt x="3209" y="43"/>
                    <a:pt x="3151" y="121"/>
                  </a:cubicBezTo>
                  <a:cubicBezTo>
                    <a:pt x="3086" y="218"/>
                    <a:pt x="3086" y="378"/>
                    <a:pt x="3215" y="475"/>
                  </a:cubicBezTo>
                  <a:cubicBezTo>
                    <a:pt x="3215" y="475"/>
                    <a:pt x="3247" y="507"/>
                    <a:pt x="3279" y="539"/>
                  </a:cubicBezTo>
                  <a:cubicBezTo>
                    <a:pt x="3440" y="700"/>
                    <a:pt x="3826" y="989"/>
                    <a:pt x="4179" y="1375"/>
                  </a:cubicBezTo>
                  <a:cubicBezTo>
                    <a:pt x="4404" y="1600"/>
                    <a:pt x="4758" y="1953"/>
                    <a:pt x="5079" y="2307"/>
                  </a:cubicBezTo>
                  <a:cubicBezTo>
                    <a:pt x="5208" y="2500"/>
                    <a:pt x="5337" y="2693"/>
                    <a:pt x="5433" y="2853"/>
                  </a:cubicBezTo>
                  <a:cubicBezTo>
                    <a:pt x="5528" y="3012"/>
                    <a:pt x="5561" y="3139"/>
                    <a:pt x="5562" y="3204"/>
                  </a:cubicBezTo>
                  <a:lnTo>
                    <a:pt x="5562" y="3204"/>
                  </a:lnTo>
                  <a:cubicBezTo>
                    <a:pt x="5528" y="3200"/>
                    <a:pt x="5485" y="3192"/>
                    <a:pt x="5433" y="3175"/>
                  </a:cubicBezTo>
                  <a:cubicBezTo>
                    <a:pt x="5144" y="3046"/>
                    <a:pt x="4629" y="2661"/>
                    <a:pt x="4147" y="2307"/>
                  </a:cubicBezTo>
                  <a:cubicBezTo>
                    <a:pt x="3890" y="2114"/>
                    <a:pt x="3665" y="1953"/>
                    <a:pt x="3472" y="1793"/>
                  </a:cubicBezTo>
                  <a:cubicBezTo>
                    <a:pt x="3279" y="1632"/>
                    <a:pt x="3119" y="1535"/>
                    <a:pt x="3022" y="1439"/>
                  </a:cubicBezTo>
                  <a:cubicBezTo>
                    <a:pt x="2829" y="1343"/>
                    <a:pt x="2572" y="1278"/>
                    <a:pt x="2283" y="1246"/>
                  </a:cubicBezTo>
                  <a:cubicBezTo>
                    <a:pt x="1447" y="1118"/>
                    <a:pt x="258" y="1118"/>
                    <a:pt x="258" y="1118"/>
                  </a:cubicBezTo>
                  <a:cubicBezTo>
                    <a:pt x="97" y="1118"/>
                    <a:pt x="1" y="1246"/>
                    <a:pt x="1" y="1375"/>
                  </a:cubicBezTo>
                  <a:cubicBezTo>
                    <a:pt x="1" y="1535"/>
                    <a:pt x="97" y="1664"/>
                    <a:pt x="258" y="1664"/>
                  </a:cubicBezTo>
                  <a:lnTo>
                    <a:pt x="579" y="1664"/>
                  </a:lnTo>
                  <a:cubicBezTo>
                    <a:pt x="901" y="1664"/>
                    <a:pt x="1351" y="1664"/>
                    <a:pt x="1801" y="1728"/>
                  </a:cubicBezTo>
                  <a:cubicBezTo>
                    <a:pt x="2026" y="1728"/>
                    <a:pt x="2219" y="1760"/>
                    <a:pt x="2379" y="1793"/>
                  </a:cubicBezTo>
                  <a:cubicBezTo>
                    <a:pt x="2572" y="1825"/>
                    <a:pt x="2701" y="1889"/>
                    <a:pt x="2733" y="1921"/>
                  </a:cubicBezTo>
                  <a:cubicBezTo>
                    <a:pt x="2829" y="1953"/>
                    <a:pt x="3022" y="2114"/>
                    <a:pt x="3247" y="2275"/>
                  </a:cubicBezTo>
                  <a:cubicBezTo>
                    <a:pt x="3601" y="2564"/>
                    <a:pt x="4019" y="2918"/>
                    <a:pt x="4437" y="3207"/>
                  </a:cubicBezTo>
                  <a:cubicBezTo>
                    <a:pt x="4662" y="3336"/>
                    <a:pt x="4854" y="3464"/>
                    <a:pt x="5047" y="3561"/>
                  </a:cubicBezTo>
                  <a:cubicBezTo>
                    <a:pt x="5240" y="3657"/>
                    <a:pt x="5433" y="3753"/>
                    <a:pt x="5626" y="3753"/>
                  </a:cubicBezTo>
                  <a:cubicBezTo>
                    <a:pt x="5690" y="3753"/>
                    <a:pt x="5754" y="3721"/>
                    <a:pt x="5819" y="3689"/>
                  </a:cubicBezTo>
                  <a:cubicBezTo>
                    <a:pt x="5915" y="3657"/>
                    <a:pt x="5979" y="3593"/>
                    <a:pt x="6012" y="3528"/>
                  </a:cubicBezTo>
                  <a:cubicBezTo>
                    <a:pt x="6076" y="3432"/>
                    <a:pt x="6108" y="3303"/>
                    <a:pt x="6108" y="3207"/>
                  </a:cubicBezTo>
                  <a:cubicBezTo>
                    <a:pt x="6108" y="2982"/>
                    <a:pt x="6012" y="2789"/>
                    <a:pt x="5915" y="2596"/>
                  </a:cubicBezTo>
                  <a:cubicBezTo>
                    <a:pt x="5562" y="1985"/>
                    <a:pt x="4919" y="1343"/>
                    <a:pt x="4565" y="989"/>
                  </a:cubicBezTo>
                  <a:cubicBezTo>
                    <a:pt x="4051" y="475"/>
                    <a:pt x="3537" y="57"/>
                    <a:pt x="3537" y="57"/>
                  </a:cubicBezTo>
                  <a:cubicBezTo>
                    <a:pt x="3498" y="19"/>
                    <a:pt x="3445" y="1"/>
                    <a:pt x="3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4391;p64">
              <a:extLst>
                <a:ext uri="{FF2B5EF4-FFF2-40B4-BE49-F238E27FC236}">
                  <a16:creationId xmlns:a16="http://schemas.microsoft.com/office/drawing/2014/main" id="{443CA4F2-59F0-AA64-012B-7A2E441CC95B}"/>
                </a:ext>
              </a:extLst>
            </p:cNvPr>
            <p:cNvSpPr/>
            <p:nvPr/>
          </p:nvSpPr>
          <p:spPr>
            <a:xfrm>
              <a:off x="2426975" y="2793600"/>
              <a:ext cx="662175" cy="222625"/>
            </a:xfrm>
            <a:custGeom>
              <a:avLst/>
              <a:gdLst/>
              <a:ahLst/>
              <a:cxnLst/>
              <a:rect l="l" t="t" r="r" b="b"/>
              <a:pathLst>
                <a:path w="26487" h="8905" extrusionOk="0">
                  <a:moveTo>
                    <a:pt x="8325" y="1"/>
                  </a:moveTo>
                  <a:cubicBezTo>
                    <a:pt x="0" y="386"/>
                    <a:pt x="4532" y="6622"/>
                    <a:pt x="4532" y="6622"/>
                  </a:cubicBezTo>
                  <a:lnTo>
                    <a:pt x="23626" y="8905"/>
                  </a:lnTo>
                  <a:lnTo>
                    <a:pt x="26487" y="4726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4392;p64">
              <a:extLst>
                <a:ext uri="{FF2B5EF4-FFF2-40B4-BE49-F238E27FC236}">
                  <a16:creationId xmlns:a16="http://schemas.microsoft.com/office/drawing/2014/main" id="{993273D8-A81F-517A-8E46-2A0FE77E1A22}"/>
                </a:ext>
              </a:extLst>
            </p:cNvPr>
            <p:cNvSpPr/>
            <p:nvPr/>
          </p:nvSpPr>
          <p:spPr>
            <a:xfrm>
              <a:off x="2503300" y="2787175"/>
              <a:ext cx="592300" cy="235475"/>
            </a:xfrm>
            <a:custGeom>
              <a:avLst/>
              <a:gdLst/>
              <a:ahLst/>
              <a:cxnLst/>
              <a:rect l="l" t="t" r="r" b="b"/>
              <a:pathLst>
                <a:path w="23692" h="9419" extrusionOk="0">
                  <a:moveTo>
                    <a:pt x="5272" y="531"/>
                  </a:moveTo>
                  <a:lnTo>
                    <a:pt x="22984" y="5143"/>
                  </a:lnTo>
                  <a:lnTo>
                    <a:pt x="20445" y="8872"/>
                  </a:lnTo>
                  <a:lnTo>
                    <a:pt x="1653" y="6639"/>
                  </a:lnTo>
                  <a:lnTo>
                    <a:pt x="1653" y="6639"/>
                  </a:lnTo>
                  <a:cubicBezTo>
                    <a:pt x="1541" y="6464"/>
                    <a:pt x="1301" y="6073"/>
                    <a:pt x="1062" y="5594"/>
                  </a:cubicBezTo>
                  <a:cubicBezTo>
                    <a:pt x="772" y="4983"/>
                    <a:pt x="515" y="4243"/>
                    <a:pt x="515" y="3504"/>
                  </a:cubicBezTo>
                  <a:cubicBezTo>
                    <a:pt x="547" y="2797"/>
                    <a:pt x="740" y="2122"/>
                    <a:pt x="1447" y="1575"/>
                  </a:cubicBezTo>
                  <a:cubicBezTo>
                    <a:pt x="2122" y="1029"/>
                    <a:pt x="3344" y="611"/>
                    <a:pt x="5272" y="547"/>
                  </a:cubicBezTo>
                  <a:lnTo>
                    <a:pt x="5272" y="531"/>
                  </a:lnTo>
                  <a:close/>
                  <a:moveTo>
                    <a:pt x="5272" y="0"/>
                  </a:moveTo>
                  <a:cubicBezTo>
                    <a:pt x="3247" y="97"/>
                    <a:pt x="1929" y="515"/>
                    <a:pt x="1094" y="1158"/>
                  </a:cubicBezTo>
                  <a:cubicBezTo>
                    <a:pt x="290" y="1800"/>
                    <a:pt x="1" y="2668"/>
                    <a:pt x="1" y="3504"/>
                  </a:cubicBezTo>
                  <a:cubicBezTo>
                    <a:pt x="1" y="4404"/>
                    <a:pt x="322" y="5272"/>
                    <a:pt x="644" y="5947"/>
                  </a:cubicBezTo>
                  <a:cubicBezTo>
                    <a:pt x="965" y="6590"/>
                    <a:pt x="1287" y="7040"/>
                    <a:pt x="1287" y="7040"/>
                  </a:cubicBezTo>
                  <a:cubicBezTo>
                    <a:pt x="1319" y="7104"/>
                    <a:pt x="1383" y="7136"/>
                    <a:pt x="1447" y="7136"/>
                  </a:cubicBezTo>
                  <a:lnTo>
                    <a:pt x="20541" y="9419"/>
                  </a:lnTo>
                  <a:cubicBezTo>
                    <a:pt x="20637" y="9419"/>
                    <a:pt x="20734" y="9387"/>
                    <a:pt x="20798" y="9290"/>
                  </a:cubicBezTo>
                  <a:lnTo>
                    <a:pt x="23627" y="5143"/>
                  </a:lnTo>
                  <a:cubicBezTo>
                    <a:pt x="23691" y="5079"/>
                    <a:pt x="23691" y="4983"/>
                    <a:pt x="23659" y="4886"/>
                  </a:cubicBezTo>
                  <a:cubicBezTo>
                    <a:pt x="23627" y="4822"/>
                    <a:pt x="23563" y="4758"/>
                    <a:pt x="23498" y="4726"/>
                  </a:cubicBezTo>
                  <a:lnTo>
                    <a:pt x="53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4393;p64">
              <a:extLst>
                <a:ext uri="{FF2B5EF4-FFF2-40B4-BE49-F238E27FC236}">
                  <a16:creationId xmlns:a16="http://schemas.microsoft.com/office/drawing/2014/main" id="{75E83FC3-3BE8-52CE-4CA7-14D9760FFD0A}"/>
                </a:ext>
              </a:extLst>
            </p:cNvPr>
            <p:cNvSpPr/>
            <p:nvPr/>
          </p:nvSpPr>
          <p:spPr>
            <a:xfrm>
              <a:off x="1989800" y="2788450"/>
              <a:ext cx="709600" cy="1210775"/>
            </a:xfrm>
            <a:custGeom>
              <a:avLst/>
              <a:gdLst/>
              <a:ahLst/>
              <a:cxnLst/>
              <a:rect l="l" t="t" r="r" b="b"/>
              <a:pathLst>
                <a:path w="28384" h="48431" extrusionOk="0">
                  <a:moveTo>
                    <a:pt x="15726" y="0"/>
                  </a:moveTo>
                  <a:cubicBezTo>
                    <a:pt x="14816" y="0"/>
                    <a:pt x="13906" y="302"/>
                    <a:pt x="12987" y="1010"/>
                  </a:cubicBezTo>
                  <a:cubicBezTo>
                    <a:pt x="12987" y="1010"/>
                    <a:pt x="8551" y="4771"/>
                    <a:pt x="7072" y="9303"/>
                  </a:cubicBezTo>
                  <a:cubicBezTo>
                    <a:pt x="5626" y="13868"/>
                    <a:pt x="4661" y="22965"/>
                    <a:pt x="4661" y="22965"/>
                  </a:cubicBezTo>
                  <a:cubicBezTo>
                    <a:pt x="4661" y="22965"/>
                    <a:pt x="0" y="29683"/>
                    <a:pt x="0" y="30358"/>
                  </a:cubicBezTo>
                  <a:cubicBezTo>
                    <a:pt x="0" y="30572"/>
                    <a:pt x="429" y="30644"/>
                    <a:pt x="1001" y="30644"/>
                  </a:cubicBezTo>
                  <a:cubicBezTo>
                    <a:pt x="2143" y="30644"/>
                    <a:pt x="3858" y="30358"/>
                    <a:pt x="3858" y="30358"/>
                  </a:cubicBezTo>
                  <a:lnTo>
                    <a:pt x="3858" y="30358"/>
                  </a:lnTo>
                  <a:lnTo>
                    <a:pt x="129" y="36787"/>
                  </a:lnTo>
                  <a:cubicBezTo>
                    <a:pt x="129" y="36787"/>
                    <a:pt x="129" y="42123"/>
                    <a:pt x="3054" y="44952"/>
                  </a:cubicBezTo>
                  <a:cubicBezTo>
                    <a:pt x="5520" y="47284"/>
                    <a:pt x="8813" y="48431"/>
                    <a:pt x="11703" y="48431"/>
                  </a:cubicBezTo>
                  <a:cubicBezTo>
                    <a:pt x="12279" y="48431"/>
                    <a:pt x="12839" y="48385"/>
                    <a:pt x="13373" y="48295"/>
                  </a:cubicBezTo>
                  <a:cubicBezTo>
                    <a:pt x="16587" y="47748"/>
                    <a:pt x="22502" y="40516"/>
                    <a:pt x="23144" y="40130"/>
                  </a:cubicBezTo>
                  <a:cubicBezTo>
                    <a:pt x="23819" y="39712"/>
                    <a:pt x="21537" y="33573"/>
                    <a:pt x="21023" y="31290"/>
                  </a:cubicBezTo>
                  <a:cubicBezTo>
                    <a:pt x="20476" y="29008"/>
                    <a:pt x="21537" y="27401"/>
                    <a:pt x="22212" y="26983"/>
                  </a:cubicBezTo>
                  <a:cubicBezTo>
                    <a:pt x="22887" y="26597"/>
                    <a:pt x="26777" y="24186"/>
                    <a:pt x="27580" y="22451"/>
                  </a:cubicBezTo>
                  <a:cubicBezTo>
                    <a:pt x="28384" y="20715"/>
                    <a:pt x="28255" y="17757"/>
                    <a:pt x="27966" y="15475"/>
                  </a:cubicBezTo>
                  <a:cubicBezTo>
                    <a:pt x="27709" y="13193"/>
                    <a:pt x="24366" y="5285"/>
                    <a:pt x="21409" y="2875"/>
                  </a:cubicBezTo>
                  <a:cubicBezTo>
                    <a:pt x="19445" y="1256"/>
                    <a:pt x="17584" y="0"/>
                    <a:pt x="157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4394;p64">
              <a:extLst>
                <a:ext uri="{FF2B5EF4-FFF2-40B4-BE49-F238E27FC236}">
                  <a16:creationId xmlns:a16="http://schemas.microsoft.com/office/drawing/2014/main" id="{F64DEB96-68D9-2C8E-157C-C84C18AA3BC0}"/>
                </a:ext>
              </a:extLst>
            </p:cNvPr>
            <p:cNvSpPr/>
            <p:nvPr/>
          </p:nvSpPr>
          <p:spPr>
            <a:xfrm>
              <a:off x="1982575" y="2781550"/>
              <a:ext cx="718450" cy="1223925"/>
            </a:xfrm>
            <a:custGeom>
              <a:avLst/>
              <a:gdLst/>
              <a:ahLst/>
              <a:cxnLst/>
              <a:rect l="l" t="t" r="r" b="b"/>
              <a:pathLst>
                <a:path w="28738" h="48957" extrusionOk="0">
                  <a:moveTo>
                    <a:pt x="16008" y="547"/>
                  </a:moveTo>
                  <a:cubicBezTo>
                    <a:pt x="16876" y="547"/>
                    <a:pt x="17744" y="836"/>
                    <a:pt x="18676" y="1350"/>
                  </a:cubicBezTo>
                  <a:cubicBezTo>
                    <a:pt x="19608" y="1865"/>
                    <a:pt x="20540" y="2572"/>
                    <a:pt x="21537" y="3376"/>
                  </a:cubicBezTo>
                  <a:cubicBezTo>
                    <a:pt x="22951" y="4501"/>
                    <a:pt x="24526" y="7072"/>
                    <a:pt x="25748" y="9612"/>
                  </a:cubicBezTo>
                  <a:cubicBezTo>
                    <a:pt x="26359" y="10897"/>
                    <a:pt x="26905" y="12151"/>
                    <a:pt x="27291" y="13244"/>
                  </a:cubicBezTo>
                  <a:cubicBezTo>
                    <a:pt x="27676" y="14337"/>
                    <a:pt x="27934" y="15269"/>
                    <a:pt x="27998" y="15783"/>
                  </a:cubicBezTo>
                  <a:cubicBezTo>
                    <a:pt x="28127" y="16780"/>
                    <a:pt x="28191" y="17873"/>
                    <a:pt x="28191" y="18933"/>
                  </a:cubicBezTo>
                  <a:cubicBezTo>
                    <a:pt x="28223" y="20348"/>
                    <a:pt x="28062" y="21698"/>
                    <a:pt x="27612" y="22598"/>
                  </a:cubicBezTo>
                  <a:cubicBezTo>
                    <a:pt x="27451" y="22984"/>
                    <a:pt x="27066" y="23466"/>
                    <a:pt x="26584" y="23916"/>
                  </a:cubicBezTo>
                  <a:cubicBezTo>
                    <a:pt x="25169" y="25298"/>
                    <a:pt x="22855" y="26745"/>
                    <a:pt x="22373" y="27034"/>
                  </a:cubicBezTo>
                  <a:cubicBezTo>
                    <a:pt x="22051" y="27227"/>
                    <a:pt x="21665" y="27645"/>
                    <a:pt x="21376" y="28191"/>
                  </a:cubicBezTo>
                  <a:cubicBezTo>
                    <a:pt x="21087" y="28770"/>
                    <a:pt x="20894" y="29477"/>
                    <a:pt x="20894" y="30345"/>
                  </a:cubicBezTo>
                  <a:cubicBezTo>
                    <a:pt x="20894" y="30730"/>
                    <a:pt x="20926" y="31181"/>
                    <a:pt x="21055" y="31631"/>
                  </a:cubicBezTo>
                  <a:cubicBezTo>
                    <a:pt x="21280" y="32627"/>
                    <a:pt x="21858" y="34363"/>
                    <a:pt x="22341" y="36034"/>
                  </a:cubicBezTo>
                  <a:cubicBezTo>
                    <a:pt x="22598" y="36870"/>
                    <a:pt x="22855" y="37674"/>
                    <a:pt x="23016" y="38381"/>
                  </a:cubicBezTo>
                  <a:cubicBezTo>
                    <a:pt x="23208" y="39088"/>
                    <a:pt x="23305" y="39667"/>
                    <a:pt x="23305" y="39988"/>
                  </a:cubicBezTo>
                  <a:cubicBezTo>
                    <a:pt x="23305" y="40085"/>
                    <a:pt x="23305" y="40149"/>
                    <a:pt x="23273" y="40181"/>
                  </a:cubicBezTo>
                  <a:lnTo>
                    <a:pt x="23284" y="40192"/>
                  </a:lnTo>
                  <a:lnTo>
                    <a:pt x="23284" y="40192"/>
                  </a:lnTo>
                  <a:cubicBezTo>
                    <a:pt x="23226" y="40227"/>
                    <a:pt x="23166" y="40284"/>
                    <a:pt x="23080" y="40342"/>
                  </a:cubicBezTo>
                  <a:cubicBezTo>
                    <a:pt x="22758" y="40663"/>
                    <a:pt x="22212" y="41242"/>
                    <a:pt x="21473" y="42013"/>
                  </a:cubicBezTo>
                  <a:cubicBezTo>
                    <a:pt x="20412" y="43170"/>
                    <a:pt x="18965" y="44649"/>
                    <a:pt x="17519" y="45903"/>
                  </a:cubicBezTo>
                  <a:cubicBezTo>
                    <a:pt x="16812" y="46513"/>
                    <a:pt x="16105" y="47092"/>
                    <a:pt x="15429" y="47510"/>
                  </a:cubicBezTo>
                  <a:cubicBezTo>
                    <a:pt x="14754" y="47928"/>
                    <a:pt x="14144" y="48217"/>
                    <a:pt x="13629" y="48314"/>
                  </a:cubicBezTo>
                  <a:cubicBezTo>
                    <a:pt x="13115" y="48378"/>
                    <a:pt x="12569" y="48442"/>
                    <a:pt x="11990" y="48442"/>
                  </a:cubicBezTo>
                  <a:cubicBezTo>
                    <a:pt x="9193" y="48442"/>
                    <a:pt x="5947" y="47317"/>
                    <a:pt x="3536" y="45035"/>
                  </a:cubicBezTo>
                  <a:cubicBezTo>
                    <a:pt x="2122" y="43685"/>
                    <a:pt x="1415" y="41692"/>
                    <a:pt x="1029" y="40020"/>
                  </a:cubicBezTo>
                  <a:cubicBezTo>
                    <a:pt x="868" y="39184"/>
                    <a:pt x="772" y="38445"/>
                    <a:pt x="707" y="37899"/>
                  </a:cubicBezTo>
                  <a:cubicBezTo>
                    <a:pt x="707" y="37642"/>
                    <a:pt x="675" y="37417"/>
                    <a:pt x="675" y="37288"/>
                  </a:cubicBezTo>
                  <a:cubicBezTo>
                    <a:pt x="675" y="37222"/>
                    <a:pt x="675" y="37172"/>
                    <a:pt x="675" y="37137"/>
                  </a:cubicBezTo>
                  <a:lnTo>
                    <a:pt x="675" y="37137"/>
                  </a:lnTo>
                  <a:lnTo>
                    <a:pt x="4404" y="30763"/>
                  </a:lnTo>
                  <a:cubicBezTo>
                    <a:pt x="4436" y="30666"/>
                    <a:pt x="4436" y="30538"/>
                    <a:pt x="4372" y="30473"/>
                  </a:cubicBezTo>
                  <a:cubicBezTo>
                    <a:pt x="4308" y="30377"/>
                    <a:pt x="4211" y="30345"/>
                    <a:pt x="4115" y="30345"/>
                  </a:cubicBezTo>
                  <a:cubicBezTo>
                    <a:pt x="4115" y="30345"/>
                    <a:pt x="4018" y="30377"/>
                    <a:pt x="3825" y="30409"/>
                  </a:cubicBezTo>
                  <a:cubicBezTo>
                    <a:pt x="3311" y="30473"/>
                    <a:pt x="2122" y="30634"/>
                    <a:pt x="1286" y="30634"/>
                  </a:cubicBezTo>
                  <a:cubicBezTo>
                    <a:pt x="997" y="30634"/>
                    <a:pt x="772" y="30634"/>
                    <a:pt x="643" y="30602"/>
                  </a:cubicBezTo>
                  <a:cubicBezTo>
                    <a:pt x="604" y="30589"/>
                    <a:pt x="575" y="30576"/>
                    <a:pt x="555" y="30565"/>
                  </a:cubicBezTo>
                  <a:lnTo>
                    <a:pt x="555" y="30565"/>
                  </a:lnTo>
                  <a:cubicBezTo>
                    <a:pt x="563" y="30537"/>
                    <a:pt x="579" y="30505"/>
                    <a:pt x="611" y="30473"/>
                  </a:cubicBezTo>
                  <a:cubicBezTo>
                    <a:pt x="740" y="30152"/>
                    <a:pt x="1093" y="29541"/>
                    <a:pt x="1575" y="28802"/>
                  </a:cubicBezTo>
                  <a:cubicBezTo>
                    <a:pt x="2250" y="27709"/>
                    <a:pt x="3150" y="26359"/>
                    <a:pt x="3890" y="25266"/>
                  </a:cubicBezTo>
                  <a:cubicBezTo>
                    <a:pt x="4243" y="24752"/>
                    <a:pt x="4565" y="24269"/>
                    <a:pt x="4822" y="23948"/>
                  </a:cubicBezTo>
                  <a:cubicBezTo>
                    <a:pt x="5047" y="23594"/>
                    <a:pt x="5175" y="23402"/>
                    <a:pt x="5175" y="23402"/>
                  </a:cubicBezTo>
                  <a:lnTo>
                    <a:pt x="5240" y="23273"/>
                  </a:lnTo>
                  <a:cubicBezTo>
                    <a:pt x="5240" y="23273"/>
                    <a:pt x="5272" y="22727"/>
                    <a:pt x="5400" y="21794"/>
                  </a:cubicBezTo>
                  <a:cubicBezTo>
                    <a:pt x="5722" y="19030"/>
                    <a:pt x="6525" y="13051"/>
                    <a:pt x="7618" y="9676"/>
                  </a:cubicBezTo>
                  <a:cubicBezTo>
                    <a:pt x="8358" y="7458"/>
                    <a:pt x="9804" y="5401"/>
                    <a:pt x="11090" y="3890"/>
                  </a:cubicBezTo>
                  <a:cubicBezTo>
                    <a:pt x="11701" y="3151"/>
                    <a:pt x="12311" y="2540"/>
                    <a:pt x="12729" y="2122"/>
                  </a:cubicBezTo>
                  <a:cubicBezTo>
                    <a:pt x="12954" y="1929"/>
                    <a:pt x="13147" y="1768"/>
                    <a:pt x="13244" y="1640"/>
                  </a:cubicBezTo>
                  <a:cubicBezTo>
                    <a:pt x="13308" y="1608"/>
                    <a:pt x="13372" y="1543"/>
                    <a:pt x="13404" y="1543"/>
                  </a:cubicBezTo>
                  <a:lnTo>
                    <a:pt x="13427" y="1498"/>
                  </a:lnTo>
                  <a:lnTo>
                    <a:pt x="13437" y="1511"/>
                  </a:lnTo>
                  <a:cubicBezTo>
                    <a:pt x="14304" y="836"/>
                    <a:pt x="15140" y="547"/>
                    <a:pt x="16008" y="547"/>
                  </a:cubicBezTo>
                  <a:close/>
                  <a:moveTo>
                    <a:pt x="16008" y="0"/>
                  </a:moveTo>
                  <a:cubicBezTo>
                    <a:pt x="15044" y="0"/>
                    <a:pt x="14047" y="354"/>
                    <a:pt x="13115" y="1061"/>
                  </a:cubicBezTo>
                  <a:lnTo>
                    <a:pt x="13083" y="1093"/>
                  </a:lnTo>
                  <a:cubicBezTo>
                    <a:pt x="13083" y="1093"/>
                    <a:pt x="11958" y="2025"/>
                    <a:pt x="10672" y="3568"/>
                  </a:cubicBezTo>
                  <a:cubicBezTo>
                    <a:pt x="9354" y="5079"/>
                    <a:pt x="7876" y="7169"/>
                    <a:pt x="7104" y="9515"/>
                  </a:cubicBezTo>
                  <a:cubicBezTo>
                    <a:pt x="6365" y="11830"/>
                    <a:pt x="5786" y="15237"/>
                    <a:pt x="5336" y="18098"/>
                  </a:cubicBezTo>
                  <a:cubicBezTo>
                    <a:pt x="4931" y="20837"/>
                    <a:pt x="4708" y="23064"/>
                    <a:pt x="4694" y="23202"/>
                  </a:cubicBezTo>
                  <a:lnTo>
                    <a:pt x="4694" y="23202"/>
                  </a:lnTo>
                  <a:cubicBezTo>
                    <a:pt x="4433" y="23571"/>
                    <a:pt x="3410" y="25021"/>
                    <a:pt x="2411" y="26520"/>
                  </a:cubicBezTo>
                  <a:cubicBezTo>
                    <a:pt x="1800" y="27420"/>
                    <a:pt x="1222" y="28320"/>
                    <a:pt x="772" y="29059"/>
                  </a:cubicBezTo>
                  <a:cubicBezTo>
                    <a:pt x="547" y="29413"/>
                    <a:pt x="386" y="29734"/>
                    <a:pt x="225" y="29991"/>
                  </a:cubicBezTo>
                  <a:cubicBezTo>
                    <a:pt x="161" y="30120"/>
                    <a:pt x="129" y="30216"/>
                    <a:pt x="64" y="30313"/>
                  </a:cubicBezTo>
                  <a:cubicBezTo>
                    <a:pt x="32" y="30441"/>
                    <a:pt x="0" y="30505"/>
                    <a:pt x="0" y="30634"/>
                  </a:cubicBezTo>
                  <a:cubicBezTo>
                    <a:pt x="0" y="30763"/>
                    <a:pt x="97" y="30891"/>
                    <a:pt x="193" y="30956"/>
                  </a:cubicBezTo>
                  <a:cubicBezTo>
                    <a:pt x="322" y="31084"/>
                    <a:pt x="482" y="31116"/>
                    <a:pt x="675" y="31148"/>
                  </a:cubicBezTo>
                  <a:cubicBezTo>
                    <a:pt x="836" y="31181"/>
                    <a:pt x="1061" y="31181"/>
                    <a:pt x="1286" y="31181"/>
                  </a:cubicBezTo>
                  <a:cubicBezTo>
                    <a:pt x="2041" y="31181"/>
                    <a:pt x="3017" y="31064"/>
                    <a:pt x="3629" y="30979"/>
                  </a:cubicBezTo>
                  <a:lnTo>
                    <a:pt x="3629" y="30979"/>
                  </a:lnTo>
                  <a:lnTo>
                    <a:pt x="193" y="36902"/>
                  </a:lnTo>
                  <a:lnTo>
                    <a:pt x="129" y="37063"/>
                  </a:lnTo>
                  <a:cubicBezTo>
                    <a:pt x="129" y="37063"/>
                    <a:pt x="129" y="38413"/>
                    <a:pt x="514" y="40149"/>
                  </a:cubicBezTo>
                  <a:cubicBezTo>
                    <a:pt x="900" y="41852"/>
                    <a:pt x="1640" y="43942"/>
                    <a:pt x="3182" y="45421"/>
                  </a:cubicBezTo>
                  <a:cubicBezTo>
                    <a:pt x="5690" y="47799"/>
                    <a:pt x="9033" y="48956"/>
                    <a:pt x="11990" y="48956"/>
                  </a:cubicBezTo>
                  <a:cubicBezTo>
                    <a:pt x="12601" y="48956"/>
                    <a:pt x="13179" y="48924"/>
                    <a:pt x="13726" y="48828"/>
                  </a:cubicBezTo>
                  <a:cubicBezTo>
                    <a:pt x="14594" y="48667"/>
                    <a:pt x="15590" y="48089"/>
                    <a:pt x="16619" y="47349"/>
                  </a:cubicBezTo>
                  <a:cubicBezTo>
                    <a:pt x="18162" y="46192"/>
                    <a:pt x="19801" y="44553"/>
                    <a:pt x="21087" y="43203"/>
                  </a:cubicBezTo>
                  <a:cubicBezTo>
                    <a:pt x="21762" y="42528"/>
                    <a:pt x="22341" y="41917"/>
                    <a:pt x="22758" y="41435"/>
                  </a:cubicBezTo>
                  <a:cubicBezTo>
                    <a:pt x="22983" y="41210"/>
                    <a:pt x="23176" y="41017"/>
                    <a:pt x="23305" y="40856"/>
                  </a:cubicBezTo>
                  <a:cubicBezTo>
                    <a:pt x="23466" y="40727"/>
                    <a:pt x="23562" y="40631"/>
                    <a:pt x="23594" y="40631"/>
                  </a:cubicBezTo>
                  <a:cubicBezTo>
                    <a:pt x="23723" y="40535"/>
                    <a:pt x="23755" y="40438"/>
                    <a:pt x="23787" y="40342"/>
                  </a:cubicBezTo>
                  <a:cubicBezTo>
                    <a:pt x="23819" y="40213"/>
                    <a:pt x="23819" y="40117"/>
                    <a:pt x="23819" y="39988"/>
                  </a:cubicBezTo>
                  <a:cubicBezTo>
                    <a:pt x="23819" y="39570"/>
                    <a:pt x="23723" y="38959"/>
                    <a:pt x="23530" y="38252"/>
                  </a:cubicBezTo>
                  <a:cubicBezTo>
                    <a:pt x="23016" y="36131"/>
                    <a:pt x="21891" y="32948"/>
                    <a:pt x="21569" y="31502"/>
                  </a:cubicBezTo>
                  <a:cubicBezTo>
                    <a:pt x="21473" y="31084"/>
                    <a:pt x="21440" y="30698"/>
                    <a:pt x="21440" y="30345"/>
                  </a:cubicBezTo>
                  <a:cubicBezTo>
                    <a:pt x="21440" y="29573"/>
                    <a:pt x="21601" y="28930"/>
                    <a:pt x="21858" y="28448"/>
                  </a:cubicBezTo>
                  <a:cubicBezTo>
                    <a:pt x="22116" y="27966"/>
                    <a:pt x="22437" y="27612"/>
                    <a:pt x="22630" y="27484"/>
                  </a:cubicBezTo>
                  <a:cubicBezTo>
                    <a:pt x="22983" y="27291"/>
                    <a:pt x="24141" y="26584"/>
                    <a:pt x="25298" y="25716"/>
                  </a:cubicBezTo>
                  <a:cubicBezTo>
                    <a:pt x="25876" y="25266"/>
                    <a:pt x="26455" y="24784"/>
                    <a:pt x="26969" y="24302"/>
                  </a:cubicBezTo>
                  <a:cubicBezTo>
                    <a:pt x="27484" y="23819"/>
                    <a:pt x="27869" y="23305"/>
                    <a:pt x="28094" y="22823"/>
                  </a:cubicBezTo>
                  <a:cubicBezTo>
                    <a:pt x="28577" y="21794"/>
                    <a:pt x="28737" y="20380"/>
                    <a:pt x="28737" y="18933"/>
                  </a:cubicBezTo>
                  <a:cubicBezTo>
                    <a:pt x="28737" y="17841"/>
                    <a:pt x="28641" y="16715"/>
                    <a:pt x="28544" y="15719"/>
                  </a:cubicBezTo>
                  <a:cubicBezTo>
                    <a:pt x="28448" y="15108"/>
                    <a:pt x="28191" y="14176"/>
                    <a:pt x="27805" y="13083"/>
                  </a:cubicBezTo>
                  <a:cubicBezTo>
                    <a:pt x="27194" y="11412"/>
                    <a:pt x="26294" y="9354"/>
                    <a:pt x="25234" y="7490"/>
                  </a:cubicBezTo>
                  <a:cubicBezTo>
                    <a:pt x="24205" y="5593"/>
                    <a:pt x="23016" y="3890"/>
                    <a:pt x="21858" y="2958"/>
                  </a:cubicBezTo>
                  <a:cubicBezTo>
                    <a:pt x="20862" y="2154"/>
                    <a:pt x="19898" y="1415"/>
                    <a:pt x="18933" y="868"/>
                  </a:cubicBezTo>
                  <a:cubicBezTo>
                    <a:pt x="17969" y="354"/>
                    <a:pt x="17005" y="32"/>
                    <a:pt x="16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4395;p64">
              <a:extLst>
                <a:ext uri="{FF2B5EF4-FFF2-40B4-BE49-F238E27FC236}">
                  <a16:creationId xmlns:a16="http://schemas.microsoft.com/office/drawing/2014/main" id="{88B892DA-23D3-1C8D-4ABB-51CA932051C1}"/>
                </a:ext>
              </a:extLst>
            </p:cNvPr>
            <p:cNvSpPr/>
            <p:nvPr/>
          </p:nvSpPr>
          <p:spPr>
            <a:xfrm>
              <a:off x="2331325" y="2776500"/>
              <a:ext cx="384950" cy="435925"/>
            </a:xfrm>
            <a:custGeom>
              <a:avLst/>
              <a:gdLst/>
              <a:ahLst/>
              <a:cxnLst/>
              <a:rect l="l" t="t" r="r" b="b"/>
              <a:pathLst>
                <a:path w="15398" h="17437" extrusionOk="0">
                  <a:moveTo>
                    <a:pt x="5322" y="0"/>
                  </a:moveTo>
                  <a:cubicBezTo>
                    <a:pt x="4137" y="0"/>
                    <a:pt x="2959" y="251"/>
                    <a:pt x="1994" y="813"/>
                  </a:cubicBezTo>
                  <a:cubicBezTo>
                    <a:pt x="1994" y="813"/>
                    <a:pt x="1" y="3770"/>
                    <a:pt x="1" y="5924"/>
                  </a:cubicBezTo>
                  <a:cubicBezTo>
                    <a:pt x="1" y="8046"/>
                    <a:pt x="1737" y="11549"/>
                    <a:pt x="3055" y="13157"/>
                  </a:cubicBezTo>
                  <a:cubicBezTo>
                    <a:pt x="4405" y="14764"/>
                    <a:pt x="5626" y="15825"/>
                    <a:pt x="5626" y="15825"/>
                  </a:cubicBezTo>
                  <a:lnTo>
                    <a:pt x="8551" y="15150"/>
                  </a:lnTo>
                  <a:lnTo>
                    <a:pt x="8680" y="17432"/>
                  </a:lnTo>
                  <a:cubicBezTo>
                    <a:pt x="8680" y="17432"/>
                    <a:pt x="9062" y="16740"/>
                    <a:pt x="10059" y="16740"/>
                  </a:cubicBezTo>
                  <a:cubicBezTo>
                    <a:pt x="10387" y="16740"/>
                    <a:pt x="10782" y="16815"/>
                    <a:pt x="11251" y="17014"/>
                  </a:cubicBezTo>
                  <a:cubicBezTo>
                    <a:pt x="11967" y="17323"/>
                    <a:pt x="12584" y="17437"/>
                    <a:pt x="13071" y="17437"/>
                  </a:cubicBezTo>
                  <a:cubicBezTo>
                    <a:pt x="13854" y="17437"/>
                    <a:pt x="14305" y="17143"/>
                    <a:pt x="14305" y="16885"/>
                  </a:cubicBezTo>
                  <a:cubicBezTo>
                    <a:pt x="14305" y="16500"/>
                    <a:pt x="15398" y="13671"/>
                    <a:pt x="14305" y="8978"/>
                  </a:cubicBezTo>
                  <a:cubicBezTo>
                    <a:pt x="13244" y="4317"/>
                    <a:pt x="12055" y="3513"/>
                    <a:pt x="10287" y="1745"/>
                  </a:cubicBezTo>
                  <a:cubicBezTo>
                    <a:pt x="9211" y="669"/>
                    <a:pt x="7257" y="0"/>
                    <a:pt x="5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4396;p64">
              <a:extLst>
                <a:ext uri="{FF2B5EF4-FFF2-40B4-BE49-F238E27FC236}">
                  <a16:creationId xmlns:a16="http://schemas.microsoft.com/office/drawing/2014/main" id="{4BB99A6A-9756-491A-6F78-A44944DC6D4C}"/>
                </a:ext>
              </a:extLst>
            </p:cNvPr>
            <p:cNvSpPr/>
            <p:nvPr/>
          </p:nvSpPr>
          <p:spPr>
            <a:xfrm>
              <a:off x="2324100" y="2770300"/>
              <a:ext cx="384150" cy="449250"/>
            </a:xfrm>
            <a:custGeom>
              <a:avLst/>
              <a:gdLst/>
              <a:ahLst/>
              <a:cxnLst/>
              <a:rect l="l" t="t" r="r" b="b"/>
              <a:pathLst>
                <a:path w="15366" h="17970" extrusionOk="0">
                  <a:moveTo>
                    <a:pt x="5626" y="515"/>
                  </a:moveTo>
                  <a:cubicBezTo>
                    <a:pt x="7490" y="515"/>
                    <a:pt x="9387" y="1190"/>
                    <a:pt x="10383" y="2186"/>
                  </a:cubicBezTo>
                  <a:cubicBezTo>
                    <a:pt x="11283" y="3086"/>
                    <a:pt x="11990" y="3697"/>
                    <a:pt x="12633" y="4661"/>
                  </a:cubicBezTo>
                  <a:cubicBezTo>
                    <a:pt x="13244" y="5626"/>
                    <a:pt x="13823" y="6976"/>
                    <a:pt x="14337" y="9290"/>
                  </a:cubicBezTo>
                  <a:cubicBezTo>
                    <a:pt x="14691" y="10833"/>
                    <a:pt x="14819" y="12183"/>
                    <a:pt x="14819" y="13276"/>
                  </a:cubicBezTo>
                  <a:cubicBezTo>
                    <a:pt x="14819" y="14401"/>
                    <a:pt x="14691" y="15269"/>
                    <a:pt x="14594" y="15912"/>
                  </a:cubicBezTo>
                  <a:cubicBezTo>
                    <a:pt x="14530" y="16233"/>
                    <a:pt x="14466" y="16490"/>
                    <a:pt x="14433" y="16683"/>
                  </a:cubicBezTo>
                  <a:cubicBezTo>
                    <a:pt x="14401" y="16780"/>
                    <a:pt x="14369" y="16876"/>
                    <a:pt x="14369" y="16940"/>
                  </a:cubicBezTo>
                  <a:cubicBezTo>
                    <a:pt x="14337" y="17005"/>
                    <a:pt x="14337" y="17069"/>
                    <a:pt x="14337" y="17133"/>
                  </a:cubicBezTo>
                  <a:cubicBezTo>
                    <a:pt x="14337" y="17133"/>
                    <a:pt x="14273" y="17230"/>
                    <a:pt x="14080" y="17294"/>
                  </a:cubicBezTo>
                  <a:cubicBezTo>
                    <a:pt x="13919" y="17358"/>
                    <a:pt x="13662" y="17423"/>
                    <a:pt x="13340" y="17423"/>
                  </a:cubicBezTo>
                  <a:cubicBezTo>
                    <a:pt x="12890" y="17423"/>
                    <a:pt x="12312" y="17326"/>
                    <a:pt x="11637" y="17037"/>
                  </a:cubicBezTo>
                  <a:cubicBezTo>
                    <a:pt x="11123" y="16812"/>
                    <a:pt x="10705" y="16715"/>
                    <a:pt x="10351" y="16715"/>
                  </a:cubicBezTo>
                  <a:cubicBezTo>
                    <a:pt x="9840" y="16715"/>
                    <a:pt x="9479" y="16891"/>
                    <a:pt x="9225" y="17065"/>
                  </a:cubicBezTo>
                  <a:lnTo>
                    <a:pt x="9225" y="17065"/>
                  </a:lnTo>
                  <a:lnTo>
                    <a:pt x="9130" y="15398"/>
                  </a:lnTo>
                  <a:cubicBezTo>
                    <a:pt x="9097" y="15301"/>
                    <a:pt x="9065" y="15237"/>
                    <a:pt x="9001" y="15173"/>
                  </a:cubicBezTo>
                  <a:cubicBezTo>
                    <a:pt x="8956" y="15150"/>
                    <a:pt x="8910" y="15127"/>
                    <a:pt x="8853" y="15127"/>
                  </a:cubicBezTo>
                  <a:cubicBezTo>
                    <a:pt x="8830" y="15127"/>
                    <a:pt x="8804" y="15131"/>
                    <a:pt x="8776" y="15140"/>
                  </a:cubicBezTo>
                  <a:lnTo>
                    <a:pt x="5981" y="15785"/>
                  </a:lnTo>
                  <a:lnTo>
                    <a:pt x="5981" y="15785"/>
                  </a:lnTo>
                  <a:cubicBezTo>
                    <a:pt x="5954" y="15758"/>
                    <a:pt x="5922" y="15725"/>
                    <a:pt x="5883" y="15687"/>
                  </a:cubicBezTo>
                  <a:cubicBezTo>
                    <a:pt x="5465" y="15301"/>
                    <a:pt x="4565" y="14401"/>
                    <a:pt x="3569" y="13212"/>
                  </a:cubicBezTo>
                  <a:cubicBezTo>
                    <a:pt x="2926" y="12440"/>
                    <a:pt x="2154" y="11187"/>
                    <a:pt x="1543" y="9869"/>
                  </a:cubicBezTo>
                  <a:cubicBezTo>
                    <a:pt x="965" y="8551"/>
                    <a:pt x="547" y="7169"/>
                    <a:pt x="547" y="6172"/>
                  </a:cubicBezTo>
                  <a:cubicBezTo>
                    <a:pt x="547" y="5176"/>
                    <a:pt x="1029" y="3922"/>
                    <a:pt x="1511" y="2925"/>
                  </a:cubicBezTo>
                  <a:cubicBezTo>
                    <a:pt x="1768" y="2443"/>
                    <a:pt x="2026" y="1993"/>
                    <a:pt x="2186" y="1704"/>
                  </a:cubicBezTo>
                  <a:cubicBezTo>
                    <a:pt x="2283" y="1543"/>
                    <a:pt x="2379" y="1415"/>
                    <a:pt x="2411" y="1350"/>
                  </a:cubicBezTo>
                  <a:cubicBezTo>
                    <a:pt x="2447" y="1298"/>
                    <a:pt x="2472" y="1264"/>
                    <a:pt x="2488" y="1245"/>
                  </a:cubicBezTo>
                  <a:lnTo>
                    <a:pt x="2488" y="1245"/>
                  </a:lnTo>
                  <a:cubicBezTo>
                    <a:pt x="3405" y="758"/>
                    <a:pt x="4500" y="515"/>
                    <a:pt x="5626" y="515"/>
                  </a:cubicBezTo>
                  <a:close/>
                  <a:moveTo>
                    <a:pt x="5626" y="0"/>
                  </a:moveTo>
                  <a:cubicBezTo>
                    <a:pt x="4404" y="0"/>
                    <a:pt x="3183" y="257"/>
                    <a:pt x="2154" y="836"/>
                  </a:cubicBezTo>
                  <a:lnTo>
                    <a:pt x="2058" y="900"/>
                  </a:lnTo>
                  <a:cubicBezTo>
                    <a:pt x="2058" y="933"/>
                    <a:pt x="1543" y="1672"/>
                    <a:pt x="1029" y="2700"/>
                  </a:cubicBezTo>
                  <a:cubicBezTo>
                    <a:pt x="547" y="3697"/>
                    <a:pt x="1" y="5015"/>
                    <a:pt x="1" y="6172"/>
                  </a:cubicBezTo>
                  <a:cubicBezTo>
                    <a:pt x="1" y="7297"/>
                    <a:pt x="451" y="8711"/>
                    <a:pt x="1061" y="10094"/>
                  </a:cubicBezTo>
                  <a:cubicBezTo>
                    <a:pt x="1672" y="11444"/>
                    <a:pt x="2444" y="12730"/>
                    <a:pt x="3151" y="13565"/>
                  </a:cubicBezTo>
                  <a:cubicBezTo>
                    <a:pt x="4501" y="15173"/>
                    <a:pt x="5722" y="16265"/>
                    <a:pt x="5722" y="16265"/>
                  </a:cubicBezTo>
                  <a:cubicBezTo>
                    <a:pt x="5769" y="16313"/>
                    <a:pt x="5834" y="16342"/>
                    <a:pt x="5890" y="16342"/>
                  </a:cubicBezTo>
                  <a:cubicBezTo>
                    <a:pt x="5910" y="16342"/>
                    <a:pt x="5930" y="16338"/>
                    <a:pt x="5947" y="16330"/>
                  </a:cubicBezTo>
                  <a:lnTo>
                    <a:pt x="8583" y="15719"/>
                  </a:lnTo>
                  <a:lnTo>
                    <a:pt x="8712" y="17680"/>
                  </a:lnTo>
                  <a:cubicBezTo>
                    <a:pt x="8712" y="17808"/>
                    <a:pt x="8808" y="17905"/>
                    <a:pt x="8937" y="17937"/>
                  </a:cubicBezTo>
                  <a:cubicBezTo>
                    <a:pt x="8954" y="17943"/>
                    <a:pt x="8972" y="17945"/>
                    <a:pt x="8990" y="17945"/>
                  </a:cubicBezTo>
                  <a:cubicBezTo>
                    <a:pt x="9077" y="17945"/>
                    <a:pt x="9173" y="17888"/>
                    <a:pt x="9226" y="17808"/>
                  </a:cubicBezTo>
                  <a:cubicBezTo>
                    <a:pt x="9226" y="17776"/>
                    <a:pt x="9322" y="17648"/>
                    <a:pt x="9483" y="17519"/>
                  </a:cubicBezTo>
                  <a:cubicBezTo>
                    <a:pt x="9676" y="17391"/>
                    <a:pt x="9933" y="17262"/>
                    <a:pt x="10351" y="17262"/>
                  </a:cubicBezTo>
                  <a:cubicBezTo>
                    <a:pt x="10608" y="17262"/>
                    <a:pt x="10994" y="17326"/>
                    <a:pt x="11412" y="17519"/>
                  </a:cubicBezTo>
                  <a:cubicBezTo>
                    <a:pt x="12151" y="17841"/>
                    <a:pt x="12794" y="17969"/>
                    <a:pt x="13340" y="17969"/>
                  </a:cubicBezTo>
                  <a:cubicBezTo>
                    <a:pt x="13758" y="17969"/>
                    <a:pt x="14112" y="17873"/>
                    <a:pt x="14401" y="17744"/>
                  </a:cubicBezTo>
                  <a:cubicBezTo>
                    <a:pt x="14530" y="17680"/>
                    <a:pt x="14626" y="17616"/>
                    <a:pt x="14723" y="17519"/>
                  </a:cubicBezTo>
                  <a:cubicBezTo>
                    <a:pt x="14819" y="17423"/>
                    <a:pt x="14883" y="17294"/>
                    <a:pt x="14883" y="17133"/>
                  </a:cubicBezTo>
                  <a:lnTo>
                    <a:pt x="14883" y="17101"/>
                  </a:lnTo>
                  <a:cubicBezTo>
                    <a:pt x="14883" y="17037"/>
                    <a:pt x="14916" y="16876"/>
                    <a:pt x="14980" y="16683"/>
                  </a:cubicBezTo>
                  <a:cubicBezTo>
                    <a:pt x="15108" y="16040"/>
                    <a:pt x="15366" y="14883"/>
                    <a:pt x="15333" y="13276"/>
                  </a:cubicBezTo>
                  <a:cubicBezTo>
                    <a:pt x="15366" y="12119"/>
                    <a:pt x="15237" y="10769"/>
                    <a:pt x="14883" y="9162"/>
                  </a:cubicBezTo>
                  <a:cubicBezTo>
                    <a:pt x="14337" y="6815"/>
                    <a:pt x="13758" y="5401"/>
                    <a:pt x="13083" y="4372"/>
                  </a:cubicBezTo>
                  <a:cubicBezTo>
                    <a:pt x="12408" y="3343"/>
                    <a:pt x="11637" y="2668"/>
                    <a:pt x="10769" y="1800"/>
                  </a:cubicBezTo>
                  <a:cubicBezTo>
                    <a:pt x="9612" y="675"/>
                    <a:pt x="7619" y="0"/>
                    <a:pt x="5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4397;p64">
              <a:extLst>
                <a:ext uri="{FF2B5EF4-FFF2-40B4-BE49-F238E27FC236}">
                  <a16:creationId xmlns:a16="http://schemas.microsoft.com/office/drawing/2014/main" id="{2DC8D114-901D-02A8-59D2-184463AB2E2C}"/>
                </a:ext>
              </a:extLst>
            </p:cNvPr>
            <p:cNvSpPr/>
            <p:nvPr/>
          </p:nvSpPr>
          <p:spPr>
            <a:xfrm>
              <a:off x="2377950" y="2807100"/>
              <a:ext cx="307800" cy="365025"/>
            </a:xfrm>
            <a:custGeom>
              <a:avLst/>
              <a:gdLst/>
              <a:ahLst/>
              <a:cxnLst/>
              <a:rect l="l" t="t" r="r" b="b"/>
              <a:pathLst>
                <a:path w="12312" h="14601" extrusionOk="0">
                  <a:moveTo>
                    <a:pt x="2462" y="0"/>
                  </a:moveTo>
                  <a:cubicBezTo>
                    <a:pt x="2040" y="0"/>
                    <a:pt x="1701" y="90"/>
                    <a:pt x="1479" y="264"/>
                  </a:cubicBezTo>
                  <a:cubicBezTo>
                    <a:pt x="1479" y="264"/>
                    <a:pt x="0" y="2804"/>
                    <a:pt x="804" y="4829"/>
                  </a:cubicBezTo>
                  <a:cubicBezTo>
                    <a:pt x="1607" y="6822"/>
                    <a:pt x="4147" y="9232"/>
                    <a:pt x="6172" y="10968"/>
                  </a:cubicBezTo>
                  <a:cubicBezTo>
                    <a:pt x="8165" y="12736"/>
                    <a:pt x="10704" y="14601"/>
                    <a:pt x="10704" y="14601"/>
                  </a:cubicBezTo>
                  <a:cubicBezTo>
                    <a:pt x="10704" y="14601"/>
                    <a:pt x="12312" y="10454"/>
                    <a:pt x="9772" y="5632"/>
                  </a:cubicBezTo>
                  <a:cubicBezTo>
                    <a:pt x="7707" y="1710"/>
                    <a:pt x="4301" y="0"/>
                    <a:pt x="2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4398;p64">
              <a:extLst>
                <a:ext uri="{FF2B5EF4-FFF2-40B4-BE49-F238E27FC236}">
                  <a16:creationId xmlns:a16="http://schemas.microsoft.com/office/drawing/2014/main" id="{004A82C1-F08D-F5EE-5A9F-3E7D148F90A7}"/>
                </a:ext>
              </a:extLst>
            </p:cNvPr>
            <p:cNvSpPr/>
            <p:nvPr/>
          </p:nvSpPr>
          <p:spPr>
            <a:xfrm>
              <a:off x="2385175" y="2800025"/>
              <a:ext cx="279675" cy="378875"/>
            </a:xfrm>
            <a:custGeom>
              <a:avLst/>
              <a:gdLst/>
              <a:ahLst/>
              <a:cxnLst/>
              <a:rect l="l" t="t" r="r" b="b"/>
              <a:pathLst>
                <a:path w="11187" h="15155" extrusionOk="0">
                  <a:moveTo>
                    <a:pt x="2186" y="547"/>
                  </a:moveTo>
                  <a:cubicBezTo>
                    <a:pt x="3022" y="547"/>
                    <a:pt x="4308" y="965"/>
                    <a:pt x="5594" y="1833"/>
                  </a:cubicBezTo>
                  <a:cubicBezTo>
                    <a:pt x="6912" y="2733"/>
                    <a:pt x="8229" y="4115"/>
                    <a:pt x="9258" y="6044"/>
                  </a:cubicBezTo>
                  <a:cubicBezTo>
                    <a:pt x="10351" y="8101"/>
                    <a:pt x="10640" y="10062"/>
                    <a:pt x="10640" y="11605"/>
                  </a:cubicBezTo>
                  <a:cubicBezTo>
                    <a:pt x="10640" y="12569"/>
                    <a:pt x="10544" y="13373"/>
                    <a:pt x="10415" y="13919"/>
                  </a:cubicBezTo>
                  <a:cubicBezTo>
                    <a:pt x="10368" y="14134"/>
                    <a:pt x="10320" y="14314"/>
                    <a:pt x="10285" y="14445"/>
                  </a:cubicBezTo>
                  <a:lnTo>
                    <a:pt x="10285" y="14445"/>
                  </a:lnTo>
                  <a:cubicBezTo>
                    <a:pt x="10246" y="14413"/>
                    <a:pt x="10204" y="14377"/>
                    <a:pt x="10158" y="14337"/>
                  </a:cubicBezTo>
                  <a:cubicBezTo>
                    <a:pt x="9355" y="13726"/>
                    <a:pt x="7554" y="12344"/>
                    <a:pt x="6044" y="11058"/>
                  </a:cubicBezTo>
                  <a:cubicBezTo>
                    <a:pt x="5047" y="10190"/>
                    <a:pt x="3922" y="9162"/>
                    <a:pt x="2926" y="8101"/>
                  </a:cubicBezTo>
                  <a:cubicBezTo>
                    <a:pt x="1961" y="7040"/>
                    <a:pt x="1126" y="5947"/>
                    <a:pt x="772" y="5015"/>
                  </a:cubicBezTo>
                  <a:cubicBezTo>
                    <a:pt x="611" y="4597"/>
                    <a:pt x="547" y="4179"/>
                    <a:pt x="547" y="3762"/>
                  </a:cubicBezTo>
                  <a:cubicBezTo>
                    <a:pt x="547" y="2990"/>
                    <a:pt x="740" y="2219"/>
                    <a:pt x="965" y="1640"/>
                  </a:cubicBezTo>
                  <a:cubicBezTo>
                    <a:pt x="1093" y="1351"/>
                    <a:pt x="1190" y="1094"/>
                    <a:pt x="1286" y="933"/>
                  </a:cubicBezTo>
                  <a:cubicBezTo>
                    <a:pt x="1316" y="873"/>
                    <a:pt x="1346" y="813"/>
                    <a:pt x="1376" y="753"/>
                  </a:cubicBezTo>
                  <a:lnTo>
                    <a:pt x="1376" y="753"/>
                  </a:lnTo>
                  <a:cubicBezTo>
                    <a:pt x="1541" y="634"/>
                    <a:pt x="1820" y="547"/>
                    <a:pt x="2186" y="547"/>
                  </a:cubicBezTo>
                  <a:close/>
                  <a:moveTo>
                    <a:pt x="2186" y="1"/>
                  </a:moveTo>
                  <a:cubicBezTo>
                    <a:pt x="1704" y="1"/>
                    <a:pt x="1318" y="97"/>
                    <a:pt x="1029" y="322"/>
                  </a:cubicBezTo>
                  <a:lnTo>
                    <a:pt x="965" y="419"/>
                  </a:lnTo>
                  <a:cubicBezTo>
                    <a:pt x="933" y="419"/>
                    <a:pt x="1" y="2026"/>
                    <a:pt x="1" y="3762"/>
                  </a:cubicBezTo>
                  <a:cubicBezTo>
                    <a:pt x="1" y="4244"/>
                    <a:pt x="65" y="4726"/>
                    <a:pt x="258" y="5208"/>
                  </a:cubicBezTo>
                  <a:cubicBezTo>
                    <a:pt x="676" y="6269"/>
                    <a:pt x="1543" y="7394"/>
                    <a:pt x="2540" y="8455"/>
                  </a:cubicBezTo>
                  <a:cubicBezTo>
                    <a:pt x="3536" y="9548"/>
                    <a:pt x="4694" y="10576"/>
                    <a:pt x="5690" y="11476"/>
                  </a:cubicBezTo>
                  <a:cubicBezTo>
                    <a:pt x="7715" y="13212"/>
                    <a:pt x="10255" y="15076"/>
                    <a:pt x="10255" y="15109"/>
                  </a:cubicBezTo>
                  <a:cubicBezTo>
                    <a:pt x="10300" y="15131"/>
                    <a:pt x="10362" y="15154"/>
                    <a:pt x="10428" y="15154"/>
                  </a:cubicBezTo>
                  <a:cubicBezTo>
                    <a:pt x="10455" y="15154"/>
                    <a:pt x="10483" y="15150"/>
                    <a:pt x="10512" y="15141"/>
                  </a:cubicBezTo>
                  <a:cubicBezTo>
                    <a:pt x="10576" y="15109"/>
                    <a:pt x="10640" y="15044"/>
                    <a:pt x="10672" y="14980"/>
                  </a:cubicBezTo>
                  <a:cubicBezTo>
                    <a:pt x="10672" y="14948"/>
                    <a:pt x="11187" y="13630"/>
                    <a:pt x="11187" y="11605"/>
                  </a:cubicBezTo>
                  <a:cubicBezTo>
                    <a:pt x="11187" y="9998"/>
                    <a:pt x="10865" y="7940"/>
                    <a:pt x="9708" y="5787"/>
                  </a:cubicBezTo>
                  <a:cubicBezTo>
                    <a:pt x="8680" y="3794"/>
                    <a:pt x="7265" y="2347"/>
                    <a:pt x="5883" y="1415"/>
                  </a:cubicBezTo>
                  <a:cubicBezTo>
                    <a:pt x="4533" y="451"/>
                    <a:pt x="3183" y="1"/>
                    <a:pt x="2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4399;p64">
              <a:extLst>
                <a:ext uri="{FF2B5EF4-FFF2-40B4-BE49-F238E27FC236}">
                  <a16:creationId xmlns:a16="http://schemas.microsoft.com/office/drawing/2014/main" id="{55054337-9103-0147-6429-CF8493847402}"/>
                </a:ext>
              </a:extLst>
            </p:cNvPr>
            <p:cNvSpPr/>
            <p:nvPr/>
          </p:nvSpPr>
          <p:spPr>
            <a:xfrm>
              <a:off x="2394825" y="2509125"/>
              <a:ext cx="381725" cy="495850"/>
            </a:xfrm>
            <a:custGeom>
              <a:avLst/>
              <a:gdLst/>
              <a:ahLst/>
              <a:cxnLst/>
              <a:rect l="l" t="t" r="r" b="b"/>
              <a:pathLst>
                <a:path w="15269" h="19834" extrusionOk="0">
                  <a:moveTo>
                    <a:pt x="12440" y="0"/>
                  </a:moveTo>
                  <a:cubicBezTo>
                    <a:pt x="12440" y="0"/>
                    <a:pt x="8840" y="2154"/>
                    <a:pt x="7908" y="2540"/>
                  </a:cubicBezTo>
                  <a:cubicBezTo>
                    <a:pt x="6943" y="2958"/>
                    <a:pt x="2925" y="4822"/>
                    <a:pt x="2411" y="7233"/>
                  </a:cubicBezTo>
                  <a:cubicBezTo>
                    <a:pt x="1865" y="9644"/>
                    <a:pt x="515" y="12987"/>
                    <a:pt x="257" y="13790"/>
                  </a:cubicBezTo>
                  <a:cubicBezTo>
                    <a:pt x="0" y="14594"/>
                    <a:pt x="257" y="15655"/>
                    <a:pt x="1061" y="16748"/>
                  </a:cubicBezTo>
                  <a:cubicBezTo>
                    <a:pt x="1865" y="17808"/>
                    <a:pt x="6140" y="19834"/>
                    <a:pt x="7104" y="19834"/>
                  </a:cubicBezTo>
                  <a:cubicBezTo>
                    <a:pt x="8036" y="19834"/>
                    <a:pt x="8422" y="14208"/>
                    <a:pt x="8422" y="14208"/>
                  </a:cubicBezTo>
                  <a:lnTo>
                    <a:pt x="12183" y="14208"/>
                  </a:lnTo>
                  <a:cubicBezTo>
                    <a:pt x="13662" y="14208"/>
                    <a:pt x="13115" y="13405"/>
                    <a:pt x="13533" y="11637"/>
                  </a:cubicBezTo>
                  <a:cubicBezTo>
                    <a:pt x="13919" y="9901"/>
                    <a:pt x="13662" y="7233"/>
                    <a:pt x="13662" y="7233"/>
                  </a:cubicBezTo>
                  <a:cubicBezTo>
                    <a:pt x="13662" y="7233"/>
                    <a:pt x="14722" y="5497"/>
                    <a:pt x="14980" y="5079"/>
                  </a:cubicBezTo>
                  <a:cubicBezTo>
                    <a:pt x="15269" y="4693"/>
                    <a:pt x="13372" y="3601"/>
                    <a:pt x="13372" y="3601"/>
                  </a:cubicBezTo>
                  <a:lnTo>
                    <a:pt x="13372" y="2668"/>
                  </a:lnTo>
                  <a:cubicBezTo>
                    <a:pt x="13372" y="2283"/>
                    <a:pt x="12440" y="0"/>
                    <a:pt x="124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4400;p64">
              <a:extLst>
                <a:ext uri="{FF2B5EF4-FFF2-40B4-BE49-F238E27FC236}">
                  <a16:creationId xmlns:a16="http://schemas.microsoft.com/office/drawing/2014/main" id="{89025CFF-E36F-4546-0717-F010D618D382}"/>
                </a:ext>
              </a:extLst>
            </p:cNvPr>
            <p:cNvSpPr/>
            <p:nvPr/>
          </p:nvSpPr>
          <p:spPr>
            <a:xfrm>
              <a:off x="2392400" y="2502175"/>
              <a:ext cx="384950" cy="509225"/>
            </a:xfrm>
            <a:custGeom>
              <a:avLst/>
              <a:gdLst/>
              <a:ahLst/>
              <a:cxnLst/>
              <a:rect l="l" t="t" r="r" b="b"/>
              <a:pathLst>
                <a:path w="15398" h="20369" extrusionOk="0">
                  <a:moveTo>
                    <a:pt x="12410" y="657"/>
                  </a:moveTo>
                  <a:cubicBezTo>
                    <a:pt x="12420" y="680"/>
                    <a:pt x="12430" y="703"/>
                    <a:pt x="12441" y="728"/>
                  </a:cubicBezTo>
                  <a:cubicBezTo>
                    <a:pt x="12569" y="1050"/>
                    <a:pt x="12762" y="1564"/>
                    <a:pt x="12923" y="2014"/>
                  </a:cubicBezTo>
                  <a:cubicBezTo>
                    <a:pt x="13019" y="2239"/>
                    <a:pt x="13084" y="2464"/>
                    <a:pt x="13148" y="2625"/>
                  </a:cubicBezTo>
                  <a:cubicBezTo>
                    <a:pt x="13148" y="2721"/>
                    <a:pt x="13180" y="2786"/>
                    <a:pt x="13212" y="2850"/>
                  </a:cubicBezTo>
                  <a:cubicBezTo>
                    <a:pt x="13212" y="2914"/>
                    <a:pt x="13212" y="2946"/>
                    <a:pt x="13212" y="2946"/>
                  </a:cubicBezTo>
                  <a:cubicBezTo>
                    <a:pt x="13212" y="3364"/>
                    <a:pt x="13212" y="3879"/>
                    <a:pt x="13212" y="3879"/>
                  </a:cubicBezTo>
                  <a:cubicBezTo>
                    <a:pt x="13212" y="3975"/>
                    <a:pt x="13276" y="4071"/>
                    <a:pt x="13341" y="4136"/>
                  </a:cubicBezTo>
                  <a:lnTo>
                    <a:pt x="13405" y="4168"/>
                  </a:lnTo>
                  <a:cubicBezTo>
                    <a:pt x="13566" y="4264"/>
                    <a:pt x="13951" y="4489"/>
                    <a:pt x="14305" y="4746"/>
                  </a:cubicBezTo>
                  <a:cubicBezTo>
                    <a:pt x="14466" y="4875"/>
                    <a:pt x="14627" y="5004"/>
                    <a:pt x="14723" y="5100"/>
                  </a:cubicBezTo>
                  <a:cubicBezTo>
                    <a:pt x="14755" y="5164"/>
                    <a:pt x="14819" y="5196"/>
                    <a:pt x="14819" y="5261"/>
                  </a:cubicBezTo>
                  <a:lnTo>
                    <a:pt x="14826" y="5267"/>
                  </a:lnTo>
                  <a:lnTo>
                    <a:pt x="14826" y="5267"/>
                  </a:lnTo>
                  <a:cubicBezTo>
                    <a:pt x="14531" y="5718"/>
                    <a:pt x="13534" y="7350"/>
                    <a:pt x="13534" y="7350"/>
                  </a:cubicBezTo>
                  <a:cubicBezTo>
                    <a:pt x="13501" y="7414"/>
                    <a:pt x="13469" y="7479"/>
                    <a:pt x="13469" y="7543"/>
                  </a:cubicBezTo>
                  <a:cubicBezTo>
                    <a:pt x="13469" y="7543"/>
                    <a:pt x="13501" y="7575"/>
                    <a:pt x="13501" y="7672"/>
                  </a:cubicBezTo>
                  <a:cubicBezTo>
                    <a:pt x="13534" y="7961"/>
                    <a:pt x="13566" y="8668"/>
                    <a:pt x="13566" y="9440"/>
                  </a:cubicBezTo>
                  <a:cubicBezTo>
                    <a:pt x="13566" y="10243"/>
                    <a:pt x="13501" y="11143"/>
                    <a:pt x="13341" y="11850"/>
                  </a:cubicBezTo>
                  <a:cubicBezTo>
                    <a:pt x="13148" y="12783"/>
                    <a:pt x="13180" y="13425"/>
                    <a:pt x="13084" y="13779"/>
                  </a:cubicBezTo>
                  <a:cubicBezTo>
                    <a:pt x="13051" y="13972"/>
                    <a:pt x="12987" y="14036"/>
                    <a:pt x="12923" y="14100"/>
                  </a:cubicBezTo>
                  <a:cubicBezTo>
                    <a:pt x="12826" y="14165"/>
                    <a:pt x="12634" y="14197"/>
                    <a:pt x="12280" y="14197"/>
                  </a:cubicBezTo>
                  <a:lnTo>
                    <a:pt x="8519" y="14197"/>
                  </a:lnTo>
                  <a:cubicBezTo>
                    <a:pt x="8391" y="14197"/>
                    <a:pt x="8262" y="14326"/>
                    <a:pt x="8262" y="14454"/>
                  </a:cubicBezTo>
                  <a:cubicBezTo>
                    <a:pt x="8262" y="14454"/>
                    <a:pt x="8230" y="14808"/>
                    <a:pt x="8198" y="15322"/>
                  </a:cubicBezTo>
                  <a:cubicBezTo>
                    <a:pt x="8101" y="16093"/>
                    <a:pt x="7973" y="17283"/>
                    <a:pt x="7748" y="18247"/>
                  </a:cubicBezTo>
                  <a:cubicBezTo>
                    <a:pt x="7651" y="18729"/>
                    <a:pt x="7523" y="19179"/>
                    <a:pt x="7426" y="19469"/>
                  </a:cubicBezTo>
                  <a:cubicBezTo>
                    <a:pt x="7362" y="19629"/>
                    <a:pt x="7298" y="19726"/>
                    <a:pt x="7233" y="19790"/>
                  </a:cubicBezTo>
                  <a:lnTo>
                    <a:pt x="7171" y="19821"/>
                  </a:lnTo>
                  <a:lnTo>
                    <a:pt x="7171" y="19821"/>
                  </a:lnTo>
                  <a:cubicBezTo>
                    <a:pt x="7073" y="19816"/>
                    <a:pt x="6925" y="19787"/>
                    <a:pt x="6751" y="19758"/>
                  </a:cubicBezTo>
                  <a:cubicBezTo>
                    <a:pt x="6076" y="19565"/>
                    <a:pt x="4855" y="19051"/>
                    <a:pt x="3762" y="18472"/>
                  </a:cubicBezTo>
                  <a:cubicBezTo>
                    <a:pt x="3215" y="18183"/>
                    <a:pt x="2701" y="17894"/>
                    <a:pt x="2251" y="17604"/>
                  </a:cubicBezTo>
                  <a:cubicBezTo>
                    <a:pt x="1833" y="17315"/>
                    <a:pt x="1512" y="17026"/>
                    <a:pt x="1383" y="16865"/>
                  </a:cubicBezTo>
                  <a:cubicBezTo>
                    <a:pt x="804" y="16093"/>
                    <a:pt x="515" y="15322"/>
                    <a:pt x="515" y="14711"/>
                  </a:cubicBezTo>
                  <a:cubicBezTo>
                    <a:pt x="515" y="14518"/>
                    <a:pt x="547" y="14326"/>
                    <a:pt x="612" y="14165"/>
                  </a:cubicBezTo>
                  <a:cubicBezTo>
                    <a:pt x="740" y="13779"/>
                    <a:pt x="1158" y="12718"/>
                    <a:pt x="1576" y="11465"/>
                  </a:cubicBezTo>
                  <a:cubicBezTo>
                    <a:pt x="2026" y="10243"/>
                    <a:pt x="2476" y="8797"/>
                    <a:pt x="2765" y="7575"/>
                  </a:cubicBezTo>
                  <a:cubicBezTo>
                    <a:pt x="2990" y="6482"/>
                    <a:pt x="4083" y="5421"/>
                    <a:pt x="5240" y="4618"/>
                  </a:cubicBezTo>
                  <a:cubicBezTo>
                    <a:pt x="6398" y="3814"/>
                    <a:pt x="7651" y="3268"/>
                    <a:pt x="8101" y="3075"/>
                  </a:cubicBezTo>
                  <a:cubicBezTo>
                    <a:pt x="8358" y="2946"/>
                    <a:pt x="8744" y="2753"/>
                    <a:pt x="9226" y="2496"/>
                  </a:cubicBezTo>
                  <a:cubicBezTo>
                    <a:pt x="10336" y="1891"/>
                    <a:pt x="11821" y="1009"/>
                    <a:pt x="12410" y="657"/>
                  </a:cubicBezTo>
                  <a:close/>
                  <a:moveTo>
                    <a:pt x="12542" y="0"/>
                  </a:moveTo>
                  <a:cubicBezTo>
                    <a:pt x="12495" y="0"/>
                    <a:pt x="12446" y="16"/>
                    <a:pt x="12409" y="53"/>
                  </a:cubicBezTo>
                  <a:cubicBezTo>
                    <a:pt x="12409" y="53"/>
                    <a:pt x="12184" y="182"/>
                    <a:pt x="11830" y="375"/>
                  </a:cubicBezTo>
                  <a:cubicBezTo>
                    <a:pt x="11283" y="696"/>
                    <a:pt x="10480" y="1178"/>
                    <a:pt x="9708" y="1596"/>
                  </a:cubicBezTo>
                  <a:cubicBezTo>
                    <a:pt x="8937" y="2046"/>
                    <a:pt x="8198" y="2432"/>
                    <a:pt x="7876" y="2561"/>
                  </a:cubicBezTo>
                  <a:cubicBezTo>
                    <a:pt x="7394" y="2786"/>
                    <a:pt x="6140" y="3364"/>
                    <a:pt x="4951" y="4200"/>
                  </a:cubicBezTo>
                  <a:cubicBezTo>
                    <a:pt x="3730" y="5036"/>
                    <a:pt x="2540" y="6129"/>
                    <a:pt x="2251" y="7447"/>
                  </a:cubicBezTo>
                  <a:cubicBezTo>
                    <a:pt x="1962" y="8636"/>
                    <a:pt x="1512" y="10082"/>
                    <a:pt x="1062" y="11304"/>
                  </a:cubicBezTo>
                  <a:cubicBezTo>
                    <a:pt x="644" y="12525"/>
                    <a:pt x="226" y="13554"/>
                    <a:pt x="97" y="13972"/>
                  </a:cubicBezTo>
                  <a:cubicBezTo>
                    <a:pt x="33" y="14229"/>
                    <a:pt x="1" y="14454"/>
                    <a:pt x="1" y="14711"/>
                  </a:cubicBezTo>
                  <a:cubicBezTo>
                    <a:pt x="1" y="15483"/>
                    <a:pt x="322" y="16351"/>
                    <a:pt x="933" y="17186"/>
                  </a:cubicBezTo>
                  <a:cubicBezTo>
                    <a:pt x="1190" y="17508"/>
                    <a:pt x="1608" y="17829"/>
                    <a:pt x="2154" y="18183"/>
                  </a:cubicBezTo>
                  <a:cubicBezTo>
                    <a:pt x="2990" y="18697"/>
                    <a:pt x="4019" y="19244"/>
                    <a:pt x="4983" y="19661"/>
                  </a:cubicBezTo>
                  <a:cubicBezTo>
                    <a:pt x="5433" y="19854"/>
                    <a:pt x="5883" y="20047"/>
                    <a:pt x="6269" y="20144"/>
                  </a:cubicBezTo>
                  <a:cubicBezTo>
                    <a:pt x="6655" y="20272"/>
                    <a:pt x="6944" y="20369"/>
                    <a:pt x="7201" y="20369"/>
                  </a:cubicBezTo>
                  <a:cubicBezTo>
                    <a:pt x="7330" y="20369"/>
                    <a:pt x="7426" y="20304"/>
                    <a:pt x="7523" y="20240"/>
                  </a:cubicBezTo>
                  <a:cubicBezTo>
                    <a:pt x="7683" y="20112"/>
                    <a:pt x="7780" y="19951"/>
                    <a:pt x="7876" y="19726"/>
                  </a:cubicBezTo>
                  <a:cubicBezTo>
                    <a:pt x="8069" y="19340"/>
                    <a:pt x="8198" y="18858"/>
                    <a:pt x="8294" y="18279"/>
                  </a:cubicBezTo>
                  <a:cubicBezTo>
                    <a:pt x="8574" y="16982"/>
                    <a:pt x="8713" y="15363"/>
                    <a:pt x="8774" y="14743"/>
                  </a:cubicBezTo>
                  <a:lnTo>
                    <a:pt x="12280" y="14743"/>
                  </a:lnTo>
                  <a:cubicBezTo>
                    <a:pt x="12666" y="14743"/>
                    <a:pt x="12955" y="14679"/>
                    <a:pt x="13180" y="14551"/>
                  </a:cubicBezTo>
                  <a:cubicBezTo>
                    <a:pt x="13373" y="14422"/>
                    <a:pt x="13501" y="14261"/>
                    <a:pt x="13566" y="14100"/>
                  </a:cubicBezTo>
                  <a:cubicBezTo>
                    <a:pt x="13662" y="13843"/>
                    <a:pt x="13662" y="13554"/>
                    <a:pt x="13694" y="13200"/>
                  </a:cubicBezTo>
                  <a:cubicBezTo>
                    <a:pt x="13726" y="12847"/>
                    <a:pt x="13759" y="12461"/>
                    <a:pt x="13887" y="11979"/>
                  </a:cubicBezTo>
                  <a:cubicBezTo>
                    <a:pt x="14048" y="11207"/>
                    <a:pt x="14112" y="10275"/>
                    <a:pt x="14112" y="9440"/>
                  </a:cubicBezTo>
                  <a:cubicBezTo>
                    <a:pt x="14112" y="8582"/>
                    <a:pt x="14049" y="7830"/>
                    <a:pt x="14025" y="7573"/>
                  </a:cubicBezTo>
                  <a:lnTo>
                    <a:pt x="14025" y="7573"/>
                  </a:lnTo>
                  <a:cubicBezTo>
                    <a:pt x="14110" y="7436"/>
                    <a:pt x="14318" y="7106"/>
                    <a:pt x="14562" y="6739"/>
                  </a:cubicBezTo>
                  <a:cubicBezTo>
                    <a:pt x="14852" y="6257"/>
                    <a:pt x="15173" y="5711"/>
                    <a:pt x="15302" y="5518"/>
                  </a:cubicBezTo>
                  <a:cubicBezTo>
                    <a:pt x="15366" y="5454"/>
                    <a:pt x="15398" y="5357"/>
                    <a:pt x="15366" y="5261"/>
                  </a:cubicBezTo>
                  <a:cubicBezTo>
                    <a:pt x="15366" y="5132"/>
                    <a:pt x="15334" y="5036"/>
                    <a:pt x="15269" y="4939"/>
                  </a:cubicBezTo>
                  <a:cubicBezTo>
                    <a:pt x="15173" y="4779"/>
                    <a:pt x="15012" y="4650"/>
                    <a:pt x="14852" y="4489"/>
                  </a:cubicBezTo>
                  <a:cubicBezTo>
                    <a:pt x="14471" y="4181"/>
                    <a:pt x="13986" y="3872"/>
                    <a:pt x="13759" y="3732"/>
                  </a:cubicBezTo>
                  <a:lnTo>
                    <a:pt x="13759" y="3732"/>
                  </a:lnTo>
                  <a:lnTo>
                    <a:pt x="13759" y="2946"/>
                  </a:lnTo>
                  <a:cubicBezTo>
                    <a:pt x="13759" y="2850"/>
                    <a:pt x="13726" y="2753"/>
                    <a:pt x="13694" y="2657"/>
                  </a:cubicBezTo>
                  <a:cubicBezTo>
                    <a:pt x="13598" y="2271"/>
                    <a:pt x="13373" y="1661"/>
                    <a:pt x="13180" y="1146"/>
                  </a:cubicBezTo>
                  <a:cubicBezTo>
                    <a:pt x="12987" y="600"/>
                    <a:pt x="12794" y="182"/>
                    <a:pt x="12794" y="182"/>
                  </a:cubicBezTo>
                  <a:cubicBezTo>
                    <a:pt x="12762" y="85"/>
                    <a:pt x="12698" y="53"/>
                    <a:pt x="12634" y="21"/>
                  </a:cubicBezTo>
                  <a:cubicBezTo>
                    <a:pt x="12607" y="8"/>
                    <a:pt x="12575" y="0"/>
                    <a:pt x="12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4401;p64">
              <a:extLst>
                <a:ext uri="{FF2B5EF4-FFF2-40B4-BE49-F238E27FC236}">
                  <a16:creationId xmlns:a16="http://schemas.microsoft.com/office/drawing/2014/main" id="{CA2B20FD-3654-0B58-496D-8D92B1A19EF7}"/>
                </a:ext>
              </a:extLst>
            </p:cNvPr>
            <p:cNvSpPr/>
            <p:nvPr/>
          </p:nvSpPr>
          <p:spPr>
            <a:xfrm>
              <a:off x="2123200" y="2738050"/>
              <a:ext cx="231475" cy="220100"/>
            </a:xfrm>
            <a:custGeom>
              <a:avLst/>
              <a:gdLst/>
              <a:ahLst/>
              <a:cxnLst/>
              <a:rect l="l" t="t" r="r" b="b"/>
              <a:pathLst>
                <a:path w="9259" h="8804" extrusionOk="0">
                  <a:moveTo>
                    <a:pt x="4693" y="0"/>
                  </a:moveTo>
                  <a:cubicBezTo>
                    <a:pt x="4303" y="0"/>
                    <a:pt x="3939" y="20"/>
                    <a:pt x="3633" y="69"/>
                  </a:cubicBezTo>
                  <a:cubicBezTo>
                    <a:pt x="2026" y="358"/>
                    <a:pt x="0" y="2640"/>
                    <a:pt x="0" y="4891"/>
                  </a:cubicBezTo>
                  <a:cubicBezTo>
                    <a:pt x="0" y="7173"/>
                    <a:pt x="1736" y="8523"/>
                    <a:pt x="4565" y="8780"/>
                  </a:cubicBezTo>
                  <a:cubicBezTo>
                    <a:pt x="4721" y="8796"/>
                    <a:pt x="4874" y="8804"/>
                    <a:pt x="5024" y="8804"/>
                  </a:cubicBezTo>
                  <a:cubicBezTo>
                    <a:pt x="7567" y="8804"/>
                    <a:pt x="9258" y="6583"/>
                    <a:pt x="9258" y="5308"/>
                  </a:cubicBezTo>
                  <a:cubicBezTo>
                    <a:pt x="9258" y="3958"/>
                    <a:pt x="9129" y="2480"/>
                    <a:pt x="8454" y="358"/>
                  </a:cubicBezTo>
                  <a:cubicBezTo>
                    <a:pt x="8454" y="358"/>
                    <a:pt x="6348" y="0"/>
                    <a:pt x="4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4402;p64">
              <a:extLst>
                <a:ext uri="{FF2B5EF4-FFF2-40B4-BE49-F238E27FC236}">
                  <a16:creationId xmlns:a16="http://schemas.microsoft.com/office/drawing/2014/main" id="{F91BA7AB-1734-EB19-1E9E-A2BAB2A9AE71}"/>
                </a:ext>
              </a:extLst>
            </p:cNvPr>
            <p:cNvSpPr/>
            <p:nvPr/>
          </p:nvSpPr>
          <p:spPr>
            <a:xfrm>
              <a:off x="2116775" y="2731725"/>
              <a:ext cx="244325" cy="233075"/>
            </a:xfrm>
            <a:custGeom>
              <a:avLst/>
              <a:gdLst/>
              <a:ahLst/>
              <a:cxnLst/>
              <a:rect l="l" t="t" r="r" b="b"/>
              <a:pathLst>
                <a:path w="9773" h="9323" extrusionOk="0">
                  <a:moveTo>
                    <a:pt x="5015" y="515"/>
                  </a:moveTo>
                  <a:cubicBezTo>
                    <a:pt x="5818" y="515"/>
                    <a:pt x="6718" y="611"/>
                    <a:pt x="7426" y="708"/>
                  </a:cubicBezTo>
                  <a:cubicBezTo>
                    <a:pt x="7779" y="740"/>
                    <a:pt x="8101" y="772"/>
                    <a:pt x="8326" y="804"/>
                  </a:cubicBezTo>
                  <a:cubicBezTo>
                    <a:pt x="8393" y="815"/>
                    <a:pt x="8453" y="827"/>
                    <a:pt x="8502" y="837"/>
                  </a:cubicBezTo>
                  <a:lnTo>
                    <a:pt x="8502" y="837"/>
                  </a:lnTo>
                  <a:cubicBezTo>
                    <a:pt x="9104" y="2871"/>
                    <a:pt x="9226" y="4277"/>
                    <a:pt x="9226" y="5561"/>
                  </a:cubicBezTo>
                  <a:cubicBezTo>
                    <a:pt x="9226" y="5819"/>
                    <a:pt x="9161" y="6172"/>
                    <a:pt x="8969" y="6526"/>
                  </a:cubicBezTo>
                  <a:cubicBezTo>
                    <a:pt x="8679" y="7072"/>
                    <a:pt x="8197" y="7619"/>
                    <a:pt x="7586" y="8069"/>
                  </a:cubicBezTo>
                  <a:cubicBezTo>
                    <a:pt x="6943" y="8487"/>
                    <a:pt x="6140" y="8776"/>
                    <a:pt x="5240" y="8776"/>
                  </a:cubicBezTo>
                  <a:lnTo>
                    <a:pt x="4854" y="8776"/>
                  </a:lnTo>
                  <a:cubicBezTo>
                    <a:pt x="3472" y="8647"/>
                    <a:pt x="2379" y="8262"/>
                    <a:pt x="1672" y="7651"/>
                  </a:cubicBezTo>
                  <a:cubicBezTo>
                    <a:pt x="932" y="7040"/>
                    <a:pt x="547" y="6236"/>
                    <a:pt x="547" y="5144"/>
                  </a:cubicBezTo>
                  <a:cubicBezTo>
                    <a:pt x="515" y="4083"/>
                    <a:pt x="997" y="2990"/>
                    <a:pt x="1672" y="2154"/>
                  </a:cubicBezTo>
                  <a:cubicBezTo>
                    <a:pt x="2347" y="1318"/>
                    <a:pt x="3215" y="708"/>
                    <a:pt x="3922" y="611"/>
                  </a:cubicBezTo>
                  <a:cubicBezTo>
                    <a:pt x="4211" y="547"/>
                    <a:pt x="4597" y="515"/>
                    <a:pt x="5015" y="515"/>
                  </a:cubicBezTo>
                  <a:close/>
                  <a:moveTo>
                    <a:pt x="5015" y="0"/>
                  </a:moveTo>
                  <a:cubicBezTo>
                    <a:pt x="4565" y="0"/>
                    <a:pt x="4179" y="0"/>
                    <a:pt x="3825" y="65"/>
                  </a:cubicBezTo>
                  <a:cubicBezTo>
                    <a:pt x="2925" y="225"/>
                    <a:pt x="1993" y="900"/>
                    <a:pt x="1254" y="1833"/>
                  </a:cubicBezTo>
                  <a:cubicBezTo>
                    <a:pt x="515" y="2765"/>
                    <a:pt x="0" y="3922"/>
                    <a:pt x="0" y="5144"/>
                  </a:cubicBezTo>
                  <a:cubicBezTo>
                    <a:pt x="0" y="6365"/>
                    <a:pt x="482" y="7361"/>
                    <a:pt x="1318" y="8069"/>
                  </a:cubicBezTo>
                  <a:cubicBezTo>
                    <a:pt x="2154" y="8744"/>
                    <a:pt x="3343" y="9162"/>
                    <a:pt x="4790" y="9290"/>
                  </a:cubicBezTo>
                  <a:cubicBezTo>
                    <a:pt x="4951" y="9322"/>
                    <a:pt x="5111" y="9322"/>
                    <a:pt x="5240" y="9322"/>
                  </a:cubicBezTo>
                  <a:cubicBezTo>
                    <a:pt x="6622" y="9322"/>
                    <a:pt x="7747" y="8744"/>
                    <a:pt x="8519" y="7972"/>
                  </a:cubicBezTo>
                  <a:cubicBezTo>
                    <a:pt x="8904" y="7586"/>
                    <a:pt x="9226" y="7169"/>
                    <a:pt x="9451" y="6751"/>
                  </a:cubicBezTo>
                  <a:cubicBezTo>
                    <a:pt x="9644" y="6333"/>
                    <a:pt x="9772" y="5947"/>
                    <a:pt x="9772" y="5561"/>
                  </a:cubicBezTo>
                  <a:cubicBezTo>
                    <a:pt x="9772" y="4211"/>
                    <a:pt x="9644" y="2701"/>
                    <a:pt x="8969" y="515"/>
                  </a:cubicBezTo>
                  <a:cubicBezTo>
                    <a:pt x="8936" y="418"/>
                    <a:pt x="8840" y="354"/>
                    <a:pt x="8744" y="322"/>
                  </a:cubicBezTo>
                  <a:cubicBezTo>
                    <a:pt x="8744" y="322"/>
                    <a:pt x="6686" y="0"/>
                    <a:pt x="5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4403;p64">
              <a:extLst>
                <a:ext uri="{FF2B5EF4-FFF2-40B4-BE49-F238E27FC236}">
                  <a16:creationId xmlns:a16="http://schemas.microsoft.com/office/drawing/2014/main" id="{41D428DE-661A-E269-3F46-FF47158AF785}"/>
                </a:ext>
              </a:extLst>
            </p:cNvPr>
            <p:cNvSpPr/>
            <p:nvPr/>
          </p:nvSpPr>
          <p:spPr>
            <a:xfrm>
              <a:off x="2243750" y="2333400"/>
              <a:ext cx="502275" cy="521250"/>
            </a:xfrm>
            <a:custGeom>
              <a:avLst/>
              <a:gdLst/>
              <a:ahLst/>
              <a:cxnLst/>
              <a:rect l="l" t="t" r="r" b="b"/>
              <a:pathLst>
                <a:path w="20091" h="20850" extrusionOk="0">
                  <a:moveTo>
                    <a:pt x="13011" y="0"/>
                  </a:moveTo>
                  <a:cubicBezTo>
                    <a:pt x="11342" y="0"/>
                    <a:pt x="9372" y="221"/>
                    <a:pt x="6847" y="1147"/>
                  </a:cubicBezTo>
                  <a:cubicBezTo>
                    <a:pt x="2025" y="2883"/>
                    <a:pt x="0" y="8508"/>
                    <a:pt x="289" y="11433"/>
                  </a:cubicBezTo>
                  <a:cubicBezTo>
                    <a:pt x="547" y="14390"/>
                    <a:pt x="4950" y="20434"/>
                    <a:pt x="7233" y="20819"/>
                  </a:cubicBezTo>
                  <a:cubicBezTo>
                    <a:pt x="7345" y="20840"/>
                    <a:pt x="7453" y="20850"/>
                    <a:pt x="7555" y="20850"/>
                  </a:cubicBezTo>
                  <a:cubicBezTo>
                    <a:pt x="9515" y="20850"/>
                    <a:pt x="9515" y="17219"/>
                    <a:pt x="9515" y="17219"/>
                  </a:cubicBezTo>
                  <a:lnTo>
                    <a:pt x="11797" y="15869"/>
                  </a:lnTo>
                  <a:cubicBezTo>
                    <a:pt x="11797" y="15869"/>
                    <a:pt x="16876" y="10372"/>
                    <a:pt x="18483" y="7029"/>
                  </a:cubicBezTo>
                  <a:cubicBezTo>
                    <a:pt x="20090" y="3686"/>
                    <a:pt x="19576" y="183"/>
                    <a:pt x="17004" y="183"/>
                  </a:cubicBezTo>
                  <a:cubicBezTo>
                    <a:pt x="15795" y="183"/>
                    <a:pt x="14528" y="0"/>
                    <a:pt x="13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4404;p64">
              <a:extLst>
                <a:ext uri="{FF2B5EF4-FFF2-40B4-BE49-F238E27FC236}">
                  <a16:creationId xmlns:a16="http://schemas.microsoft.com/office/drawing/2014/main" id="{0461EC21-C00C-F45F-A3D9-E238282629CD}"/>
                </a:ext>
              </a:extLst>
            </p:cNvPr>
            <p:cNvSpPr/>
            <p:nvPr/>
          </p:nvSpPr>
          <p:spPr>
            <a:xfrm>
              <a:off x="2242925" y="2326700"/>
              <a:ext cx="492650" cy="534425"/>
            </a:xfrm>
            <a:custGeom>
              <a:avLst/>
              <a:gdLst/>
              <a:ahLst/>
              <a:cxnLst/>
              <a:rect l="l" t="t" r="r" b="b"/>
              <a:pathLst>
                <a:path w="19706" h="21377" extrusionOk="0">
                  <a:moveTo>
                    <a:pt x="13019" y="547"/>
                  </a:moveTo>
                  <a:cubicBezTo>
                    <a:pt x="14530" y="547"/>
                    <a:pt x="15816" y="740"/>
                    <a:pt x="17037" y="740"/>
                  </a:cubicBezTo>
                  <a:cubicBezTo>
                    <a:pt x="17777" y="740"/>
                    <a:pt x="18259" y="1029"/>
                    <a:pt x="18613" y="1511"/>
                  </a:cubicBezTo>
                  <a:cubicBezTo>
                    <a:pt x="18966" y="2026"/>
                    <a:pt x="19159" y="2765"/>
                    <a:pt x="19159" y="3633"/>
                  </a:cubicBezTo>
                  <a:cubicBezTo>
                    <a:pt x="19159" y="4694"/>
                    <a:pt x="18870" y="5947"/>
                    <a:pt x="18291" y="7169"/>
                  </a:cubicBezTo>
                  <a:cubicBezTo>
                    <a:pt x="17488" y="8808"/>
                    <a:pt x="15848" y="11026"/>
                    <a:pt x="14370" y="12794"/>
                  </a:cubicBezTo>
                  <a:cubicBezTo>
                    <a:pt x="13630" y="13694"/>
                    <a:pt x="12955" y="14466"/>
                    <a:pt x="12441" y="15044"/>
                  </a:cubicBezTo>
                  <a:cubicBezTo>
                    <a:pt x="12184" y="15333"/>
                    <a:pt x="11991" y="15558"/>
                    <a:pt x="11862" y="15719"/>
                  </a:cubicBezTo>
                  <a:cubicBezTo>
                    <a:pt x="11702" y="15880"/>
                    <a:pt x="11637" y="15944"/>
                    <a:pt x="11637" y="15944"/>
                  </a:cubicBezTo>
                  <a:lnTo>
                    <a:pt x="11640" y="15947"/>
                  </a:lnTo>
                  <a:lnTo>
                    <a:pt x="11640" y="15947"/>
                  </a:lnTo>
                  <a:lnTo>
                    <a:pt x="9419" y="17230"/>
                  </a:lnTo>
                  <a:cubicBezTo>
                    <a:pt x="9323" y="17294"/>
                    <a:pt x="9291" y="17391"/>
                    <a:pt x="9291" y="17487"/>
                  </a:cubicBezTo>
                  <a:cubicBezTo>
                    <a:pt x="9291" y="17487"/>
                    <a:pt x="9291" y="17519"/>
                    <a:pt x="9291" y="17616"/>
                  </a:cubicBezTo>
                  <a:cubicBezTo>
                    <a:pt x="9259" y="17937"/>
                    <a:pt x="9194" y="18805"/>
                    <a:pt x="8937" y="19544"/>
                  </a:cubicBezTo>
                  <a:cubicBezTo>
                    <a:pt x="8809" y="19930"/>
                    <a:pt x="8648" y="20252"/>
                    <a:pt x="8423" y="20477"/>
                  </a:cubicBezTo>
                  <a:cubicBezTo>
                    <a:pt x="8198" y="20702"/>
                    <a:pt x="7941" y="20830"/>
                    <a:pt x="7587" y="20862"/>
                  </a:cubicBezTo>
                  <a:cubicBezTo>
                    <a:pt x="7491" y="20862"/>
                    <a:pt x="7426" y="20830"/>
                    <a:pt x="7330" y="20830"/>
                  </a:cubicBezTo>
                  <a:cubicBezTo>
                    <a:pt x="6848" y="20734"/>
                    <a:pt x="6173" y="20316"/>
                    <a:pt x="5433" y="19673"/>
                  </a:cubicBezTo>
                  <a:cubicBezTo>
                    <a:pt x="4373" y="18677"/>
                    <a:pt x="3183" y="17230"/>
                    <a:pt x="2251" y="15719"/>
                  </a:cubicBezTo>
                  <a:cubicBezTo>
                    <a:pt x="1319" y="14241"/>
                    <a:pt x="676" y="12698"/>
                    <a:pt x="580" y="11701"/>
                  </a:cubicBezTo>
                  <a:cubicBezTo>
                    <a:pt x="547" y="11508"/>
                    <a:pt x="547" y="11348"/>
                    <a:pt x="547" y="11155"/>
                  </a:cubicBezTo>
                  <a:cubicBezTo>
                    <a:pt x="547" y="9708"/>
                    <a:pt x="1062" y="7715"/>
                    <a:pt x="2090" y="5883"/>
                  </a:cubicBezTo>
                  <a:cubicBezTo>
                    <a:pt x="3151" y="4083"/>
                    <a:pt x="4758" y="2444"/>
                    <a:pt x="6976" y="1640"/>
                  </a:cubicBezTo>
                  <a:cubicBezTo>
                    <a:pt x="9451" y="772"/>
                    <a:pt x="11380" y="547"/>
                    <a:pt x="13019" y="547"/>
                  </a:cubicBezTo>
                  <a:close/>
                  <a:moveTo>
                    <a:pt x="13019" y="1"/>
                  </a:moveTo>
                  <a:cubicBezTo>
                    <a:pt x="11316" y="1"/>
                    <a:pt x="9323" y="226"/>
                    <a:pt x="6783" y="1158"/>
                  </a:cubicBezTo>
                  <a:cubicBezTo>
                    <a:pt x="4437" y="1994"/>
                    <a:pt x="2733" y="3729"/>
                    <a:pt x="1640" y="5626"/>
                  </a:cubicBezTo>
                  <a:cubicBezTo>
                    <a:pt x="547" y="7522"/>
                    <a:pt x="33" y="9580"/>
                    <a:pt x="1" y="11155"/>
                  </a:cubicBezTo>
                  <a:cubicBezTo>
                    <a:pt x="1" y="11380"/>
                    <a:pt x="33" y="11540"/>
                    <a:pt x="33" y="11733"/>
                  </a:cubicBezTo>
                  <a:cubicBezTo>
                    <a:pt x="130" y="12537"/>
                    <a:pt x="451" y="13469"/>
                    <a:pt x="933" y="14498"/>
                  </a:cubicBezTo>
                  <a:cubicBezTo>
                    <a:pt x="1705" y="15976"/>
                    <a:pt x="2798" y="17616"/>
                    <a:pt x="3923" y="18902"/>
                  </a:cubicBezTo>
                  <a:cubicBezTo>
                    <a:pt x="4501" y="19544"/>
                    <a:pt x="5080" y="20123"/>
                    <a:pt x="5658" y="20541"/>
                  </a:cubicBezTo>
                  <a:cubicBezTo>
                    <a:pt x="6205" y="20959"/>
                    <a:pt x="6719" y="21248"/>
                    <a:pt x="7233" y="21345"/>
                  </a:cubicBezTo>
                  <a:cubicBezTo>
                    <a:pt x="7362" y="21377"/>
                    <a:pt x="7458" y="21377"/>
                    <a:pt x="7587" y="21377"/>
                  </a:cubicBezTo>
                  <a:cubicBezTo>
                    <a:pt x="8166" y="21377"/>
                    <a:pt x="8616" y="21087"/>
                    <a:pt x="8937" y="20702"/>
                  </a:cubicBezTo>
                  <a:cubicBezTo>
                    <a:pt x="9387" y="20123"/>
                    <a:pt x="9612" y="19319"/>
                    <a:pt x="9709" y="18677"/>
                  </a:cubicBezTo>
                  <a:cubicBezTo>
                    <a:pt x="9774" y="18221"/>
                    <a:pt x="9795" y="17839"/>
                    <a:pt x="9802" y="17638"/>
                  </a:cubicBezTo>
                  <a:lnTo>
                    <a:pt x="9802" y="17638"/>
                  </a:lnTo>
                  <a:lnTo>
                    <a:pt x="11959" y="16362"/>
                  </a:lnTo>
                  <a:lnTo>
                    <a:pt x="12023" y="16330"/>
                  </a:lnTo>
                  <a:cubicBezTo>
                    <a:pt x="12023" y="16298"/>
                    <a:pt x="13309" y="14948"/>
                    <a:pt x="14787" y="13148"/>
                  </a:cubicBezTo>
                  <a:cubicBezTo>
                    <a:pt x="16266" y="11348"/>
                    <a:pt x="17938" y="9130"/>
                    <a:pt x="18773" y="7394"/>
                  </a:cubicBezTo>
                  <a:cubicBezTo>
                    <a:pt x="19384" y="6108"/>
                    <a:pt x="19705" y="4790"/>
                    <a:pt x="19705" y="3633"/>
                  </a:cubicBezTo>
                  <a:cubicBezTo>
                    <a:pt x="19705" y="2669"/>
                    <a:pt x="19480" y="1833"/>
                    <a:pt x="19063" y="1190"/>
                  </a:cubicBezTo>
                  <a:cubicBezTo>
                    <a:pt x="18613" y="579"/>
                    <a:pt x="17905" y="193"/>
                    <a:pt x="17037" y="193"/>
                  </a:cubicBezTo>
                  <a:cubicBezTo>
                    <a:pt x="15848" y="193"/>
                    <a:pt x="14562" y="1"/>
                    <a:pt x="13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4405;p64">
              <a:extLst>
                <a:ext uri="{FF2B5EF4-FFF2-40B4-BE49-F238E27FC236}">
                  <a16:creationId xmlns:a16="http://schemas.microsoft.com/office/drawing/2014/main" id="{E5A7C7F4-FBD1-80A4-BC0A-2E784FCBB84C}"/>
                </a:ext>
              </a:extLst>
            </p:cNvPr>
            <p:cNvSpPr/>
            <p:nvPr/>
          </p:nvSpPr>
          <p:spPr>
            <a:xfrm>
              <a:off x="2451875" y="2703050"/>
              <a:ext cx="116550" cy="119500"/>
            </a:xfrm>
            <a:custGeom>
              <a:avLst/>
              <a:gdLst/>
              <a:ahLst/>
              <a:cxnLst/>
              <a:rect l="l" t="t" r="r" b="b"/>
              <a:pathLst>
                <a:path w="4662" h="4780" extrusionOk="0">
                  <a:moveTo>
                    <a:pt x="2012" y="0"/>
                  </a:moveTo>
                  <a:cubicBezTo>
                    <a:pt x="1830" y="0"/>
                    <a:pt x="1641" y="46"/>
                    <a:pt x="1447" y="151"/>
                  </a:cubicBezTo>
                  <a:cubicBezTo>
                    <a:pt x="1" y="955"/>
                    <a:pt x="1318" y="3880"/>
                    <a:pt x="2251" y="4555"/>
                  </a:cubicBezTo>
                  <a:cubicBezTo>
                    <a:pt x="2483" y="4718"/>
                    <a:pt x="2744" y="4779"/>
                    <a:pt x="3006" y="4779"/>
                  </a:cubicBezTo>
                  <a:cubicBezTo>
                    <a:pt x="3829" y="4779"/>
                    <a:pt x="4661" y="4169"/>
                    <a:pt x="4661" y="4169"/>
                  </a:cubicBezTo>
                  <a:lnTo>
                    <a:pt x="4147" y="2015"/>
                  </a:lnTo>
                  <a:cubicBezTo>
                    <a:pt x="4147" y="2015"/>
                    <a:pt x="3224" y="0"/>
                    <a:pt x="20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4406;p64">
              <a:extLst>
                <a:ext uri="{FF2B5EF4-FFF2-40B4-BE49-F238E27FC236}">
                  <a16:creationId xmlns:a16="http://schemas.microsoft.com/office/drawing/2014/main" id="{2724CA52-E0F2-4E26-5EEA-CF92FF2A6810}"/>
                </a:ext>
              </a:extLst>
            </p:cNvPr>
            <p:cNvSpPr/>
            <p:nvPr/>
          </p:nvSpPr>
          <p:spPr>
            <a:xfrm>
              <a:off x="2465525" y="2696375"/>
              <a:ext cx="110925" cy="132600"/>
            </a:xfrm>
            <a:custGeom>
              <a:avLst/>
              <a:gdLst/>
              <a:ahLst/>
              <a:cxnLst/>
              <a:rect l="l" t="t" r="r" b="b"/>
              <a:pathLst>
                <a:path w="4437" h="5304" extrusionOk="0">
                  <a:moveTo>
                    <a:pt x="1480" y="0"/>
                  </a:moveTo>
                  <a:cubicBezTo>
                    <a:pt x="1255" y="0"/>
                    <a:pt x="997" y="32"/>
                    <a:pt x="772" y="161"/>
                  </a:cubicBezTo>
                  <a:cubicBezTo>
                    <a:pt x="515" y="321"/>
                    <a:pt x="290" y="546"/>
                    <a:pt x="162" y="836"/>
                  </a:cubicBezTo>
                  <a:cubicBezTo>
                    <a:pt x="33" y="1093"/>
                    <a:pt x="1" y="1382"/>
                    <a:pt x="1" y="1704"/>
                  </a:cubicBezTo>
                  <a:cubicBezTo>
                    <a:pt x="1" y="2347"/>
                    <a:pt x="194" y="3054"/>
                    <a:pt x="515" y="3632"/>
                  </a:cubicBezTo>
                  <a:cubicBezTo>
                    <a:pt x="805" y="4243"/>
                    <a:pt x="1190" y="4757"/>
                    <a:pt x="1576" y="5047"/>
                  </a:cubicBezTo>
                  <a:cubicBezTo>
                    <a:pt x="1833" y="5240"/>
                    <a:pt x="2155" y="5304"/>
                    <a:pt x="2444" y="5304"/>
                  </a:cubicBezTo>
                  <a:cubicBezTo>
                    <a:pt x="2926" y="5304"/>
                    <a:pt x="3376" y="5143"/>
                    <a:pt x="3730" y="4982"/>
                  </a:cubicBezTo>
                  <a:cubicBezTo>
                    <a:pt x="4051" y="4822"/>
                    <a:pt x="4276" y="4661"/>
                    <a:pt x="4276" y="4629"/>
                  </a:cubicBezTo>
                  <a:cubicBezTo>
                    <a:pt x="4405" y="4565"/>
                    <a:pt x="4437" y="4404"/>
                    <a:pt x="4340" y="4275"/>
                  </a:cubicBezTo>
                  <a:cubicBezTo>
                    <a:pt x="4282" y="4197"/>
                    <a:pt x="4200" y="4155"/>
                    <a:pt x="4116" y="4155"/>
                  </a:cubicBezTo>
                  <a:cubicBezTo>
                    <a:pt x="4061" y="4155"/>
                    <a:pt x="4005" y="4173"/>
                    <a:pt x="3955" y="4211"/>
                  </a:cubicBezTo>
                  <a:cubicBezTo>
                    <a:pt x="3923" y="4243"/>
                    <a:pt x="3698" y="4404"/>
                    <a:pt x="3408" y="4532"/>
                  </a:cubicBezTo>
                  <a:cubicBezTo>
                    <a:pt x="3119" y="4661"/>
                    <a:pt x="2765" y="4790"/>
                    <a:pt x="2444" y="4790"/>
                  </a:cubicBezTo>
                  <a:cubicBezTo>
                    <a:pt x="2219" y="4790"/>
                    <a:pt x="2058" y="4725"/>
                    <a:pt x="1865" y="4597"/>
                  </a:cubicBezTo>
                  <a:cubicBezTo>
                    <a:pt x="1608" y="4436"/>
                    <a:pt x="1255" y="3954"/>
                    <a:pt x="997" y="3407"/>
                  </a:cubicBezTo>
                  <a:cubicBezTo>
                    <a:pt x="708" y="2861"/>
                    <a:pt x="515" y="2218"/>
                    <a:pt x="515" y="1704"/>
                  </a:cubicBezTo>
                  <a:cubicBezTo>
                    <a:pt x="515" y="1447"/>
                    <a:pt x="580" y="1222"/>
                    <a:pt x="644" y="1061"/>
                  </a:cubicBezTo>
                  <a:cubicBezTo>
                    <a:pt x="740" y="868"/>
                    <a:pt x="869" y="739"/>
                    <a:pt x="1030" y="643"/>
                  </a:cubicBezTo>
                  <a:cubicBezTo>
                    <a:pt x="1190" y="546"/>
                    <a:pt x="1351" y="514"/>
                    <a:pt x="1480" y="514"/>
                  </a:cubicBezTo>
                  <a:cubicBezTo>
                    <a:pt x="1705" y="514"/>
                    <a:pt x="1930" y="611"/>
                    <a:pt x="2155" y="804"/>
                  </a:cubicBezTo>
                  <a:cubicBezTo>
                    <a:pt x="2476" y="1029"/>
                    <a:pt x="2798" y="1447"/>
                    <a:pt x="3023" y="1800"/>
                  </a:cubicBezTo>
                  <a:cubicBezTo>
                    <a:pt x="3119" y="1961"/>
                    <a:pt x="3215" y="2122"/>
                    <a:pt x="3248" y="2218"/>
                  </a:cubicBezTo>
                  <a:cubicBezTo>
                    <a:pt x="3280" y="2282"/>
                    <a:pt x="3312" y="2314"/>
                    <a:pt x="3312" y="2347"/>
                  </a:cubicBezTo>
                  <a:lnTo>
                    <a:pt x="3344" y="2379"/>
                  </a:lnTo>
                  <a:cubicBezTo>
                    <a:pt x="3392" y="2498"/>
                    <a:pt x="3492" y="2564"/>
                    <a:pt x="3594" y="2564"/>
                  </a:cubicBezTo>
                  <a:cubicBezTo>
                    <a:pt x="3629" y="2564"/>
                    <a:pt x="3664" y="2556"/>
                    <a:pt x="3698" y="2539"/>
                  </a:cubicBezTo>
                  <a:cubicBezTo>
                    <a:pt x="3826" y="2475"/>
                    <a:pt x="3890" y="2314"/>
                    <a:pt x="3826" y="2186"/>
                  </a:cubicBezTo>
                  <a:cubicBezTo>
                    <a:pt x="3826" y="2154"/>
                    <a:pt x="3601" y="1639"/>
                    <a:pt x="3215" y="1125"/>
                  </a:cubicBezTo>
                  <a:cubicBezTo>
                    <a:pt x="2990" y="836"/>
                    <a:pt x="2765" y="579"/>
                    <a:pt x="2476" y="354"/>
                  </a:cubicBezTo>
                  <a:cubicBezTo>
                    <a:pt x="2187" y="161"/>
                    <a:pt x="1865" y="0"/>
                    <a:pt x="1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4407;p64">
              <a:extLst>
                <a:ext uri="{FF2B5EF4-FFF2-40B4-BE49-F238E27FC236}">
                  <a16:creationId xmlns:a16="http://schemas.microsoft.com/office/drawing/2014/main" id="{4BFE4A1A-647E-360C-E7B8-237F2A04265F}"/>
                </a:ext>
              </a:extLst>
            </p:cNvPr>
            <p:cNvSpPr/>
            <p:nvPr/>
          </p:nvSpPr>
          <p:spPr>
            <a:xfrm>
              <a:off x="2691350" y="2592500"/>
              <a:ext cx="45825" cy="63900"/>
            </a:xfrm>
            <a:custGeom>
              <a:avLst/>
              <a:gdLst/>
              <a:ahLst/>
              <a:cxnLst/>
              <a:rect l="l" t="t" r="r" b="b"/>
              <a:pathLst>
                <a:path w="1833" h="2556" extrusionOk="0">
                  <a:moveTo>
                    <a:pt x="1530" y="0"/>
                  </a:moveTo>
                  <a:cubicBezTo>
                    <a:pt x="1406" y="0"/>
                    <a:pt x="1308" y="67"/>
                    <a:pt x="1254" y="201"/>
                  </a:cubicBezTo>
                  <a:lnTo>
                    <a:pt x="1254" y="266"/>
                  </a:lnTo>
                  <a:cubicBezTo>
                    <a:pt x="1190" y="426"/>
                    <a:pt x="1061" y="844"/>
                    <a:pt x="836" y="1230"/>
                  </a:cubicBezTo>
                  <a:cubicBezTo>
                    <a:pt x="740" y="1423"/>
                    <a:pt x="643" y="1616"/>
                    <a:pt x="515" y="1776"/>
                  </a:cubicBezTo>
                  <a:cubicBezTo>
                    <a:pt x="418" y="1905"/>
                    <a:pt x="290" y="2001"/>
                    <a:pt x="226" y="2033"/>
                  </a:cubicBezTo>
                  <a:cubicBezTo>
                    <a:pt x="65" y="2098"/>
                    <a:pt x="1" y="2259"/>
                    <a:pt x="65" y="2387"/>
                  </a:cubicBezTo>
                  <a:cubicBezTo>
                    <a:pt x="118" y="2494"/>
                    <a:pt x="238" y="2556"/>
                    <a:pt x="350" y="2556"/>
                  </a:cubicBezTo>
                  <a:cubicBezTo>
                    <a:pt x="373" y="2556"/>
                    <a:pt x="396" y="2553"/>
                    <a:pt x="418" y="2548"/>
                  </a:cubicBezTo>
                  <a:cubicBezTo>
                    <a:pt x="676" y="2419"/>
                    <a:pt x="836" y="2226"/>
                    <a:pt x="997" y="2001"/>
                  </a:cubicBezTo>
                  <a:cubicBezTo>
                    <a:pt x="1479" y="1358"/>
                    <a:pt x="1768" y="362"/>
                    <a:pt x="1768" y="362"/>
                  </a:cubicBezTo>
                  <a:cubicBezTo>
                    <a:pt x="1833" y="201"/>
                    <a:pt x="1736" y="73"/>
                    <a:pt x="1608" y="8"/>
                  </a:cubicBezTo>
                  <a:cubicBezTo>
                    <a:pt x="1581" y="3"/>
                    <a:pt x="1555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4408;p64">
              <a:extLst>
                <a:ext uri="{FF2B5EF4-FFF2-40B4-BE49-F238E27FC236}">
                  <a16:creationId xmlns:a16="http://schemas.microsoft.com/office/drawing/2014/main" id="{7589E215-2E4D-5229-62A2-9BD44B5B89CD}"/>
                </a:ext>
              </a:extLst>
            </p:cNvPr>
            <p:cNvSpPr/>
            <p:nvPr/>
          </p:nvSpPr>
          <p:spPr>
            <a:xfrm>
              <a:off x="2938050" y="3199600"/>
              <a:ext cx="86025" cy="149600"/>
            </a:xfrm>
            <a:custGeom>
              <a:avLst/>
              <a:gdLst/>
              <a:ahLst/>
              <a:cxnLst/>
              <a:rect l="l" t="t" r="r" b="b"/>
              <a:pathLst>
                <a:path w="3441" h="5984" extrusionOk="0">
                  <a:moveTo>
                    <a:pt x="1221" y="1"/>
                  </a:moveTo>
                  <a:cubicBezTo>
                    <a:pt x="1011" y="1"/>
                    <a:pt x="823" y="104"/>
                    <a:pt x="772" y="444"/>
                  </a:cubicBezTo>
                  <a:cubicBezTo>
                    <a:pt x="675" y="1125"/>
                    <a:pt x="1223" y="1844"/>
                    <a:pt x="1495" y="2153"/>
                  </a:cubicBezTo>
                  <a:lnTo>
                    <a:pt x="1495" y="2153"/>
                  </a:lnTo>
                  <a:cubicBezTo>
                    <a:pt x="1252" y="1902"/>
                    <a:pt x="765" y="1437"/>
                    <a:pt x="489" y="1437"/>
                  </a:cubicBezTo>
                  <a:cubicBezTo>
                    <a:pt x="380" y="1437"/>
                    <a:pt x="305" y="1510"/>
                    <a:pt x="290" y="1697"/>
                  </a:cubicBezTo>
                  <a:cubicBezTo>
                    <a:pt x="226" y="2501"/>
                    <a:pt x="1029" y="3401"/>
                    <a:pt x="1029" y="3401"/>
                  </a:cubicBezTo>
                  <a:cubicBezTo>
                    <a:pt x="1029" y="3401"/>
                    <a:pt x="529" y="3166"/>
                    <a:pt x="226" y="3166"/>
                  </a:cubicBezTo>
                  <a:cubicBezTo>
                    <a:pt x="95" y="3166"/>
                    <a:pt x="1" y="3210"/>
                    <a:pt x="1" y="3337"/>
                  </a:cubicBezTo>
                  <a:cubicBezTo>
                    <a:pt x="1" y="3722"/>
                    <a:pt x="1447" y="5169"/>
                    <a:pt x="1512" y="5844"/>
                  </a:cubicBezTo>
                  <a:cubicBezTo>
                    <a:pt x="1520" y="5940"/>
                    <a:pt x="1552" y="5984"/>
                    <a:pt x="1601" y="5984"/>
                  </a:cubicBezTo>
                  <a:cubicBezTo>
                    <a:pt x="1914" y="5984"/>
                    <a:pt x="2929" y="4207"/>
                    <a:pt x="3151" y="2790"/>
                  </a:cubicBezTo>
                  <a:cubicBezTo>
                    <a:pt x="3440" y="1119"/>
                    <a:pt x="1930" y="251"/>
                    <a:pt x="1930" y="251"/>
                  </a:cubicBezTo>
                  <a:cubicBezTo>
                    <a:pt x="1930" y="251"/>
                    <a:pt x="1548" y="1"/>
                    <a:pt x="1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4409;p64">
              <a:extLst>
                <a:ext uri="{FF2B5EF4-FFF2-40B4-BE49-F238E27FC236}">
                  <a16:creationId xmlns:a16="http://schemas.microsoft.com/office/drawing/2014/main" id="{B45A4D5C-0F81-4E17-5D72-1E02AD9B0CE1}"/>
                </a:ext>
              </a:extLst>
            </p:cNvPr>
            <p:cNvSpPr/>
            <p:nvPr/>
          </p:nvSpPr>
          <p:spPr>
            <a:xfrm>
              <a:off x="2931625" y="3193000"/>
              <a:ext cx="93250" cy="163150"/>
            </a:xfrm>
            <a:custGeom>
              <a:avLst/>
              <a:gdLst/>
              <a:ahLst/>
              <a:cxnLst/>
              <a:rect l="l" t="t" r="r" b="b"/>
              <a:pathLst>
                <a:path w="3730" h="6526" extrusionOk="0">
                  <a:moveTo>
                    <a:pt x="1479" y="515"/>
                  </a:moveTo>
                  <a:cubicBezTo>
                    <a:pt x="1576" y="515"/>
                    <a:pt x="1736" y="579"/>
                    <a:pt x="1833" y="611"/>
                  </a:cubicBezTo>
                  <a:cubicBezTo>
                    <a:pt x="1897" y="643"/>
                    <a:pt x="1962" y="675"/>
                    <a:pt x="1994" y="708"/>
                  </a:cubicBezTo>
                  <a:lnTo>
                    <a:pt x="2026" y="740"/>
                  </a:lnTo>
                  <a:lnTo>
                    <a:pt x="2058" y="740"/>
                  </a:lnTo>
                  <a:cubicBezTo>
                    <a:pt x="2122" y="772"/>
                    <a:pt x="2412" y="965"/>
                    <a:pt x="2669" y="1286"/>
                  </a:cubicBezTo>
                  <a:cubicBezTo>
                    <a:pt x="2926" y="1640"/>
                    <a:pt x="3183" y="2058"/>
                    <a:pt x="3183" y="2636"/>
                  </a:cubicBezTo>
                  <a:cubicBezTo>
                    <a:pt x="3183" y="2765"/>
                    <a:pt x="3183" y="2861"/>
                    <a:pt x="3151" y="2990"/>
                  </a:cubicBezTo>
                  <a:cubicBezTo>
                    <a:pt x="3054" y="3665"/>
                    <a:pt x="2733" y="4468"/>
                    <a:pt x="2412" y="5047"/>
                  </a:cubicBezTo>
                  <a:cubicBezTo>
                    <a:pt x="2283" y="5368"/>
                    <a:pt x="2122" y="5626"/>
                    <a:pt x="1994" y="5786"/>
                  </a:cubicBezTo>
                  <a:cubicBezTo>
                    <a:pt x="1987" y="5796"/>
                    <a:pt x="1981" y="5805"/>
                    <a:pt x="1975" y="5814"/>
                  </a:cubicBezTo>
                  <a:lnTo>
                    <a:pt x="1975" y="5814"/>
                  </a:lnTo>
                  <a:cubicBezTo>
                    <a:pt x="1923" y="5658"/>
                    <a:pt x="1836" y="5507"/>
                    <a:pt x="1736" y="5368"/>
                  </a:cubicBezTo>
                  <a:cubicBezTo>
                    <a:pt x="1511" y="4983"/>
                    <a:pt x="1190" y="4565"/>
                    <a:pt x="933" y="4243"/>
                  </a:cubicBezTo>
                  <a:cubicBezTo>
                    <a:pt x="804" y="4051"/>
                    <a:pt x="708" y="3890"/>
                    <a:pt x="644" y="3761"/>
                  </a:cubicBezTo>
                  <a:cubicBezTo>
                    <a:pt x="615" y="3747"/>
                    <a:pt x="599" y="3726"/>
                    <a:pt x="588" y="3705"/>
                  </a:cubicBezTo>
                  <a:lnTo>
                    <a:pt x="588" y="3705"/>
                  </a:lnTo>
                  <a:cubicBezTo>
                    <a:pt x="686" y="3718"/>
                    <a:pt x="810" y="3748"/>
                    <a:pt x="901" y="3793"/>
                  </a:cubicBezTo>
                  <a:cubicBezTo>
                    <a:pt x="997" y="3826"/>
                    <a:pt x="1061" y="3858"/>
                    <a:pt x="1094" y="3858"/>
                  </a:cubicBezTo>
                  <a:lnTo>
                    <a:pt x="1158" y="3890"/>
                  </a:lnTo>
                  <a:lnTo>
                    <a:pt x="1190" y="3890"/>
                  </a:lnTo>
                  <a:cubicBezTo>
                    <a:pt x="1224" y="3913"/>
                    <a:pt x="1266" y="3923"/>
                    <a:pt x="1310" y="3923"/>
                  </a:cubicBezTo>
                  <a:cubicBezTo>
                    <a:pt x="1388" y="3923"/>
                    <a:pt x="1470" y="3888"/>
                    <a:pt x="1511" y="3826"/>
                  </a:cubicBezTo>
                  <a:cubicBezTo>
                    <a:pt x="1576" y="3697"/>
                    <a:pt x="1576" y="3568"/>
                    <a:pt x="1479" y="3472"/>
                  </a:cubicBezTo>
                  <a:cubicBezTo>
                    <a:pt x="1447" y="3440"/>
                    <a:pt x="1286" y="3215"/>
                    <a:pt x="1126" y="2958"/>
                  </a:cubicBezTo>
                  <a:cubicBezTo>
                    <a:pt x="933" y="2668"/>
                    <a:pt x="804" y="2347"/>
                    <a:pt x="804" y="2058"/>
                  </a:cubicBezTo>
                  <a:lnTo>
                    <a:pt x="804" y="1971"/>
                  </a:lnTo>
                  <a:lnTo>
                    <a:pt x="804" y="1971"/>
                  </a:lnTo>
                  <a:cubicBezTo>
                    <a:pt x="849" y="1991"/>
                    <a:pt x="923" y="2040"/>
                    <a:pt x="997" y="2090"/>
                  </a:cubicBezTo>
                  <a:cubicBezTo>
                    <a:pt x="1158" y="2218"/>
                    <a:pt x="1351" y="2379"/>
                    <a:pt x="1479" y="2508"/>
                  </a:cubicBezTo>
                  <a:cubicBezTo>
                    <a:pt x="1515" y="2543"/>
                    <a:pt x="1550" y="2578"/>
                    <a:pt x="1580" y="2608"/>
                  </a:cubicBezTo>
                  <a:lnTo>
                    <a:pt x="1580" y="2608"/>
                  </a:lnTo>
                  <a:cubicBezTo>
                    <a:pt x="1672" y="2709"/>
                    <a:pt x="1736" y="2765"/>
                    <a:pt x="1736" y="2765"/>
                  </a:cubicBezTo>
                  <a:cubicBezTo>
                    <a:pt x="1785" y="2813"/>
                    <a:pt x="1849" y="2837"/>
                    <a:pt x="1913" y="2837"/>
                  </a:cubicBezTo>
                  <a:cubicBezTo>
                    <a:pt x="1978" y="2837"/>
                    <a:pt x="2042" y="2813"/>
                    <a:pt x="2090" y="2765"/>
                  </a:cubicBezTo>
                  <a:cubicBezTo>
                    <a:pt x="2187" y="2636"/>
                    <a:pt x="2219" y="2475"/>
                    <a:pt x="2122" y="2379"/>
                  </a:cubicBezTo>
                  <a:cubicBezTo>
                    <a:pt x="2122" y="2379"/>
                    <a:pt x="2111" y="2368"/>
                    <a:pt x="2090" y="2347"/>
                  </a:cubicBezTo>
                  <a:lnTo>
                    <a:pt x="2090" y="2347"/>
                  </a:lnTo>
                  <a:lnTo>
                    <a:pt x="2090" y="2347"/>
                  </a:lnTo>
                  <a:cubicBezTo>
                    <a:pt x="2087" y="2344"/>
                    <a:pt x="2083" y="2340"/>
                    <a:pt x="2078" y="2335"/>
                  </a:cubicBezTo>
                  <a:lnTo>
                    <a:pt x="2078" y="2335"/>
                  </a:lnTo>
                  <a:cubicBezTo>
                    <a:pt x="2049" y="2307"/>
                    <a:pt x="2007" y="2266"/>
                    <a:pt x="1957" y="2219"/>
                  </a:cubicBezTo>
                  <a:lnTo>
                    <a:pt x="1957" y="2219"/>
                  </a:lnTo>
                  <a:cubicBezTo>
                    <a:pt x="1868" y="2128"/>
                    <a:pt x="1749" y="1996"/>
                    <a:pt x="1640" y="1833"/>
                  </a:cubicBezTo>
                  <a:cubicBezTo>
                    <a:pt x="1447" y="1543"/>
                    <a:pt x="1286" y="1190"/>
                    <a:pt x="1286" y="868"/>
                  </a:cubicBezTo>
                  <a:lnTo>
                    <a:pt x="1286" y="772"/>
                  </a:lnTo>
                  <a:lnTo>
                    <a:pt x="1286" y="740"/>
                  </a:lnTo>
                  <a:cubicBezTo>
                    <a:pt x="1319" y="611"/>
                    <a:pt x="1351" y="579"/>
                    <a:pt x="1351" y="547"/>
                  </a:cubicBezTo>
                  <a:cubicBezTo>
                    <a:pt x="1383" y="547"/>
                    <a:pt x="1415" y="515"/>
                    <a:pt x="1479" y="515"/>
                  </a:cubicBezTo>
                  <a:close/>
                  <a:moveTo>
                    <a:pt x="2026" y="6076"/>
                  </a:moveTo>
                  <a:lnTo>
                    <a:pt x="2025" y="6076"/>
                  </a:lnTo>
                  <a:lnTo>
                    <a:pt x="2025" y="6076"/>
                  </a:lnTo>
                  <a:cubicBezTo>
                    <a:pt x="2025" y="6076"/>
                    <a:pt x="2025" y="6076"/>
                    <a:pt x="2025" y="6076"/>
                  </a:cubicBezTo>
                  <a:lnTo>
                    <a:pt x="2025" y="6076"/>
                  </a:lnTo>
                  <a:lnTo>
                    <a:pt x="2026" y="6076"/>
                  </a:lnTo>
                  <a:close/>
                  <a:moveTo>
                    <a:pt x="1479" y="0"/>
                  </a:moveTo>
                  <a:cubicBezTo>
                    <a:pt x="1319" y="0"/>
                    <a:pt x="1158" y="32"/>
                    <a:pt x="1029" y="161"/>
                  </a:cubicBezTo>
                  <a:cubicBezTo>
                    <a:pt x="869" y="290"/>
                    <a:pt x="804" y="450"/>
                    <a:pt x="772" y="675"/>
                  </a:cubicBezTo>
                  <a:cubicBezTo>
                    <a:pt x="740" y="740"/>
                    <a:pt x="740" y="804"/>
                    <a:pt x="740" y="868"/>
                  </a:cubicBezTo>
                  <a:cubicBezTo>
                    <a:pt x="740" y="1060"/>
                    <a:pt x="776" y="1246"/>
                    <a:pt x="834" y="1422"/>
                  </a:cubicBezTo>
                  <a:lnTo>
                    <a:pt x="834" y="1422"/>
                  </a:lnTo>
                  <a:cubicBezTo>
                    <a:pt x="803" y="1417"/>
                    <a:pt x="772" y="1415"/>
                    <a:pt x="740" y="1415"/>
                  </a:cubicBezTo>
                  <a:cubicBezTo>
                    <a:pt x="644" y="1415"/>
                    <a:pt x="483" y="1479"/>
                    <a:pt x="419" y="1575"/>
                  </a:cubicBezTo>
                  <a:cubicBezTo>
                    <a:pt x="322" y="1672"/>
                    <a:pt x="290" y="1800"/>
                    <a:pt x="290" y="1929"/>
                  </a:cubicBezTo>
                  <a:lnTo>
                    <a:pt x="258" y="2058"/>
                  </a:lnTo>
                  <a:cubicBezTo>
                    <a:pt x="258" y="2481"/>
                    <a:pt x="431" y="2854"/>
                    <a:pt x="604" y="3156"/>
                  </a:cubicBezTo>
                  <a:lnTo>
                    <a:pt x="604" y="3156"/>
                  </a:lnTo>
                  <a:cubicBezTo>
                    <a:pt x="564" y="3153"/>
                    <a:pt x="523" y="3150"/>
                    <a:pt x="483" y="3150"/>
                  </a:cubicBezTo>
                  <a:cubicBezTo>
                    <a:pt x="386" y="3150"/>
                    <a:pt x="290" y="3150"/>
                    <a:pt x="194" y="3247"/>
                  </a:cubicBezTo>
                  <a:cubicBezTo>
                    <a:pt x="65" y="3311"/>
                    <a:pt x="1" y="3472"/>
                    <a:pt x="1" y="3601"/>
                  </a:cubicBezTo>
                  <a:cubicBezTo>
                    <a:pt x="1" y="3729"/>
                    <a:pt x="33" y="3793"/>
                    <a:pt x="97" y="3890"/>
                  </a:cubicBezTo>
                  <a:cubicBezTo>
                    <a:pt x="258" y="4243"/>
                    <a:pt x="611" y="4661"/>
                    <a:pt x="933" y="5111"/>
                  </a:cubicBezTo>
                  <a:cubicBezTo>
                    <a:pt x="1061" y="5304"/>
                    <a:pt x="1222" y="5529"/>
                    <a:pt x="1319" y="5722"/>
                  </a:cubicBezTo>
                  <a:cubicBezTo>
                    <a:pt x="1447" y="5915"/>
                    <a:pt x="1511" y="6076"/>
                    <a:pt x="1511" y="6140"/>
                  </a:cubicBezTo>
                  <a:cubicBezTo>
                    <a:pt x="1511" y="6204"/>
                    <a:pt x="1544" y="6301"/>
                    <a:pt x="1576" y="6365"/>
                  </a:cubicBezTo>
                  <a:cubicBezTo>
                    <a:pt x="1640" y="6461"/>
                    <a:pt x="1769" y="6526"/>
                    <a:pt x="1865" y="6526"/>
                  </a:cubicBezTo>
                  <a:cubicBezTo>
                    <a:pt x="2026" y="6494"/>
                    <a:pt x="2090" y="6429"/>
                    <a:pt x="2187" y="6365"/>
                  </a:cubicBezTo>
                  <a:cubicBezTo>
                    <a:pt x="2315" y="6236"/>
                    <a:pt x="2444" y="6076"/>
                    <a:pt x="2604" y="5851"/>
                  </a:cubicBezTo>
                  <a:cubicBezTo>
                    <a:pt x="3022" y="5176"/>
                    <a:pt x="3504" y="4083"/>
                    <a:pt x="3665" y="3086"/>
                  </a:cubicBezTo>
                  <a:cubicBezTo>
                    <a:pt x="3697" y="2925"/>
                    <a:pt x="3729" y="2797"/>
                    <a:pt x="3729" y="2636"/>
                  </a:cubicBezTo>
                  <a:cubicBezTo>
                    <a:pt x="3729" y="1865"/>
                    <a:pt x="3376" y="1254"/>
                    <a:pt x="3022" y="868"/>
                  </a:cubicBezTo>
                  <a:cubicBezTo>
                    <a:pt x="2713" y="531"/>
                    <a:pt x="2429" y="341"/>
                    <a:pt x="2341" y="299"/>
                  </a:cubicBezTo>
                  <a:lnTo>
                    <a:pt x="2341" y="299"/>
                  </a:lnTo>
                  <a:lnTo>
                    <a:pt x="2347" y="290"/>
                  </a:lnTo>
                  <a:cubicBezTo>
                    <a:pt x="2315" y="290"/>
                    <a:pt x="2219" y="225"/>
                    <a:pt x="2058" y="129"/>
                  </a:cubicBezTo>
                  <a:cubicBezTo>
                    <a:pt x="1929" y="65"/>
                    <a:pt x="1704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4410;p64">
              <a:extLst>
                <a:ext uri="{FF2B5EF4-FFF2-40B4-BE49-F238E27FC236}">
                  <a16:creationId xmlns:a16="http://schemas.microsoft.com/office/drawing/2014/main" id="{60039FF3-6952-5B7A-A7C5-11FC19EED357}"/>
                </a:ext>
              </a:extLst>
            </p:cNvPr>
            <p:cNvSpPr/>
            <p:nvPr/>
          </p:nvSpPr>
          <p:spPr>
            <a:xfrm>
              <a:off x="2937250" y="3178425"/>
              <a:ext cx="143875" cy="321575"/>
            </a:xfrm>
            <a:custGeom>
              <a:avLst/>
              <a:gdLst/>
              <a:ahLst/>
              <a:cxnLst/>
              <a:rect l="l" t="t" r="r" b="b"/>
              <a:pathLst>
                <a:path w="5755" h="12863" extrusionOk="0">
                  <a:moveTo>
                    <a:pt x="2279" y="0"/>
                  </a:moveTo>
                  <a:cubicBezTo>
                    <a:pt x="2105" y="0"/>
                    <a:pt x="1925" y="42"/>
                    <a:pt x="1737" y="133"/>
                  </a:cubicBezTo>
                  <a:cubicBezTo>
                    <a:pt x="676" y="680"/>
                    <a:pt x="2926" y="2544"/>
                    <a:pt x="2412" y="3637"/>
                  </a:cubicBezTo>
                  <a:cubicBezTo>
                    <a:pt x="1865" y="4698"/>
                    <a:pt x="676" y="6562"/>
                    <a:pt x="676" y="7655"/>
                  </a:cubicBezTo>
                  <a:cubicBezTo>
                    <a:pt x="676" y="8716"/>
                    <a:pt x="1" y="11255"/>
                    <a:pt x="1" y="11255"/>
                  </a:cubicBezTo>
                  <a:lnTo>
                    <a:pt x="676" y="12863"/>
                  </a:lnTo>
                  <a:cubicBezTo>
                    <a:pt x="676" y="12863"/>
                    <a:pt x="1190" y="12605"/>
                    <a:pt x="1994" y="11802"/>
                  </a:cubicBezTo>
                  <a:cubicBezTo>
                    <a:pt x="2797" y="10998"/>
                    <a:pt x="4147" y="9134"/>
                    <a:pt x="4951" y="7366"/>
                  </a:cubicBezTo>
                  <a:cubicBezTo>
                    <a:pt x="5755" y="5630"/>
                    <a:pt x="5497" y="3091"/>
                    <a:pt x="4533" y="1901"/>
                  </a:cubicBezTo>
                  <a:cubicBezTo>
                    <a:pt x="3766" y="896"/>
                    <a:pt x="3086" y="0"/>
                    <a:pt x="22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4411;p64">
              <a:extLst>
                <a:ext uri="{FF2B5EF4-FFF2-40B4-BE49-F238E27FC236}">
                  <a16:creationId xmlns:a16="http://schemas.microsoft.com/office/drawing/2014/main" id="{00D8DA92-2A31-42AB-AAD7-A587B980BE86}"/>
                </a:ext>
              </a:extLst>
            </p:cNvPr>
            <p:cNvSpPr/>
            <p:nvPr/>
          </p:nvSpPr>
          <p:spPr>
            <a:xfrm>
              <a:off x="2930025" y="3172100"/>
              <a:ext cx="149500" cy="334925"/>
            </a:xfrm>
            <a:custGeom>
              <a:avLst/>
              <a:gdLst/>
              <a:ahLst/>
              <a:cxnLst/>
              <a:rect l="l" t="t" r="r" b="b"/>
              <a:pathLst>
                <a:path w="5980" h="13397" extrusionOk="0">
                  <a:moveTo>
                    <a:pt x="2572" y="515"/>
                  </a:moveTo>
                  <a:cubicBezTo>
                    <a:pt x="2893" y="515"/>
                    <a:pt x="3183" y="708"/>
                    <a:pt x="3536" y="1029"/>
                  </a:cubicBezTo>
                  <a:cubicBezTo>
                    <a:pt x="3890" y="1351"/>
                    <a:pt x="4243" y="1801"/>
                    <a:pt x="4629" y="2315"/>
                  </a:cubicBezTo>
                  <a:cubicBezTo>
                    <a:pt x="5111" y="2958"/>
                    <a:pt x="5433" y="4083"/>
                    <a:pt x="5433" y="5240"/>
                  </a:cubicBezTo>
                  <a:cubicBezTo>
                    <a:pt x="5433" y="6044"/>
                    <a:pt x="5304" y="6847"/>
                    <a:pt x="4983" y="7522"/>
                  </a:cubicBezTo>
                  <a:cubicBezTo>
                    <a:pt x="4211" y="9226"/>
                    <a:pt x="2861" y="11090"/>
                    <a:pt x="2090" y="11862"/>
                  </a:cubicBezTo>
                  <a:cubicBezTo>
                    <a:pt x="1704" y="12248"/>
                    <a:pt x="1383" y="12505"/>
                    <a:pt x="1158" y="12666"/>
                  </a:cubicBezTo>
                  <a:cubicBezTo>
                    <a:pt x="1129" y="12695"/>
                    <a:pt x="1099" y="12718"/>
                    <a:pt x="1071" y="12737"/>
                  </a:cubicBezTo>
                  <a:lnTo>
                    <a:pt x="1071" y="12737"/>
                  </a:lnTo>
                  <a:lnTo>
                    <a:pt x="560" y="11520"/>
                  </a:lnTo>
                  <a:lnTo>
                    <a:pt x="560" y="11520"/>
                  </a:lnTo>
                  <a:cubicBezTo>
                    <a:pt x="601" y="11351"/>
                    <a:pt x="735" y="10799"/>
                    <a:pt x="868" y="10158"/>
                  </a:cubicBezTo>
                  <a:cubicBezTo>
                    <a:pt x="1061" y="9387"/>
                    <a:pt x="1222" y="8487"/>
                    <a:pt x="1222" y="7908"/>
                  </a:cubicBezTo>
                  <a:cubicBezTo>
                    <a:pt x="1222" y="7458"/>
                    <a:pt x="1479" y="6719"/>
                    <a:pt x="1865" y="6012"/>
                  </a:cubicBezTo>
                  <a:cubicBezTo>
                    <a:pt x="2218" y="5272"/>
                    <a:pt x="2668" y="4565"/>
                    <a:pt x="2926" y="3986"/>
                  </a:cubicBezTo>
                  <a:cubicBezTo>
                    <a:pt x="3022" y="3826"/>
                    <a:pt x="3054" y="3665"/>
                    <a:pt x="3054" y="3504"/>
                  </a:cubicBezTo>
                  <a:cubicBezTo>
                    <a:pt x="3022" y="2958"/>
                    <a:pt x="2733" y="2476"/>
                    <a:pt x="2476" y="1994"/>
                  </a:cubicBezTo>
                  <a:cubicBezTo>
                    <a:pt x="2347" y="1736"/>
                    <a:pt x="2218" y="1511"/>
                    <a:pt x="2122" y="1319"/>
                  </a:cubicBezTo>
                  <a:cubicBezTo>
                    <a:pt x="2058" y="1126"/>
                    <a:pt x="1993" y="965"/>
                    <a:pt x="1993" y="836"/>
                  </a:cubicBezTo>
                  <a:cubicBezTo>
                    <a:pt x="1993" y="804"/>
                    <a:pt x="1993" y="772"/>
                    <a:pt x="2026" y="740"/>
                  </a:cubicBezTo>
                  <a:cubicBezTo>
                    <a:pt x="2026" y="708"/>
                    <a:pt x="2058" y="676"/>
                    <a:pt x="2154" y="643"/>
                  </a:cubicBezTo>
                  <a:cubicBezTo>
                    <a:pt x="2315" y="547"/>
                    <a:pt x="2443" y="515"/>
                    <a:pt x="2572" y="515"/>
                  </a:cubicBezTo>
                  <a:close/>
                  <a:moveTo>
                    <a:pt x="2572" y="1"/>
                  </a:moveTo>
                  <a:cubicBezTo>
                    <a:pt x="2347" y="1"/>
                    <a:pt x="2122" y="33"/>
                    <a:pt x="1897" y="161"/>
                  </a:cubicBezTo>
                  <a:cubicBezTo>
                    <a:pt x="1768" y="226"/>
                    <a:pt x="1640" y="322"/>
                    <a:pt x="1575" y="451"/>
                  </a:cubicBezTo>
                  <a:cubicBezTo>
                    <a:pt x="1479" y="579"/>
                    <a:pt x="1447" y="708"/>
                    <a:pt x="1447" y="836"/>
                  </a:cubicBezTo>
                  <a:cubicBezTo>
                    <a:pt x="1447" y="1093"/>
                    <a:pt x="1543" y="1319"/>
                    <a:pt x="1640" y="1544"/>
                  </a:cubicBezTo>
                  <a:cubicBezTo>
                    <a:pt x="1800" y="1897"/>
                    <a:pt x="2026" y="2251"/>
                    <a:pt x="2218" y="2604"/>
                  </a:cubicBezTo>
                  <a:cubicBezTo>
                    <a:pt x="2379" y="2926"/>
                    <a:pt x="2508" y="3279"/>
                    <a:pt x="2508" y="3504"/>
                  </a:cubicBezTo>
                  <a:cubicBezTo>
                    <a:pt x="2508" y="3601"/>
                    <a:pt x="2476" y="3697"/>
                    <a:pt x="2443" y="3761"/>
                  </a:cubicBezTo>
                  <a:cubicBezTo>
                    <a:pt x="2186" y="4276"/>
                    <a:pt x="1768" y="5015"/>
                    <a:pt x="1383" y="5754"/>
                  </a:cubicBezTo>
                  <a:cubicBezTo>
                    <a:pt x="997" y="6526"/>
                    <a:pt x="675" y="7265"/>
                    <a:pt x="675" y="7908"/>
                  </a:cubicBezTo>
                  <a:cubicBezTo>
                    <a:pt x="675" y="8390"/>
                    <a:pt x="515" y="9290"/>
                    <a:pt x="354" y="10062"/>
                  </a:cubicBezTo>
                  <a:cubicBezTo>
                    <a:pt x="258" y="10448"/>
                    <a:pt x="193" y="10769"/>
                    <a:pt x="129" y="11026"/>
                  </a:cubicBezTo>
                  <a:cubicBezTo>
                    <a:pt x="65" y="11283"/>
                    <a:pt x="33" y="11444"/>
                    <a:pt x="33" y="11444"/>
                  </a:cubicBezTo>
                  <a:cubicBezTo>
                    <a:pt x="0" y="11508"/>
                    <a:pt x="0" y="11573"/>
                    <a:pt x="33" y="11605"/>
                  </a:cubicBezTo>
                  <a:lnTo>
                    <a:pt x="708" y="13212"/>
                  </a:lnTo>
                  <a:cubicBezTo>
                    <a:pt x="740" y="13308"/>
                    <a:pt x="772" y="13341"/>
                    <a:pt x="868" y="13373"/>
                  </a:cubicBezTo>
                  <a:cubicBezTo>
                    <a:pt x="900" y="13389"/>
                    <a:pt x="933" y="13397"/>
                    <a:pt x="965" y="13397"/>
                  </a:cubicBezTo>
                  <a:cubicBezTo>
                    <a:pt x="997" y="13397"/>
                    <a:pt x="1029" y="13389"/>
                    <a:pt x="1061" y="13373"/>
                  </a:cubicBezTo>
                  <a:cubicBezTo>
                    <a:pt x="1093" y="13341"/>
                    <a:pt x="1640" y="13051"/>
                    <a:pt x="2476" y="12248"/>
                  </a:cubicBezTo>
                  <a:cubicBezTo>
                    <a:pt x="3311" y="11412"/>
                    <a:pt x="4661" y="9515"/>
                    <a:pt x="5465" y="7747"/>
                  </a:cubicBezTo>
                  <a:cubicBezTo>
                    <a:pt x="5819" y="6976"/>
                    <a:pt x="5979" y="6108"/>
                    <a:pt x="5979" y="5240"/>
                  </a:cubicBezTo>
                  <a:cubicBezTo>
                    <a:pt x="5979" y="3986"/>
                    <a:pt x="5658" y="2765"/>
                    <a:pt x="5047" y="1961"/>
                  </a:cubicBezTo>
                  <a:cubicBezTo>
                    <a:pt x="4661" y="1479"/>
                    <a:pt x="4308" y="997"/>
                    <a:pt x="3922" y="643"/>
                  </a:cubicBezTo>
                  <a:cubicBezTo>
                    <a:pt x="3504" y="258"/>
                    <a:pt x="3086" y="1"/>
                    <a:pt x="2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4412;p64">
              <a:extLst>
                <a:ext uri="{FF2B5EF4-FFF2-40B4-BE49-F238E27FC236}">
                  <a16:creationId xmlns:a16="http://schemas.microsoft.com/office/drawing/2014/main" id="{966A85BA-3C5E-429B-D36F-8064EC65E462}"/>
                </a:ext>
              </a:extLst>
            </p:cNvPr>
            <p:cNvSpPr/>
            <p:nvPr/>
          </p:nvSpPr>
          <p:spPr>
            <a:xfrm>
              <a:off x="2962175" y="3205825"/>
              <a:ext cx="55475" cy="189700"/>
            </a:xfrm>
            <a:custGeom>
              <a:avLst/>
              <a:gdLst/>
              <a:ahLst/>
              <a:cxnLst/>
              <a:rect l="l" t="t" r="r" b="b"/>
              <a:pathLst>
                <a:path w="2219" h="7588" extrusionOk="0">
                  <a:moveTo>
                    <a:pt x="1022" y="0"/>
                  </a:moveTo>
                  <a:cubicBezTo>
                    <a:pt x="986" y="0"/>
                    <a:pt x="965" y="2"/>
                    <a:pt x="965" y="2"/>
                  </a:cubicBezTo>
                  <a:cubicBezTo>
                    <a:pt x="965" y="2"/>
                    <a:pt x="0" y="2509"/>
                    <a:pt x="0" y="4213"/>
                  </a:cubicBezTo>
                  <a:lnTo>
                    <a:pt x="0" y="7588"/>
                  </a:lnTo>
                  <a:lnTo>
                    <a:pt x="2218" y="4502"/>
                  </a:lnTo>
                  <a:cubicBezTo>
                    <a:pt x="2218" y="4502"/>
                    <a:pt x="1800" y="2509"/>
                    <a:pt x="1993" y="1191"/>
                  </a:cubicBezTo>
                  <a:cubicBezTo>
                    <a:pt x="2189" y="73"/>
                    <a:pt x="1266" y="0"/>
                    <a:pt x="10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4413;p64">
              <a:extLst>
                <a:ext uri="{FF2B5EF4-FFF2-40B4-BE49-F238E27FC236}">
                  <a16:creationId xmlns:a16="http://schemas.microsoft.com/office/drawing/2014/main" id="{D8294D81-F918-68E1-E567-5D74E04E4B2C}"/>
                </a:ext>
              </a:extLst>
            </p:cNvPr>
            <p:cNvSpPr/>
            <p:nvPr/>
          </p:nvSpPr>
          <p:spPr>
            <a:xfrm>
              <a:off x="2955750" y="3198625"/>
              <a:ext cx="69125" cy="203325"/>
            </a:xfrm>
            <a:custGeom>
              <a:avLst/>
              <a:gdLst/>
              <a:ahLst/>
              <a:cxnLst/>
              <a:rect l="l" t="t" r="r" b="b"/>
              <a:pathLst>
                <a:path w="2765" h="8133" extrusionOk="0">
                  <a:moveTo>
                    <a:pt x="1286" y="0"/>
                  </a:moveTo>
                  <a:lnTo>
                    <a:pt x="1189" y="32"/>
                  </a:lnTo>
                  <a:cubicBezTo>
                    <a:pt x="1093" y="32"/>
                    <a:pt x="997" y="97"/>
                    <a:pt x="964" y="193"/>
                  </a:cubicBezTo>
                  <a:cubicBezTo>
                    <a:pt x="964" y="193"/>
                    <a:pt x="739" y="836"/>
                    <a:pt x="482" y="1672"/>
                  </a:cubicBezTo>
                  <a:cubicBezTo>
                    <a:pt x="257" y="2540"/>
                    <a:pt x="0" y="3601"/>
                    <a:pt x="0" y="4501"/>
                  </a:cubicBezTo>
                  <a:cubicBezTo>
                    <a:pt x="0" y="6172"/>
                    <a:pt x="0" y="7876"/>
                    <a:pt x="0" y="7876"/>
                  </a:cubicBezTo>
                  <a:cubicBezTo>
                    <a:pt x="0" y="8036"/>
                    <a:pt x="129" y="8133"/>
                    <a:pt x="257" y="8133"/>
                  </a:cubicBezTo>
                  <a:cubicBezTo>
                    <a:pt x="418" y="8133"/>
                    <a:pt x="546" y="8036"/>
                    <a:pt x="546" y="7876"/>
                  </a:cubicBezTo>
                  <a:lnTo>
                    <a:pt x="546" y="4501"/>
                  </a:lnTo>
                  <a:cubicBezTo>
                    <a:pt x="546" y="3697"/>
                    <a:pt x="771" y="2636"/>
                    <a:pt x="997" y="1833"/>
                  </a:cubicBezTo>
                  <a:cubicBezTo>
                    <a:pt x="1125" y="1415"/>
                    <a:pt x="1222" y="1061"/>
                    <a:pt x="1318" y="804"/>
                  </a:cubicBezTo>
                  <a:cubicBezTo>
                    <a:pt x="1362" y="716"/>
                    <a:pt x="1391" y="628"/>
                    <a:pt x="1415" y="561"/>
                  </a:cubicBezTo>
                  <a:lnTo>
                    <a:pt x="1415" y="561"/>
                  </a:lnTo>
                  <a:cubicBezTo>
                    <a:pt x="1511" y="576"/>
                    <a:pt x="1636" y="603"/>
                    <a:pt x="1736" y="643"/>
                  </a:cubicBezTo>
                  <a:cubicBezTo>
                    <a:pt x="1800" y="708"/>
                    <a:pt x="1864" y="772"/>
                    <a:pt x="1929" y="836"/>
                  </a:cubicBezTo>
                  <a:cubicBezTo>
                    <a:pt x="1961" y="933"/>
                    <a:pt x="2025" y="1029"/>
                    <a:pt x="2025" y="1222"/>
                  </a:cubicBezTo>
                  <a:cubicBezTo>
                    <a:pt x="2025" y="1286"/>
                    <a:pt x="2025" y="1383"/>
                    <a:pt x="1993" y="1447"/>
                  </a:cubicBezTo>
                  <a:cubicBezTo>
                    <a:pt x="1961" y="1736"/>
                    <a:pt x="1929" y="2025"/>
                    <a:pt x="1929" y="2347"/>
                  </a:cubicBezTo>
                  <a:cubicBezTo>
                    <a:pt x="1929" y="3536"/>
                    <a:pt x="2186" y="4822"/>
                    <a:pt x="2186" y="4854"/>
                  </a:cubicBezTo>
                  <a:cubicBezTo>
                    <a:pt x="2214" y="4966"/>
                    <a:pt x="2339" y="5053"/>
                    <a:pt x="2455" y="5053"/>
                  </a:cubicBezTo>
                  <a:cubicBezTo>
                    <a:pt x="2473" y="5053"/>
                    <a:pt x="2490" y="5051"/>
                    <a:pt x="2507" y="5047"/>
                  </a:cubicBezTo>
                  <a:cubicBezTo>
                    <a:pt x="2668" y="5015"/>
                    <a:pt x="2764" y="4886"/>
                    <a:pt x="2732" y="4726"/>
                  </a:cubicBezTo>
                  <a:cubicBezTo>
                    <a:pt x="2732" y="4726"/>
                    <a:pt x="2700" y="4661"/>
                    <a:pt x="2700" y="4533"/>
                  </a:cubicBezTo>
                  <a:cubicBezTo>
                    <a:pt x="2604" y="4115"/>
                    <a:pt x="2475" y="3183"/>
                    <a:pt x="2475" y="2347"/>
                  </a:cubicBezTo>
                  <a:cubicBezTo>
                    <a:pt x="2475" y="2058"/>
                    <a:pt x="2475" y="1768"/>
                    <a:pt x="2539" y="1543"/>
                  </a:cubicBezTo>
                  <a:cubicBezTo>
                    <a:pt x="2539" y="1415"/>
                    <a:pt x="2539" y="1318"/>
                    <a:pt x="2539" y="1222"/>
                  </a:cubicBezTo>
                  <a:cubicBezTo>
                    <a:pt x="2539" y="965"/>
                    <a:pt x="2475" y="740"/>
                    <a:pt x="2379" y="579"/>
                  </a:cubicBezTo>
                  <a:cubicBezTo>
                    <a:pt x="2218" y="290"/>
                    <a:pt x="1993" y="161"/>
                    <a:pt x="1768" y="97"/>
                  </a:cubicBezTo>
                  <a:cubicBezTo>
                    <a:pt x="1543" y="32"/>
                    <a:pt x="1382" y="0"/>
                    <a:pt x="1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4414;p64">
              <a:extLst>
                <a:ext uri="{FF2B5EF4-FFF2-40B4-BE49-F238E27FC236}">
                  <a16:creationId xmlns:a16="http://schemas.microsoft.com/office/drawing/2014/main" id="{FA3439F4-FD6E-BBD8-CE92-8E00DBAF0200}"/>
                </a:ext>
              </a:extLst>
            </p:cNvPr>
            <p:cNvSpPr/>
            <p:nvPr/>
          </p:nvSpPr>
          <p:spPr>
            <a:xfrm>
              <a:off x="2173825" y="3252475"/>
              <a:ext cx="853450" cy="753000"/>
            </a:xfrm>
            <a:custGeom>
              <a:avLst/>
              <a:gdLst/>
              <a:ahLst/>
              <a:cxnLst/>
              <a:rect l="l" t="t" r="r" b="b"/>
              <a:pathLst>
                <a:path w="34138" h="30120" extrusionOk="0">
                  <a:moveTo>
                    <a:pt x="7104" y="0"/>
                  </a:moveTo>
                  <a:lnTo>
                    <a:pt x="1865" y="3761"/>
                  </a:lnTo>
                  <a:cubicBezTo>
                    <a:pt x="1865" y="3761"/>
                    <a:pt x="1" y="6429"/>
                    <a:pt x="933" y="9386"/>
                  </a:cubicBezTo>
                  <a:cubicBezTo>
                    <a:pt x="1865" y="12311"/>
                    <a:pt x="15269" y="30119"/>
                    <a:pt x="17134" y="30119"/>
                  </a:cubicBezTo>
                  <a:cubicBezTo>
                    <a:pt x="18998" y="30119"/>
                    <a:pt x="32531" y="12601"/>
                    <a:pt x="33334" y="11508"/>
                  </a:cubicBezTo>
                  <a:cubicBezTo>
                    <a:pt x="34138" y="10447"/>
                    <a:pt x="30666" y="7779"/>
                    <a:pt x="30666" y="7779"/>
                  </a:cubicBezTo>
                  <a:lnTo>
                    <a:pt x="17134" y="20090"/>
                  </a:lnTo>
                  <a:cubicBezTo>
                    <a:pt x="17134" y="20090"/>
                    <a:pt x="13533" y="5625"/>
                    <a:pt x="12055" y="2957"/>
                  </a:cubicBezTo>
                  <a:cubicBezTo>
                    <a:pt x="10576" y="257"/>
                    <a:pt x="7104" y="0"/>
                    <a:pt x="7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4415;p64">
              <a:extLst>
                <a:ext uri="{FF2B5EF4-FFF2-40B4-BE49-F238E27FC236}">
                  <a16:creationId xmlns:a16="http://schemas.microsoft.com/office/drawing/2014/main" id="{369DFCB5-E57B-F06F-DE17-3C069A8E06BD}"/>
                </a:ext>
              </a:extLst>
            </p:cNvPr>
            <p:cNvSpPr/>
            <p:nvPr/>
          </p:nvSpPr>
          <p:spPr>
            <a:xfrm>
              <a:off x="2183475" y="3245900"/>
              <a:ext cx="833350" cy="766800"/>
            </a:xfrm>
            <a:custGeom>
              <a:avLst/>
              <a:gdLst/>
              <a:ahLst/>
              <a:cxnLst/>
              <a:rect l="l" t="t" r="r" b="b"/>
              <a:pathLst>
                <a:path w="33334" h="30672" extrusionOk="0">
                  <a:moveTo>
                    <a:pt x="6678" y="1"/>
                  </a:moveTo>
                  <a:cubicBezTo>
                    <a:pt x="6564" y="1"/>
                    <a:pt x="6458" y="116"/>
                    <a:pt x="6429" y="231"/>
                  </a:cubicBezTo>
                  <a:cubicBezTo>
                    <a:pt x="6429" y="392"/>
                    <a:pt x="6526" y="520"/>
                    <a:pt x="6686" y="520"/>
                  </a:cubicBezTo>
                  <a:lnTo>
                    <a:pt x="6718" y="520"/>
                  </a:lnTo>
                  <a:cubicBezTo>
                    <a:pt x="6879" y="552"/>
                    <a:pt x="7747" y="649"/>
                    <a:pt x="8711" y="1067"/>
                  </a:cubicBezTo>
                  <a:cubicBezTo>
                    <a:pt x="9708" y="1452"/>
                    <a:pt x="10769" y="2160"/>
                    <a:pt x="11412" y="3349"/>
                  </a:cubicBezTo>
                  <a:cubicBezTo>
                    <a:pt x="11765" y="3960"/>
                    <a:pt x="12279" y="5374"/>
                    <a:pt x="12826" y="7110"/>
                  </a:cubicBezTo>
                  <a:cubicBezTo>
                    <a:pt x="13629" y="9681"/>
                    <a:pt x="14562" y="13024"/>
                    <a:pt x="15269" y="15692"/>
                  </a:cubicBezTo>
                  <a:cubicBezTo>
                    <a:pt x="15622" y="17042"/>
                    <a:pt x="15944" y="18232"/>
                    <a:pt x="16137" y="19068"/>
                  </a:cubicBezTo>
                  <a:cubicBezTo>
                    <a:pt x="16362" y="19903"/>
                    <a:pt x="16490" y="20418"/>
                    <a:pt x="16490" y="20418"/>
                  </a:cubicBezTo>
                  <a:cubicBezTo>
                    <a:pt x="16522" y="20514"/>
                    <a:pt x="16587" y="20578"/>
                    <a:pt x="16683" y="20610"/>
                  </a:cubicBezTo>
                  <a:cubicBezTo>
                    <a:pt x="16700" y="20619"/>
                    <a:pt x="16720" y="20623"/>
                    <a:pt x="16741" y="20623"/>
                  </a:cubicBezTo>
                  <a:cubicBezTo>
                    <a:pt x="16799" y="20623"/>
                    <a:pt x="16870" y="20593"/>
                    <a:pt x="16940" y="20546"/>
                  </a:cubicBezTo>
                  <a:lnTo>
                    <a:pt x="30283" y="8379"/>
                  </a:lnTo>
                  <a:lnTo>
                    <a:pt x="30283" y="8379"/>
                  </a:lnTo>
                  <a:cubicBezTo>
                    <a:pt x="30597" y="8607"/>
                    <a:pt x="31190" y="9147"/>
                    <a:pt x="31727" y="9714"/>
                  </a:cubicBezTo>
                  <a:cubicBezTo>
                    <a:pt x="32048" y="10003"/>
                    <a:pt x="32305" y="10324"/>
                    <a:pt x="32498" y="10646"/>
                  </a:cubicBezTo>
                  <a:cubicBezTo>
                    <a:pt x="32691" y="10935"/>
                    <a:pt x="32820" y="11224"/>
                    <a:pt x="32820" y="11385"/>
                  </a:cubicBezTo>
                  <a:cubicBezTo>
                    <a:pt x="32820" y="11481"/>
                    <a:pt x="32788" y="11546"/>
                    <a:pt x="32755" y="11610"/>
                  </a:cubicBezTo>
                  <a:cubicBezTo>
                    <a:pt x="32338" y="12156"/>
                    <a:pt x="28769" y="16817"/>
                    <a:pt x="25041" y="21318"/>
                  </a:cubicBezTo>
                  <a:cubicBezTo>
                    <a:pt x="23176" y="23568"/>
                    <a:pt x="21312" y="25786"/>
                    <a:pt x="19769" y="27457"/>
                  </a:cubicBezTo>
                  <a:cubicBezTo>
                    <a:pt x="18998" y="28293"/>
                    <a:pt x="18323" y="28968"/>
                    <a:pt x="17776" y="29450"/>
                  </a:cubicBezTo>
                  <a:cubicBezTo>
                    <a:pt x="17519" y="29675"/>
                    <a:pt x="17262" y="29868"/>
                    <a:pt x="17101" y="29965"/>
                  </a:cubicBezTo>
                  <a:cubicBezTo>
                    <a:pt x="16908" y="30093"/>
                    <a:pt x="16780" y="30125"/>
                    <a:pt x="16748" y="30125"/>
                  </a:cubicBezTo>
                  <a:cubicBezTo>
                    <a:pt x="16748" y="30125"/>
                    <a:pt x="16587" y="30093"/>
                    <a:pt x="16426" y="29965"/>
                  </a:cubicBezTo>
                  <a:cubicBezTo>
                    <a:pt x="16072" y="29740"/>
                    <a:pt x="15558" y="29290"/>
                    <a:pt x="14947" y="28679"/>
                  </a:cubicBezTo>
                  <a:cubicBezTo>
                    <a:pt x="12826" y="26493"/>
                    <a:pt x="9451" y="22282"/>
                    <a:pt x="6558" y="18360"/>
                  </a:cubicBezTo>
                  <a:cubicBezTo>
                    <a:pt x="5079" y="16367"/>
                    <a:pt x="3729" y="14471"/>
                    <a:pt x="2700" y="12896"/>
                  </a:cubicBezTo>
                  <a:cubicBezTo>
                    <a:pt x="2186" y="12124"/>
                    <a:pt x="1768" y="11417"/>
                    <a:pt x="1447" y="10839"/>
                  </a:cubicBezTo>
                  <a:cubicBezTo>
                    <a:pt x="1093" y="10260"/>
                    <a:pt x="868" y="9810"/>
                    <a:pt x="804" y="9553"/>
                  </a:cubicBezTo>
                  <a:cubicBezTo>
                    <a:pt x="611" y="9006"/>
                    <a:pt x="547" y="8428"/>
                    <a:pt x="547" y="7913"/>
                  </a:cubicBezTo>
                  <a:cubicBezTo>
                    <a:pt x="547" y="6885"/>
                    <a:pt x="836" y="5920"/>
                    <a:pt x="1125" y="5245"/>
                  </a:cubicBezTo>
                  <a:cubicBezTo>
                    <a:pt x="1286" y="4892"/>
                    <a:pt x="1415" y="4635"/>
                    <a:pt x="1511" y="4442"/>
                  </a:cubicBezTo>
                  <a:cubicBezTo>
                    <a:pt x="1575" y="4345"/>
                    <a:pt x="1607" y="4281"/>
                    <a:pt x="1640" y="4217"/>
                  </a:cubicBezTo>
                  <a:lnTo>
                    <a:pt x="1704" y="4185"/>
                  </a:lnTo>
                  <a:lnTo>
                    <a:pt x="1704" y="4153"/>
                  </a:lnTo>
                  <a:cubicBezTo>
                    <a:pt x="1800" y="4056"/>
                    <a:pt x="1768" y="3863"/>
                    <a:pt x="1640" y="3799"/>
                  </a:cubicBezTo>
                  <a:cubicBezTo>
                    <a:pt x="1589" y="3761"/>
                    <a:pt x="1533" y="3743"/>
                    <a:pt x="1478" y="3743"/>
                  </a:cubicBezTo>
                  <a:cubicBezTo>
                    <a:pt x="1394" y="3743"/>
                    <a:pt x="1312" y="3785"/>
                    <a:pt x="1254" y="3863"/>
                  </a:cubicBezTo>
                  <a:cubicBezTo>
                    <a:pt x="1254" y="3863"/>
                    <a:pt x="0" y="5631"/>
                    <a:pt x="0" y="7913"/>
                  </a:cubicBezTo>
                  <a:cubicBezTo>
                    <a:pt x="0" y="8492"/>
                    <a:pt x="97" y="9103"/>
                    <a:pt x="290" y="9714"/>
                  </a:cubicBezTo>
                  <a:cubicBezTo>
                    <a:pt x="418" y="10131"/>
                    <a:pt x="740" y="10742"/>
                    <a:pt x="1190" y="11514"/>
                  </a:cubicBezTo>
                  <a:cubicBezTo>
                    <a:pt x="2829" y="14214"/>
                    <a:pt x="6236" y="18971"/>
                    <a:pt x="9483" y="23053"/>
                  </a:cubicBezTo>
                  <a:cubicBezTo>
                    <a:pt x="11090" y="25111"/>
                    <a:pt x="12665" y="26975"/>
                    <a:pt x="13919" y="28357"/>
                  </a:cubicBezTo>
                  <a:cubicBezTo>
                    <a:pt x="14562" y="29032"/>
                    <a:pt x="15108" y="29611"/>
                    <a:pt x="15590" y="29997"/>
                  </a:cubicBezTo>
                  <a:cubicBezTo>
                    <a:pt x="15815" y="30190"/>
                    <a:pt x="16008" y="30350"/>
                    <a:pt x="16201" y="30479"/>
                  </a:cubicBezTo>
                  <a:cubicBezTo>
                    <a:pt x="16394" y="30575"/>
                    <a:pt x="16555" y="30672"/>
                    <a:pt x="16748" y="30672"/>
                  </a:cubicBezTo>
                  <a:cubicBezTo>
                    <a:pt x="16973" y="30640"/>
                    <a:pt x="17165" y="30575"/>
                    <a:pt x="17390" y="30415"/>
                  </a:cubicBezTo>
                  <a:cubicBezTo>
                    <a:pt x="17776" y="30157"/>
                    <a:pt x="18323" y="29707"/>
                    <a:pt x="18933" y="29097"/>
                  </a:cubicBezTo>
                  <a:cubicBezTo>
                    <a:pt x="21119" y="26943"/>
                    <a:pt x="24494" y="22861"/>
                    <a:pt x="27419" y="19228"/>
                  </a:cubicBezTo>
                  <a:cubicBezTo>
                    <a:pt x="30377" y="15596"/>
                    <a:pt x="32820" y="12382"/>
                    <a:pt x="33173" y="11931"/>
                  </a:cubicBezTo>
                  <a:cubicBezTo>
                    <a:pt x="33302" y="11771"/>
                    <a:pt x="33334" y="11578"/>
                    <a:pt x="33334" y="11385"/>
                  </a:cubicBezTo>
                  <a:cubicBezTo>
                    <a:pt x="33334" y="10999"/>
                    <a:pt x="33141" y="10614"/>
                    <a:pt x="32852" y="10196"/>
                  </a:cubicBezTo>
                  <a:cubicBezTo>
                    <a:pt x="32016" y="9038"/>
                    <a:pt x="30441" y="7817"/>
                    <a:pt x="30441" y="7817"/>
                  </a:cubicBezTo>
                  <a:cubicBezTo>
                    <a:pt x="30397" y="7773"/>
                    <a:pt x="30341" y="7756"/>
                    <a:pt x="30283" y="7756"/>
                  </a:cubicBezTo>
                  <a:cubicBezTo>
                    <a:pt x="30213" y="7756"/>
                    <a:pt x="30140" y="7782"/>
                    <a:pt x="30087" y="7817"/>
                  </a:cubicBezTo>
                  <a:lnTo>
                    <a:pt x="16895" y="19850"/>
                  </a:lnTo>
                  <a:lnTo>
                    <a:pt x="16895" y="19850"/>
                  </a:lnTo>
                  <a:cubicBezTo>
                    <a:pt x="16623" y="18769"/>
                    <a:pt x="15878" y="15837"/>
                    <a:pt x="15012" y="12703"/>
                  </a:cubicBezTo>
                  <a:cubicBezTo>
                    <a:pt x="14465" y="10742"/>
                    <a:pt x="13887" y="8685"/>
                    <a:pt x="13340" y="6917"/>
                  </a:cubicBezTo>
                  <a:cubicBezTo>
                    <a:pt x="12794" y="5181"/>
                    <a:pt x="12279" y="3799"/>
                    <a:pt x="11894" y="3060"/>
                  </a:cubicBezTo>
                  <a:cubicBezTo>
                    <a:pt x="11122" y="1645"/>
                    <a:pt x="9804" y="906"/>
                    <a:pt x="8711" y="488"/>
                  </a:cubicBezTo>
                  <a:cubicBezTo>
                    <a:pt x="7618" y="70"/>
                    <a:pt x="6751" y="6"/>
                    <a:pt x="6718" y="6"/>
                  </a:cubicBezTo>
                  <a:cubicBezTo>
                    <a:pt x="6705" y="2"/>
                    <a:pt x="6691" y="1"/>
                    <a:pt x="6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4416;p64">
              <a:extLst>
                <a:ext uri="{FF2B5EF4-FFF2-40B4-BE49-F238E27FC236}">
                  <a16:creationId xmlns:a16="http://schemas.microsoft.com/office/drawing/2014/main" id="{D493DD68-268B-BB1B-87CF-6D21B12AB66C}"/>
                </a:ext>
              </a:extLst>
            </p:cNvPr>
            <p:cNvSpPr/>
            <p:nvPr/>
          </p:nvSpPr>
          <p:spPr>
            <a:xfrm>
              <a:off x="3821225" y="1865575"/>
              <a:ext cx="186475" cy="152025"/>
            </a:xfrm>
            <a:custGeom>
              <a:avLst/>
              <a:gdLst/>
              <a:ahLst/>
              <a:cxnLst/>
              <a:rect l="l" t="t" r="r" b="b"/>
              <a:pathLst>
                <a:path w="7459" h="6081" extrusionOk="0">
                  <a:moveTo>
                    <a:pt x="5146" y="1"/>
                  </a:moveTo>
                  <a:cubicBezTo>
                    <a:pt x="4953" y="1"/>
                    <a:pt x="4749" y="20"/>
                    <a:pt x="4533" y="59"/>
                  </a:cubicBezTo>
                  <a:cubicBezTo>
                    <a:pt x="2604" y="445"/>
                    <a:pt x="740" y="2470"/>
                    <a:pt x="740" y="2470"/>
                  </a:cubicBezTo>
                  <a:cubicBezTo>
                    <a:pt x="740" y="2470"/>
                    <a:pt x="1" y="3113"/>
                    <a:pt x="483" y="4334"/>
                  </a:cubicBezTo>
                  <a:cubicBezTo>
                    <a:pt x="933" y="5523"/>
                    <a:pt x="2604" y="6006"/>
                    <a:pt x="3633" y="6070"/>
                  </a:cubicBezTo>
                  <a:cubicBezTo>
                    <a:pt x="3703" y="6077"/>
                    <a:pt x="3777" y="6080"/>
                    <a:pt x="3855" y="6080"/>
                  </a:cubicBezTo>
                  <a:cubicBezTo>
                    <a:pt x="4873" y="6080"/>
                    <a:pt x="6436" y="5456"/>
                    <a:pt x="6944" y="3306"/>
                  </a:cubicBezTo>
                  <a:cubicBezTo>
                    <a:pt x="7459" y="1246"/>
                    <a:pt x="6701" y="1"/>
                    <a:pt x="5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4417;p64">
              <a:extLst>
                <a:ext uri="{FF2B5EF4-FFF2-40B4-BE49-F238E27FC236}">
                  <a16:creationId xmlns:a16="http://schemas.microsoft.com/office/drawing/2014/main" id="{C170A5EB-E33B-E791-691E-335615A1A5F0}"/>
                </a:ext>
              </a:extLst>
            </p:cNvPr>
            <p:cNvSpPr/>
            <p:nvPr/>
          </p:nvSpPr>
          <p:spPr>
            <a:xfrm>
              <a:off x="3822025" y="1859000"/>
              <a:ext cx="183250" cy="165575"/>
            </a:xfrm>
            <a:custGeom>
              <a:avLst/>
              <a:gdLst/>
              <a:ahLst/>
              <a:cxnLst/>
              <a:rect l="l" t="t" r="r" b="b"/>
              <a:pathLst>
                <a:path w="7330" h="6623" extrusionOk="0">
                  <a:moveTo>
                    <a:pt x="5144" y="547"/>
                  </a:moveTo>
                  <a:cubicBezTo>
                    <a:pt x="5690" y="547"/>
                    <a:pt x="6076" y="708"/>
                    <a:pt x="6365" y="997"/>
                  </a:cubicBezTo>
                  <a:cubicBezTo>
                    <a:pt x="6622" y="1318"/>
                    <a:pt x="6815" y="1768"/>
                    <a:pt x="6815" y="2411"/>
                  </a:cubicBezTo>
                  <a:cubicBezTo>
                    <a:pt x="6815" y="2733"/>
                    <a:pt x="6751" y="3086"/>
                    <a:pt x="6655" y="3504"/>
                  </a:cubicBezTo>
                  <a:cubicBezTo>
                    <a:pt x="6397" y="4533"/>
                    <a:pt x="5915" y="5176"/>
                    <a:pt x="5401" y="5561"/>
                  </a:cubicBezTo>
                  <a:cubicBezTo>
                    <a:pt x="4854" y="5947"/>
                    <a:pt x="4276" y="6076"/>
                    <a:pt x="3794" y="6076"/>
                  </a:cubicBezTo>
                  <a:lnTo>
                    <a:pt x="3601" y="6076"/>
                  </a:lnTo>
                  <a:cubicBezTo>
                    <a:pt x="3119" y="6044"/>
                    <a:pt x="2476" y="5915"/>
                    <a:pt x="1929" y="5658"/>
                  </a:cubicBezTo>
                  <a:cubicBezTo>
                    <a:pt x="1351" y="5369"/>
                    <a:pt x="869" y="5015"/>
                    <a:pt x="676" y="4501"/>
                  </a:cubicBezTo>
                  <a:cubicBezTo>
                    <a:pt x="579" y="4244"/>
                    <a:pt x="547" y="4019"/>
                    <a:pt x="547" y="3826"/>
                  </a:cubicBezTo>
                  <a:cubicBezTo>
                    <a:pt x="547" y="3536"/>
                    <a:pt x="644" y="3311"/>
                    <a:pt x="740" y="3151"/>
                  </a:cubicBezTo>
                  <a:cubicBezTo>
                    <a:pt x="772" y="3086"/>
                    <a:pt x="804" y="3022"/>
                    <a:pt x="836" y="2990"/>
                  </a:cubicBezTo>
                  <a:lnTo>
                    <a:pt x="869" y="2958"/>
                  </a:lnTo>
                  <a:lnTo>
                    <a:pt x="901" y="2926"/>
                  </a:lnTo>
                  <a:lnTo>
                    <a:pt x="933" y="2893"/>
                  </a:lnTo>
                  <a:cubicBezTo>
                    <a:pt x="1029" y="2797"/>
                    <a:pt x="1511" y="2283"/>
                    <a:pt x="2186" y="1768"/>
                  </a:cubicBezTo>
                  <a:cubicBezTo>
                    <a:pt x="2862" y="1254"/>
                    <a:pt x="3729" y="740"/>
                    <a:pt x="4565" y="579"/>
                  </a:cubicBezTo>
                  <a:cubicBezTo>
                    <a:pt x="4758" y="547"/>
                    <a:pt x="4951" y="547"/>
                    <a:pt x="5144" y="547"/>
                  </a:cubicBezTo>
                  <a:close/>
                  <a:moveTo>
                    <a:pt x="5144" y="0"/>
                  </a:moveTo>
                  <a:cubicBezTo>
                    <a:pt x="4919" y="0"/>
                    <a:pt x="4694" y="33"/>
                    <a:pt x="4469" y="65"/>
                  </a:cubicBezTo>
                  <a:cubicBezTo>
                    <a:pt x="3408" y="258"/>
                    <a:pt x="2444" y="901"/>
                    <a:pt x="1704" y="1447"/>
                  </a:cubicBezTo>
                  <a:cubicBezTo>
                    <a:pt x="1073" y="1963"/>
                    <a:pt x="621" y="2429"/>
                    <a:pt x="531" y="2545"/>
                  </a:cubicBezTo>
                  <a:lnTo>
                    <a:pt x="531" y="2545"/>
                  </a:lnTo>
                  <a:cubicBezTo>
                    <a:pt x="484" y="2572"/>
                    <a:pt x="371" y="2696"/>
                    <a:pt x="258" y="2893"/>
                  </a:cubicBezTo>
                  <a:cubicBezTo>
                    <a:pt x="129" y="3086"/>
                    <a:pt x="1" y="3408"/>
                    <a:pt x="1" y="3826"/>
                  </a:cubicBezTo>
                  <a:cubicBezTo>
                    <a:pt x="1" y="4083"/>
                    <a:pt x="65" y="4372"/>
                    <a:pt x="194" y="4694"/>
                  </a:cubicBezTo>
                  <a:cubicBezTo>
                    <a:pt x="451" y="5369"/>
                    <a:pt x="1061" y="5819"/>
                    <a:pt x="1704" y="6140"/>
                  </a:cubicBezTo>
                  <a:cubicBezTo>
                    <a:pt x="2315" y="6429"/>
                    <a:pt x="3022" y="6558"/>
                    <a:pt x="3569" y="6622"/>
                  </a:cubicBezTo>
                  <a:lnTo>
                    <a:pt x="3794" y="6622"/>
                  </a:lnTo>
                  <a:cubicBezTo>
                    <a:pt x="4372" y="6622"/>
                    <a:pt x="5079" y="6462"/>
                    <a:pt x="5722" y="5979"/>
                  </a:cubicBezTo>
                  <a:cubicBezTo>
                    <a:pt x="6365" y="5529"/>
                    <a:pt x="6912" y="4758"/>
                    <a:pt x="7169" y="3633"/>
                  </a:cubicBezTo>
                  <a:cubicBezTo>
                    <a:pt x="7297" y="3183"/>
                    <a:pt x="7330" y="2765"/>
                    <a:pt x="7330" y="2411"/>
                  </a:cubicBezTo>
                  <a:cubicBezTo>
                    <a:pt x="7330" y="1672"/>
                    <a:pt x="7137" y="1061"/>
                    <a:pt x="6751" y="643"/>
                  </a:cubicBezTo>
                  <a:cubicBezTo>
                    <a:pt x="6365" y="225"/>
                    <a:pt x="5787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4418;p64">
              <a:extLst>
                <a:ext uri="{FF2B5EF4-FFF2-40B4-BE49-F238E27FC236}">
                  <a16:creationId xmlns:a16="http://schemas.microsoft.com/office/drawing/2014/main" id="{29814A9C-4A6A-9ED8-1C68-4EDE1AFF94DB}"/>
                </a:ext>
              </a:extLst>
            </p:cNvPr>
            <p:cNvSpPr/>
            <p:nvPr/>
          </p:nvSpPr>
          <p:spPr>
            <a:xfrm>
              <a:off x="3668550" y="1913650"/>
              <a:ext cx="247525" cy="173600"/>
            </a:xfrm>
            <a:custGeom>
              <a:avLst/>
              <a:gdLst/>
              <a:ahLst/>
              <a:cxnLst/>
              <a:rect l="l" t="t" r="r" b="b"/>
              <a:pathLst>
                <a:path w="9901" h="6944" extrusionOk="0">
                  <a:moveTo>
                    <a:pt x="7972" y="0"/>
                  </a:moveTo>
                  <a:cubicBezTo>
                    <a:pt x="7972" y="0"/>
                    <a:pt x="3986" y="547"/>
                    <a:pt x="3054" y="1190"/>
                  </a:cubicBezTo>
                  <a:cubicBezTo>
                    <a:pt x="2122" y="1833"/>
                    <a:pt x="0" y="5465"/>
                    <a:pt x="0" y="5915"/>
                  </a:cubicBezTo>
                  <a:cubicBezTo>
                    <a:pt x="0" y="6397"/>
                    <a:pt x="1286" y="6847"/>
                    <a:pt x="1961" y="6847"/>
                  </a:cubicBezTo>
                  <a:cubicBezTo>
                    <a:pt x="2604" y="6847"/>
                    <a:pt x="4275" y="4629"/>
                    <a:pt x="4275" y="4629"/>
                  </a:cubicBezTo>
                  <a:lnTo>
                    <a:pt x="4275" y="4629"/>
                  </a:lnTo>
                  <a:lnTo>
                    <a:pt x="3440" y="6943"/>
                  </a:lnTo>
                  <a:cubicBezTo>
                    <a:pt x="3440" y="6943"/>
                    <a:pt x="4275" y="6847"/>
                    <a:pt x="4340" y="6461"/>
                  </a:cubicBezTo>
                  <a:cubicBezTo>
                    <a:pt x="4436" y="6108"/>
                    <a:pt x="5754" y="3600"/>
                    <a:pt x="5754" y="3600"/>
                  </a:cubicBezTo>
                  <a:cubicBezTo>
                    <a:pt x="5754" y="3600"/>
                    <a:pt x="5806" y="3603"/>
                    <a:pt x="5896" y="3603"/>
                  </a:cubicBezTo>
                  <a:cubicBezTo>
                    <a:pt x="6422" y="3603"/>
                    <a:pt x="8259" y="3532"/>
                    <a:pt x="8808" y="2572"/>
                  </a:cubicBezTo>
                  <a:cubicBezTo>
                    <a:pt x="9451" y="1479"/>
                    <a:pt x="9901" y="740"/>
                    <a:pt x="7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4419;p64">
              <a:extLst>
                <a:ext uri="{FF2B5EF4-FFF2-40B4-BE49-F238E27FC236}">
                  <a16:creationId xmlns:a16="http://schemas.microsoft.com/office/drawing/2014/main" id="{0E96BFD7-0E1E-8E39-62AD-7E658DA696DB}"/>
                </a:ext>
              </a:extLst>
            </p:cNvPr>
            <p:cNvSpPr/>
            <p:nvPr/>
          </p:nvSpPr>
          <p:spPr>
            <a:xfrm>
              <a:off x="3662100" y="1907225"/>
              <a:ext cx="247550" cy="186675"/>
            </a:xfrm>
            <a:custGeom>
              <a:avLst/>
              <a:gdLst/>
              <a:ahLst/>
              <a:cxnLst/>
              <a:rect l="l" t="t" r="r" b="b"/>
              <a:pathLst>
                <a:path w="9902" h="7467" extrusionOk="0">
                  <a:moveTo>
                    <a:pt x="8178" y="532"/>
                  </a:moveTo>
                  <a:lnTo>
                    <a:pt x="8178" y="532"/>
                  </a:lnTo>
                  <a:cubicBezTo>
                    <a:pt x="8635" y="717"/>
                    <a:pt x="8943" y="874"/>
                    <a:pt x="9130" y="1061"/>
                  </a:cubicBezTo>
                  <a:cubicBezTo>
                    <a:pt x="9291" y="1222"/>
                    <a:pt x="9355" y="1350"/>
                    <a:pt x="9355" y="1511"/>
                  </a:cubicBezTo>
                  <a:cubicBezTo>
                    <a:pt x="9355" y="1768"/>
                    <a:pt x="9130" y="2186"/>
                    <a:pt x="8841" y="2700"/>
                  </a:cubicBezTo>
                  <a:cubicBezTo>
                    <a:pt x="8616" y="3086"/>
                    <a:pt x="8101" y="3311"/>
                    <a:pt x="7523" y="3440"/>
                  </a:cubicBezTo>
                  <a:cubicBezTo>
                    <a:pt x="6944" y="3568"/>
                    <a:pt x="6366" y="3600"/>
                    <a:pt x="6141" y="3600"/>
                  </a:cubicBezTo>
                  <a:lnTo>
                    <a:pt x="6012" y="3600"/>
                  </a:lnTo>
                  <a:cubicBezTo>
                    <a:pt x="5916" y="3600"/>
                    <a:pt x="5819" y="3632"/>
                    <a:pt x="5755" y="3729"/>
                  </a:cubicBezTo>
                  <a:cubicBezTo>
                    <a:pt x="5755" y="3729"/>
                    <a:pt x="5433" y="4372"/>
                    <a:pt x="5112" y="5047"/>
                  </a:cubicBezTo>
                  <a:cubicBezTo>
                    <a:pt x="4919" y="5368"/>
                    <a:pt x="4758" y="5722"/>
                    <a:pt x="4630" y="6011"/>
                  </a:cubicBezTo>
                  <a:cubicBezTo>
                    <a:pt x="4565" y="6172"/>
                    <a:pt x="4501" y="6300"/>
                    <a:pt x="4437" y="6397"/>
                  </a:cubicBezTo>
                  <a:cubicBezTo>
                    <a:pt x="4405" y="6525"/>
                    <a:pt x="4373" y="6590"/>
                    <a:pt x="4340" y="6654"/>
                  </a:cubicBezTo>
                  <a:lnTo>
                    <a:pt x="4340" y="6686"/>
                  </a:lnTo>
                  <a:cubicBezTo>
                    <a:pt x="4317" y="6732"/>
                    <a:pt x="4211" y="6779"/>
                    <a:pt x="4093" y="6825"/>
                  </a:cubicBezTo>
                  <a:lnTo>
                    <a:pt x="4093" y="6825"/>
                  </a:lnTo>
                  <a:lnTo>
                    <a:pt x="4758" y="4983"/>
                  </a:lnTo>
                  <a:cubicBezTo>
                    <a:pt x="4823" y="4854"/>
                    <a:pt x="4758" y="4725"/>
                    <a:pt x="4662" y="4661"/>
                  </a:cubicBezTo>
                  <a:cubicBezTo>
                    <a:pt x="4616" y="4638"/>
                    <a:pt x="4567" y="4628"/>
                    <a:pt x="4519" y="4628"/>
                  </a:cubicBezTo>
                  <a:cubicBezTo>
                    <a:pt x="4432" y="4628"/>
                    <a:pt x="4350" y="4663"/>
                    <a:pt x="4308" y="4725"/>
                  </a:cubicBezTo>
                  <a:cubicBezTo>
                    <a:pt x="4308" y="4725"/>
                    <a:pt x="4276" y="4758"/>
                    <a:pt x="4244" y="4822"/>
                  </a:cubicBezTo>
                  <a:cubicBezTo>
                    <a:pt x="4083" y="5015"/>
                    <a:pt x="3665" y="5561"/>
                    <a:pt x="3215" y="6011"/>
                  </a:cubicBezTo>
                  <a:cubicBezTo>
                    <a:pt x="2990" y="6236"/>
                    <a:pt x="2765" y="6461"/>
                    <a:pt x="2572" y="6622"/>
                  </a:cubicBezTo>
                  <a:cubicBezTo>
                    <a:pt x="2476" y="6686"/>
                    <a:pt x="2412" y="6750"/>
                    <a:pt x="2315" y="6783"/>
                  </a:cubicBezTo>
                  <a:cubicBezTo>
                    <a:pt x="2251" y="6815"/>
                    <a:pt x="2219" y="6847"/>
                    <a:pt x="2219" y="6847"/>
                  </a:cubicBezTo>
                  <a:cubicBezTo>
                    <a:pt x="1930" y="6847"/>
                    <a:pt x="1480" y="6718"/>
                    <a:pt x="1094" y="6558"/>
                  </a:cubicBezTo>
                  <a:cubicBezTo>
                    <a:pt x="901" y="6493"/>
                    <a:pt x="740" y="6397"/>
                    <a:pt x="644" y="6300"/>
                  </a:cubicBezTo>
                  <a:cubicBezTo>
                    <a:pt x="580" y="6268"/>
                    <a:pt x="547" y="6236"/>
                    <a:pt x="547" y="6204"/>
                  </a:cubicBezTo>
                  <a:lnTo>
                    <a:pt x="515" y="6172"/>
                  </a:lnTo>
                  <a:cubicBezTo>
                    <a:pt x="547" y="6140"/>
                    <a:pt x="580" y="6011"/>
                    <a:pt x="644" y="5883"/>
                  </a:cubicBezTo>
                  <a:cubicBezTo>
                    <a:pt x="869" y="5368"/>
                    <a:pt x="1415" y="4436"/>
                    <a:pt x="1962" y="3568"/>
                  </a:cubicBezTo>
                  <a:cubicBezTo>
                    <a:pt x="2251" y="3118"/>
                    <a:pt x="2540" y="2700"/>
                    <a:pt x="2798" y="2379"/>
                  </a:cubicBezTo>
                  <a:cubicBezTo>
                    <a:pt x="3055" y="2025"/>
                    <a:pt x="3312" y="1768"/>
                    <a:pt x="3473" y="1672"/>
                  </a:cubicBezTo>
                  <a:cubicBezTo>
                    <a:pt x="3633" y="1543"/>
                    <a:pt x="4051" y="1382"/>
                    <a:pt x="4533" y="1254"/>
                  </a:cubicBezTo>
                  <a:cubicBezTo>
                    <a:pt x="5273" y="1029"/>
                    <a:pt x="6205" y="868"/>
                    <a:pt x="6976" y="739"/>
                  </a:cubicBezTo>
                  <a:cubicBezTo>
                    <a:pt x="7330" y="675"/>
                    <a:pt x="7651" y="611"/>
                    <a:pt x="7876" y="579"/>
                  </a:cubicBezTo>
                  <a:cubicBezTo>
                    <a:pt x="8013" y="562"/>
                    <a:pt x="8114" y="545"/>
                    <a:pt x="8178" y="532"/>
                  </a:cubicBezTo>
                  <a:close/>
                  <a:moveTo>
                    <a:pt x="8198" y="0"/>
                  </a:moveTo>
                  <a:cubicBezTo>
                    <a:pt x="8198" y="0"/>
                    <a:pt x="7169" y="129"/>
                    <a:pt x="6076" y="354"/>
                  </a:cubicBezTo>
                  <a:cubicBezTo>
                    <a:pt x="5498" y="450"/>
                    <a:pt x="4919" y="579"/>
                    <a:pt x="4405" y="739"/>
                  </a:cubicBezTo>
                  <a:cubicBezTo>
                    <a:pt x="3890" y="900"/>
                    <a:pt x="3440" y="1029"/>
                    <a:pt x="3151" y="1222"/>
                  </a:cubicBezTo>
                  <a:cubicBezTo>
                    <a:pt x="2894" y="1447"/>
                    <a:pt x="2572" y="1800"/>
                    <a:pt x="2219" y="2250"/>
                  </a:cubicBezTo>
                  <a:cubicBezTo>
                    <a:pt x="1737" y="2925"/>
                    <a:pt x="1190" y="3761"/>
                    <a:pt x="740" y="4533"/>
                  </a:cubicBezTo>
                  <a:cubicBezTo>
                    <a:pt x="547" y="4886"/>
                    <a:pt x="355" y="5240"/>
                    <a:pt x="226" y="5497"/>
                  </a:cubicBezTo>
                  <a:cubicBezTo>
                    <a:pt x="162" y="5658"/>
                    <a:pt x="97" y="5786"/>
                    <a:pt x="65" y="5883"/>
                  </a:cubicBezTo>
                  <a:cubicBezTo>
                    <a:pt x="33" y="5979"/>
                    <a:pt x="1" y="6075"/>
                    <a:pt x="1" y="6172"/>
                  </a:cubicBezTo>
                  <a:cubicBezTo>
                    <a:pt x="1" y="6300"/>
                    <a:pt x="33" y="6397"/>
                    <a:pt x="97" y="6493"/>
                  </a:cubicBezTo>
                  <a:cubicBezTo>
                    <a:pt x="194" y="6654"/>
                    <a:pt x="322" y="6750"/>
                    <a:pt x="483" y="6879"/>
                  </a:cubicBezTo>
                  <a:cubicBezTo>
                    <a:pt x="740" y="7008"/>
                    <a:pt x="1062" y="7136"/>
                    <a:pt x="1351" y="7233"/>
                  </a:cubicBezTo>
                  <a:cubicBezTo>
                    <a:pt x="1640" y="7329"/>
                    <a:pt x="1962" y="7361"/>
                    <a:pt x="2219" y="7361"/>
                  </a:cubicBezTo>
                  <a:cubicBezTo>
                    <a:pt x="2347" y="7361"/>
                    <a:pt x="2476" y="7329"/>
                    <a:pt x="2637" y="7233"/>
                  </a:cubicBezTo>
                  <a:cubicBezTo>
                    <a:pt x="2862" y="7104"/>
                    <a:pt x="3087" y="6911"/>
                    <a:pt x="3312" y="6686"/>
                  </a:cubicBezTo>
                  <a:cubicBezTo>
                    <a:pt x="3462" y="6542"/>
                    <a:pt x="3613" y="6385"/>
                    <a:pt x="3757" y="6228"/>
                  </a:cubicBezTo>
                  <a:lnTo>
                    <a:pt x="3757" y="6228"/>
                  </a:lnTo>
                  <a:lnTo>
                    <a:pt x="3440" y="7104"/>
                  </a:lnTo>
                  <a:cubicBezTo>
                    <a:pt x="3408" y="7200"/>
                    <a:pt x="3408" y="7297"/>
                    <a:pt x="3473" y="7361"/>
                  </a:cubicBezTo>
                  <a:cubicBezTo>
                    <a:pt x="3525" y="7414"/>
                    <a:pt x="3599" y="7466"/>
                    <a:pt x="3677" y="7466"/>
                  </a:cubicBezTo>
                  <a:cubicBezTo>
                    <a:pt x="3694" y="7466"/>
                    <a:pt x="3712" y="7464"/>
                    <a:pt x="3730" y="7458"/>
                  </a:cubicBezTo>
                  <a:cubicBezTo>
                    <a:pt x="3730" y="7458"/>
                    <a:pt x="3955" y="7426"/>
                    <a:pt x="4180" y="7361"/>
                  </a:cubicBezTo>
                  <a:cubicBezTo>
                    <a:pt x="4308" y="7329"/>
                    <a:pt x="4437" y="7265"/>
                    <a:pt x="4565" y="7200"/>
                  </a:cubicBezTo>
                  <a:cubicBezTo>
                    <a:pt x="4694" y="7104"/>
                    <a:pt x="4823" y="6975"/>
                    <a:pt x="4887" y="6815"/>
                  </a:cubicBezTo>
                  <a:cubicBezTo>
                    <a:pt x="4887" y="6783"/>
                    <a:pt x="4887" y="6718"/>
                    <a:pt x="4951" y="6622"/>
                  </a:cubicBezTo>
                  <a:cubicBezTo>
                    <a:pt x="5080" y="6268"/>
                    <a:pt x="5433" y="5593"/>
                    <a:pt x="5690" y="5047"/>
                  </a:cubicBezTo>
                  <a:cubicBezTo>
                    <a:pt x="5879" y="4671"/>
                    <a:pt x="6053" y="4335"/>
                    <a:pt x="6152" y="4147"/>
                  </a:cubicBezTo>
                  <a:lnTo>
                    <a:pt x="6152" y="4147"/>
                  </a:lnTo>
                  <a:cubicBezTo>
                    <a:pt x="6416" y="4146"/>
                    <a:pt x="7018" y="4113"/>
                    <a:pt x="7651" y="3986"/>
                  </a:cubicBezTo>
                  <a:cubicBezTo>
                    <a:pt x="8262" y="3825"/>
                    <a:pt x="8937" y="3568"/>
                    <a:pt x="9291" y="2990"/>
                  </a:cubicBezTo>
                  <a:cubicBezTo>
                    <a:pt x="9580" y="2475"/>
                    <a:pt x="9869" y="2025"/>
                    <a:pt x="9869" y="1511"/>
                  </a:cubicBezTo>
                  <a:cubicBezTo>
                    <a:pt x="9901" y="1189"/>
                    <a:pt x="9741" y="900"/>
                    <a:pt x="9484" y="675"/>
                  </a:cubicBezTo>
                  <a:cubicBezTo>
                    <a:pt x="9226" y="418"/>
                    <a:pt x="8873" y="193"/>
                    <a:pt x="8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4420;p64">
              <a:extLst>
                <a:ext uri="{FF2B5EF4-FFF2-40B4-BE49-F238E27FC236}">
                  <a16:creationId xmlns:a16="http://schemas.microsoft.com/office/drawing/2014/main" id="{25567DE4-5836-EB23-1F1E-0E531C581ACD}"/>
                </a:ext>
              </a:extLst>
            </p:cNvPr>
            <p:cNvSpPr/>
            <p:nvPr/>
          </p:nvSpPr>
          <p:spPr>
            <a:xfrm>
              <a:off x="4006850" y="1760950"/>
              <a:ext cx="176825" cy="613200"/>
            </a:xfrm>
            <a:custGeom>
              <a:avLst/>
              <a:gdLst/>
              <a:ahLst/>
              <a:cxnLst/>
              <a:rect l="l" t="t" r="r" b="b"/>
              <a:pathLst>
                <a:path w="7073" h="24528" extrusionOk="0">
                  <a:moveTo>
                    <a:pt x="2412" y="1"/>
                  </a:moveTo>
                  <a:cubicBezTo>
                    <a:pt x="2412" y="1"/>
                    <a:pt x="1319" y="3730"/>
                    <a:pt x="1319" y="6076"/>
                  </a:cubicBezTo>
                  <a:cubicBezTo>
                    <a:pt x="1319" y="8391"/>
                    <a:pt x="2926" y="15880"/>
                    <a:pt x="2926" y="15880"/>
                  </a:cubicBezTo>
                  <a:cubicBezTo>
                    <a:pt x="2926" y="15880"/>
                    <a:pt x="2637" y="17905"/>
                    <a:pt x="1319" y="19320"/>
                  </a:cubicBezTo>
                  <a:cubicBezTo>
                    <a:pt x="1" y="20766"/>
                    <a:pt x="387" y="22663"/>
                    <a:pt x="997" y="23273"/>
                  </a:cubicBezTo>
                  <a:cubicBezTo>
                    <a:pt x="1470" y="23746"/>
                    <a:pt x="2310" y="24528"/>
                    <a:pt x="2858" y="24528"/>
                  </a:cubicBezTo>
                  <a:cubicBezTo>
                    <a:pt x="3018" y="24528"/>
                    <a:pt x="3153" y="24462"/>
                    <a:pt x="3247" y="24302"/>
                  </a:cubicBezTo>
                  <a:cubicBezTo>
                    <a:pt x="3633" y="23595"/>
                    <a:pt x="3344" y="22277"/>
                    <a:pt x="3730" y="21763"/>
                  </a:cubicBezTo>
                  <a:cubicBezTo>
                    <a:pt x="4148" y="21248"/>
                    <a:pt x="5658" y="20445"/>
                    <a:pt x="5883" y="18934"/>
                  </a:cubicBezTo>
                  <a:cubicBezTo>
                    <a:pt x="6076" y="17423"/>
                    <a:pt x="5755" y="12762"/>
                    <a:pt x="5755" y="10223"/>
                  </a:cubicBezTo>
                  <a:cubicBezTo>
                    <a:pt x="5755" y="7683"/>
                    <a:pt x="7073" y="3922"/>
                    <a:pt x="5658" y="1319"/>
                  </a:cubicBezTo>
                  <a:lnTo>
                    <a:pt x="2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4421;p64">
              <a:extLst>
                <a:ext uri="{FF2B5EF4-FFF2-40B4-BE49-F238E27FC236}">
                  <a16:creationId xmlns:a16="http://schemas.microsoft.com/office/drawing/2014/main" id="{3FF74A4B-2B2B-5273-07A6-361AA7AA311C}"/>
                </a:ext>
              </a:extLst>
            </p:cNvPr>
            <p:cNvSpPr/>
            <p:nvPr/>
          </p:nvSpPr>
          <p:spPr>
            <a:xfrm>
              <a:off x="4010875" y="1754025"/>
              <a:ext cx="160750" cy="626550"/>
            </a:xfrm>
            <a:custGeom>
              <a:avLst/>
              <a:gdLst/>
              <a:ahLst/>
              <a:cxnLst/>
              <a:rect l="l" t="t" r="r" b="b"/>
              <a:pathLst>
                <a:path w="6430" h="25062" extrusionOk="0">
                  <a:moveTo>
                    <a:pt x="2246" y="0"/>
                  </a:moveTo>
                  <a:cubicBezTo>
                    <a:pt x="2133" y="0"/>
                    <a:pt x="2044" y="81"/>
                    <a:pt x="1994" y="181"/>
                  </a:cubicBezTo>
                  <a:cubicBezTo>
                    <a:pt x="1994" y="181"/>
                    <a:pt x="1736" y="1146"/>
                    <a:pt x="1447" y="2367"/>
                  </a:cubicBezTo>
                  <a:cubicBezTo>
                    <a:pt x="1158" y="3621"/>
                    <a:pt x="869" y="5132"/>
                    <a:pt x="869" y="6353"/>
                  </a:cubicBezTo>
                  <a:cubicBezTo>
                    <a:pt x="901" y="7542"/>
                    <a:pt x="1286" y="10018"/>
                    <a:pt x="1704" y="12171"/>
                  </a:cubicBezTo>
                  <a:cubicBezTo>
                    <a:pt x="2062" y="14200"/>
                    <a:pt x="2448" y="15951"/>
                    <a:pt x="2502" y="16193"/>
                  </a:cubicBezTo>
                  <a:lnTo>
                    <a:pt x="2502" y="16193"/>
                  </a:lnTo>
                  <a:cubicBezTo>
                    <a:pt x="2442" y="16514"/>
                    <a:pt x="2070" y="18239"/>
                    <a:pt x="965" y="19436"/>
                  </a:cubicBezTo>
                  <a:cubicBezTo>
                    <a:pt x="258" y="20175"/>
                    <a:pt x="1" y="21043"/>
                    <a:pt x="1" y="21847"/>
                  </a:cubicBezTo>
                  <a:cubicBezTo>
                    <a:pt x="1" y="22650"/>
                    <a:pt x="258" y="23358"/>
                    <a:pt x="643" y="23743"/>
                  </a:cubicBezTo>
                  <a:cubicBezTo>
                    <a:pt x="901" y="24000"/>
                    <a:pt x="1222" y="24322"/>
                    <a:pt x="1576" y="24579"/>
                  </a:cubicBezTo>
                  <a:cubicBezTo>
                    <a:pt x="1769" y="24708"/>
                    <a:pt x="1929" y="24836"/>
                    <a:pt x="2122" y="24901"/>
                  </a:cubicBezTo>
                  <a:cubicBezTo>
                    <a:pt x="2315" y="24997"/>
                    <a:pt x="2476" y="25061"/>
                    <a:pt x="2701" y="25061"/>
                  </a:cubicBezTo>
                  <a:cubicBezTo>
                    <a:pt x="2797" y="25061"/>
                    <a:pt x="2926" y="25061"/>
                    <a:pt x="3054" y="24997"/>
                  </a:cubicBezTo>
                  <a:cubicBezTo>
                    <a:pt x="3151" y="24933"/>
                    <a:pt x="3247" y="24836"/>
                    <a:pt x="3311" y="24708"/>
                  </a:cubicBezTo>
                  <a:cubicBezTo>
                    <a:pt x="3569" y="24258"/>
                    <a:pt x="3569" y="23743"/>
                    <a:pt x="3601" y="23261"/>
                  </a:cubicBezTo>
                  <a:cubicBezTo>
                    <a:pt x="3601" y="23004"/>
                    <a:pt x="3633" y="22779"/>
                    <a:pt x="3665" y="22586"/>
                  </a:cubicBezTo>
                  <a:cubicBezTo>
                    <a:pt x="3697" y="22425"/>
                    <a:pt x="3729" y="22265"/>
                    <a:pt x="3794" y="22200"/>
                  </a:cubicBezTo>
                  <a:cubicBezTo>
                    <a:pt x="3858" y="22104"/>
                    <a:pt x="4019" y="21975"/>
                    <a:pt x="4244" y="21815"/>
                  </a:cubicBezTo>
                  <a:cubicBezTo>
                    <a:pt x="4533" y="21557"/>
                    <a:pt x="4919" y="21236"/>
                    <a:pt x="5272" y="20818"/>
                  </a:cubicBezTo>
                  <a:cubicBezTo>
                    <a:pt x="5594" y="20400"/>
                    <a:pt x="5883" y="19886"/>
                    <a:pt x="5979" y="19243"/>
                  </a:cubicBezTo>
                  <a:cubicBezTo>
                    <a:pt x="6044" y="18825"/>
                    <a:pt x="6044" y="18247"/>
                    <a:pt x="6044" y="17572"/>
                  </a:cubicBezTo>
                  <a:cubicBezTo>
                    <a:pt x="6044" y="15482"/>
                    <a:pt x="5883" y="12396"/>
                    <a:pt x="5883" y="10500"/>
                  </a:cubicBezTo>
                  <a:cubicBezTo>
                    <a:pt x="5883" y="8893"/>
                    <a:pt x="6429" y="6739"/>
                    <a:pt x="6429" y="4649"/>
                  </a:cubicBezTo>
                  <a:cubicBezTo>
                    <a:pt x="6429" y="3524"/>
                    <a:pt x="6269" y="2432"/>
                    <a:pt x="5754" y="1467"/>
                  </a:cubicBezTo>
                  <a:cubicBezTo>
                    <a:pt x="5684" y="1373"/>
                    <a:pt x="5579" y="1313"/>
                    <a:pt x="5477" y="1313"/>
                  </a:cubicBezTo>
                  <a:cubicBezTo>
                    <a:pt x="5440" y="1313"/>
                    <a:pt x="5403" y="1321"/>
                    <a:pt x="5369" y="1339"/>
                  </a:cubicBezTo>
                  <a:cubicBezTo>
                    <a:pt x="5240" y="1403"/>
                    <a:pt x="5208" y="1564"/>
                    <a:pt x="5272" y="1724"/>
                  </a:cubicBezTo>
                  <a:cubicBezTo>
                    <a:pt x="5722" y="2560"/>
                    <a:pt x="5883" y="3589"/>
                    <a:pt x="5883" y="4649"/>
                  </a:cubicBezTo>
                  <a:cubicBezTo>
                    <a:pt x="5883" y="6642"/>
                    <a:pt x="5337" y="8796"/>
                    <a:pt x="5337" y="10500"/>
                  </a:cubicBezTo>
                  <a:cubicBezTo>
                    <a:pt x="5337" y="12396"/>
                    <a:pt x="5497" y="15514"/>
                    <a:pt x="5497" y="17572"/>
                  </a:cubicBezTo>
                  <a:cubicBezTo>
                    <a:pt x="5497" y="18247"/>
                    <a:pt x="5497" y="18825"/>
                    <a:pt x="5433" y="19179"/>
                  </a:cubicBezTo>
                  <a:cubicBezTo>
                    <a:pt x="5369" y="19854"/>
                    <a:pt x="4983" y="20368"/>
                    <a:pt x="4533" y="20818"/>
                  </a:cubicBezTo>
                  <a:cubicBezTo>
                    <a:pt x="4308" y="21043"/>
                    <a:pt x="4083" y="21236"/>
                    <a:pt x="3890" y="21397"/>
                  </a:cubicBezTo>
                  <a:cubicBezTo>
                    <a:pt x="3665" y="21557"/>
                    <a:pt x="3504" y="21718"/>
                    <a:pt x="3376" y="21879"/>
                  </a:cubicBezTo>
                  <a:cubicBezTo>
                    <a:pt x="3215" y="22072"/>
                    <a:pt x="3151" y="22265"/>
                    <a:pt x="3119" y="22522"/>
                  </a:cubicBezTo>
                  <a:cubicBezTo>
                    <a:pt x="3054" y="22843"/>
                    <a:pt x="3054" y="23229"/>
                    <a:pt x="3054" y="23583"/>
                  </a:cubicBezTo>
                  <a:cubicBezTo>
                    <a:pt x="3022" y="23936"/>
                    <a:pt x="2958" y="24258"/>
                    <a:pt x="2829" y="24450"/>
                  </a:cubicBezTo>
                  <a:lnTo>
                    <a:pt x="2765" y="24515"/>
                  </a:lnTo>
                  <a:lnTo>
                    <a:pt x="2701" y="24547"/>
                  </a:lnTo>
                  <a:cubicBezTo>
                    <a:pt x="2604" y="24547"/>
                    <a:pt x="2508" y="24515"/>
                    <a:pt x="2347" y="24450"/>
                  </a:cubicBezTo>
                  <a:cubicBezTo>
                    <a:pt x="1929" y="24225"/>
                    <a:pt x="1383" y="23711"/>
                    <a:pt x="1029" y="23358"/>
                  </a:cubicBezTo>
                  <a:cubicBezTo>
                    <a:pt x="804" y="23133"/>
                    <a:pt x="547" y="22522"/>
                    <a:pt x="547" y="21847"/>
                  </a:cubicBezTo>
                  <a:cubicBezTo>
                    <a:pt x="547" y="21172"/>
                    <a:pt x="772" y="20432"/>
                    <a:pt x="1351" y="19790"/>
                  </a:cubicBezTo>
                  <a:cubicBezTo>
                    <a:pt x="2733" y="18279"/>
                    <a:pt x="3022" y="16222"/>
                    <a:pt x="3022" y="16222"/>
                  </a:cubicBezTo>
                  <a:lnTo>
                    <a:pt x="3022" y="16125"/>
                  </a:lnTo>
                  <a:cubicBezTo>
                    <a:pt x="3022" y="16125"/>
                    <a:pt x="2926" y="15643"/>
                    <a:pt x="2765" y="14904"/>
                  </a:cubicBezTo>
                  <a:cubicBezTo>
                    <a:pt x="2540" y="13811"/>
                    <a:pt x="2219" y="12075"/>
                    <a:pt x="1929" y="10435"/>
                  </a:cubicBezTo>
                  <a:cubicBezTo>
                    <a:pt x="1640" y="8764"/>
                    <a:pt x="1415" y="7189"/>
                    <a:pt x="1415" y="6353"/>
                  </a:cubicBezTo>
                  <a:cubicBezTo>
                    <a:pt x="1415" y="5228"/>
                    <a:pt x="1704" y="3717"/>
                    <a:pt x="1961" y="2496"/>
                  </a:cubicBezTo>
                  <a:cubicBezTo>
                    <a:pt x="2122" y="1885"/>
                    <a:pt x="2251" y="1339"/>
                    <a:pt x="2347" y="953"/>
                  </a:cubicBezTo>
                  <a:cubicBezTo>
                    <a:pt x="2444" y="567"/>
                    <a:pt x="2508" y="342"/>
                    <a:pt x="2508" y="342"/>
                  </a:cubicBezTo>
                  <a:cubicBezTo>
                    <a:pt x="2572" y="214"/>
                    <a:pt x="2476" y="53"/>
                    <a:pt x="2347" y="21"/>
                  </a:cubicBezTo>
                  <a:cubicBezTo>
                    <a:pt x="2312" y="7"/>
                    <a:pt x="2278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4422;p64">
              <a:extLst>
                <a:ext uri="{FF2B5EF4-FFF2-40B4-BE49-F238E27FC236}">
                  <a16:creationId xmlns:a16="http://schemas.microsoft.com/office/drawing/2014/main" id="{8822CAA1-F9F0-C8F7-E8B3-0FB5FF675254}"/>
                </a:ext>
              </a:extLst>
            </p:cNvPr>
            <p:cNvSpPr/>
            <p:nvPr/>
          </p:nvSpPr>
          <p:spPr>
            <a:xfrm>
              <a:off x="4006850" y="2125825"/>
              <a:ext cx="149500" cy="248325"/>
            </a:xfrm>
            <a:custGeom>
              <a:avLst/>
              <a:gdLst/>
              <a:ahLst/>
              <a:cxnLst/>
              <a:rect l="l" t="t" r="r" b="b"/>
              <a:pathLst>
                <a:path w="5980" h="9933" extrusionOk="0">
                  <a:moveTo>
                    <a:pt x="4967" y="1"/>
                  </a:moveTo>
                  <a:cubicBezTo>
                    <a:pt x="3893" y="1"/>
                    <a:pt x="3245" y="446"/>
                    <a:pt x="2862" y="932"/>
                  </a:cubicBezTo>
                  <a:cubicBezTo>
                    <a:pt x="2894" y="1157"/>
                    <a:pt x="2926" y="1285"/>
                    <a:pt x="2926" y="1285"/>
                  </a:cubicBezTo>
                  <a:cubicBezTo>
                    <a:pt x="2926" y="1285"/>
                    <a:pt x="2637" y="3310"/>
                    <a:pt x="1319" y="4725"/>
                  </a:cubicBezTo>
                  <a:cubicBezTo>
                    <a:pt x="1" y="6171"/>
                    <a:pt x="387" y="8068"/>
                    <a:pt x="997" y="8678"/>
                  </a:cubicBezTo>
                  <a:cubicBezTo>
                    <a:pt x="1470" y="9151"/>
                    <a:pt x="2310" y="9933"/>
                    <a:pt x="2858" y="9933"/>
                  </a:cubicBezTo>
                  <a:cubicBezTo>
                    <a:pt x="3018" y="9933"/>
                    <a:pt x="3153" y="9867"/>
                    <a:pt x="3247" y="9707"/>
                  </a:cubicBezTo>
                  <a:cubicBezTo>
                    <a:pt x="3633" y="9000"/>
                    <a:pt x="3344" y="7682"/>
                    <a:pt x="3730" y="7168"/>
                  </a:cubicBezTo>
                  <a:cubicBezTo>
                    <a:pt x="4148" y="6653"/>
                    <a:pt x="5658" y="5850"/>
                    <a:pt x="5883" y="4339"/>
                  </a:cubicBezTo>
                  <a:cubicBezTo>
                    <a:pt x="5980" y="3535"/>
                    <a:pt x="5948" y="1864"/>
                    <a:pt x="5883" y="96"/>
                  </a:cubicBezTo>
                  <a:cubicBezTo>
                    <a:pt x="5548" y="30"/>
                    <a:pt x="5244" y="1"/>
                    <a:pt x="4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4423;p64">
              <a:extLst>
                <a:ext uri="{FF2B5EF4-FFF2-40B4-BE49-F238E27FC236}">
                  <a16:creationId xmlns:a16="http://schemas.microsoft.com/office/drawing/2014/main" id="{9F74337F-AA2C-76DB-4E9F-535327AC2703}"/>
                </a:ext>
              </a:extLst>
            </p:cNvPr>
            <p:cNvSpPr/>
            <p:nvPr/>
          </p:nvSpPr>
          <p:spPr>
            <a:xfrm>
              <a:off x="4010875" y="2119375"/>
              <a:ext cx="151100" cy="261200"/>
            </a:xfrm>
            <a:custGeom>
              <a:avLst/>
              <a:gdLst/>
              <a:ahLst/>
              <a:cxnLst/>
              <a:rect l="l" t="t" r="r" b="b"/>
              <a:pathLst>
                <a:path w="6044" h="10448" extrusionOk="0">
                  <a:moveTo>
                    <a:pt x="4822" y="515"/>
                  </a:moveTo>
                  <a:cubicBezTo>
                    <a:pt x="5020" y="515"/>
                    <a:pt x="5237" y="534"/>
                    <a:pt x="5472" y="572"/>
                  </a:cubicBezTo>
                  <a:lnTo>
                    <a:pt x="5472" y="572"/>
                  </a:lnTo>
                  <a:cubicBezTo>
                    <a:pt x="5497" y="1426"/>
                    <a:pt x="5497" y="2246"/>
                    <a:pt x="5497" y="2958"/>
                  </a:cubicBezTo>
                  <a:cubicBezTo>
                    <a:pt x="5497" y="3633"/>
                    <a:pt x="5497" y="4211"/>
                    <a:pt x="5433" y="4565"/>
                  </a:cubicBezTo>
                  <a:cubicBezTo>
                    <a:pt x="5369" y="5240"/>
                    <a:pt x="4983" y="5754"/>
                    <a:pt x="4533" y="6204"/>
                  </a:cubicBezTo>
                  <a:cubicBezTo>
                    <a:pt x="4308" y="6429"/>
                    <a:pt x="4083" y="6622"/>
                    <a:pt x="3890" y="6783"/>
                  </a:cubicBezTo>
                  <a:cubicBezTo>
                    <a:pt x="3665" y="6943"/>
                    <a:pt x="3504" y="7104"/>
                    <a:pt x="3376" y="7265"/>
                  </a:cubicBezTo>
                  <a:cubicBezTo>
                    <a:pt x="3215" y="7458"/>
                    <a:pt x="3151" y="7651"/>
                    <a:pt x="3119" y="7908"/>
                  </a:cubicBezTo>
                  <a:cubicBezTo>
                    <a:pt x="3054" y="8229"/>
                    <a:pt x="3054" y="8615"/>
                    <a:pt x="3054" y="8969"/>
                  </a:cubicBezTo>
                  <a:cubicBezTo>
                    <a:pt x="3022" y="9322"/>
                    <a:pt x="2958" y="9644"/>
                    <a:pt x="2829" y="9836"/>
                  </a:cubicBezTo>
                  <a:lnTo>
                    <a:pt x="2765" y="9901"/>
                  </a:lnTo>
                  <a:lnTo>
                    <a:pt x="2701" y="9933"/>
                  </a:lnTo>
                  <a:cubicBezTo>
                    <a:pt x="2604" y="9933"/>
                    <a:pt x="2508" y="9901"/>
                    <a:pt x="2347" y="9836"/>
                  </a:cubicBezTo>
                  <a:cubicBezTo>
                    <a:pt x="1929" y="9611"/>
                    <a:pt x="1383" y="9097"/>
                    <a:pt x="1029" y="8744"/>
                  </a:cubicBezTo>
                  <a:cubicBezTo>
                    <a:pt x="804" y="8519"/>
                    <a:pt x="547" y="7908"/>
                    <a:pt x="547" y="7233"/>
                  </a:cubicBezTo>
                  <a:cubicBezTo>
                    <a:pt x="547" y="6558"/>
                    <a:pt x="772" y="5818"/>
                    <a:pt x="1351" y="5176"/>
                  </a:cubicBezTo>
                  <a:cubicBezTo>
                    <a:pt x="2733" y="3665"/>
                    <a:pt x="3022" y="1608"/>
                    <a:pt x="3022" y="1608"/>
                  </a:cubicBezTo>
                  <a:lnTo>
                    <a:pt x="3022" y="1511"/>
                  </a:lnTo>
                  <a:cubicBezTo>
                    <a:pt x="3022" y="1511"/>
                    <a:pt x="3002" y="1410"/>
                    <a:pt x="2978" y="1256"/>
                  </a:cubicBezTo>
                  <a:lnTo>
                    <a:pt x="2978" y="1256"/>
                  </a:lnTo>
                  <a:cubicBezTo>
                    <a:pt x="3333" y="876"/>
                    <a:pt x="3872" y="544"/>
                    <a:pt x="4822" y="515"/>
                  </a:cubicBezTo>
                  <a:close/>
                  <a:moveTo>
                    <a:pt x="4822" y="0"/>
                  </a:moveTo>
                  <a:cubicBezTo>
                    <a:pt x="3665" y="0"/>
                    <a:pt x="2894" y="482"/>
                    <a:pt x="2476" y="1029"/>
                  </a:cubicBezTo>
                  <a:cubicBezTo>
                    <a:pt x="2444" y="1093"/>
                    <a:pt x="2411" y="1157"/>
                    <a:pt x="2444" y="1254"/>
                  </a:cubicBezTo>
                  <a:cubicBezTo>
                    <a:pt x="2467" y="1418"/>
                    <a:pt x="2490" y="1531"/>
                    <a:pt x="2501" y="1580"/>
                  </a:cubicBezTo>
                  <a:lnTo>
                    <a:pt x="2501" y="1580"/>
                  </a:lnTo>
                  <a:cubicBezTo>
                    <a:pt x="2442" y="1902"/>
                    <a:pt x="2069" y="3626"/>
                    <a:pt x="965" y="4822"/>
                  </a:cubicBezTo>
                  <a:cubicBezTo>
                    <a:pt x="258" y="5561"/>
                    <a:pt x="1" y="6429"/>
                    <a:pt x="1" y="7233"/>
                  </a:cubicBezTo>
                  <a:cubicBezTo>
                    <a:pt x="1" y="8036"/>
                    <a:pt x="258" y="8744"/>
                    <a:pt x="643" y="9129"/>
                  </a:cubicBezTo>
                  <a:cubicBezTo>
                    <a:pt x="901" y="9386"/>
                    <a:pt x="1222" y="9708"/>
                    <a:pt x="1576" y="9965"/>
                  </a:cubicBezTo>
                  <a:cubicBezTo>
                    <a:pt x="1769" y="10094"/>
                    <a:pt x="1929" y="10222"/>
                    <a:pt x="2122" y="10287"/>
                  </a:cubicBezTo>
                  <a:cubicBezTo>
                    <a:pt x="2315" y="10383"/>
                    <a:pt x="2476" y="10447"/>
                    <a:pt x="2701" y="10447"/>
                  </a:cubicBezTo>
                  <a:cubicBezTo>
                    <a:pt x="2797" y="10447"/>
                    <a:pt x="2926" y="10447"/>
                    <a:pt x="3054" y="10383"/>
                  </a:cubicBezTo>
                  <a:cubicBezTo>
                    <a:pt x="3151" y="10319"/>
                    <a:pt x="3247" y="10222"/>
                    <a:pt x="3311" y="10094"/>
                  </a:cubicBezTo>
                  <a:cubicBezTo>
                    <a:pt x="3569" y="9644"/>
                    <a:pt x="3569" y="9129"/>
                    <a:pt x="3601" y="8647"/>
                  </a:cubicBezTo>
                  <a:cubicBezTo>
                    <a:pt x="3601" y="8390"/>
                    <a:pt x="3633" y="8165"/>
                    <a:pt x="3665" y="7972"/>
                  </a:cubicBezTo>
                  <a:cubicBezTo>
                    <a:pt x="3697" y="7811"/>
                    <a:pt x="3729" y="7651"/>
                    <a:pt x="3794" y="7586"/>
                  </a:cubicBezTo>
                  <a:cubicBezTo>
                    <a:pt x="3858" y="7490"/>
                    <a:pt x="4019" y="7361"/>
                    <a:pt x="4244" y="7201"/>
                  </a:cubicBezTo>
                  <a:cubicBezTo>
                    <a:pt x="4533" y="6943"/>
                    <a:pt x="4919" y="6622"/>
                    <a:pt x="5272" y="6204"/>
                  </a:cubicBezTo>
                  <a:cubicBezTo>
                    <a:pt x="5594" y="5786"/>
                    <a:pt x="5883" y="5272"/>
                    <a:pt x="5979" y="4629"/>
                  </a:cubicBezTo>
                  <a:cubicBezTo>
                    <a:pt x="6044" y="4211"/>
                    <a:pt x="6044" y="3633"/>
                    <a:pt x="6044" y="2958"/>
                  </a:cubicBezTo>
                  <a:cubicBezTo>
                    <a:pt x="6044" y="2186"/>
                    <a:pt x="6012" y="1286"/>
                    <a:pt x="5979" y="354"/>
                  </a:cubicBezTo>
                  <a:cubicBezTo>
                    <a:pt x="5979" y="225"/>
                    <a:pt x="5915" y="129"/>
                    <a:pt x="5787" y="97"/>
                  </a:cubicBezTo>
                  <a:cubicBezTo>
                    <a:pt x="5433" y="32"/>
                    <a:pt x="5112" y="0"/>
                    <a:pt x="4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4424;p64">
              <a:extLst>
                <a:ext uri="{FF2B5EF4-FFF2-40B4-BE49-F238E27FC236}">
                  <a16:creationId xmlns:a16="http://schemas.microsoft.com/office/drawing/2014/main" id="{638146DF-1DA9-1BEE-9F49-068587847089}"/>
                </a:ext>
              </a:extLst>
            </p:cNvPr>
            <p:cNvSpPr/>
            <p:nvPr/>
          </p:nvSpPr>
          <p:spPr>
            <a:xfrm>
              <a:off x="3981150" y="2125000"/>
              <a:ext cx="481375" cy="450850"/>
            </a:xfrm>
            <a:custGeom>
              <a:avLst/>
              <a:gdLst/>
              <a:ahLst/>
              <a:cxnLst/>
              <a:rect l="l" t="t" r="r" b="b"/>
              <a:pathLst>
                <a:path w="19255" h="18034" extrusionOk="0">
                  <a:moveTo>
                    <a:pt x="9740" y="0"/>
                  </a:moveTo>
                  <a:lnTo>
                    <a:pt x="0" y="11058"/>
                  </a:lnTo>
                  <a:lnTo>
                    <a:pt x="9836" y="18033"/>
                  </a:lnTo>
                  <a:lnTo>
                    <a:pt x="19255" y="6076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4425;p64">
              <a:extLst>
                <a:ext uri="{FF2B5EF4-FFF2-40B4-BE49-F238E27FC236}">
                  <a16:creationId xmlns:a16="http://schemas.microsoft.com/office/drawing/2014/main" id="{D01BEEBE-16D6-1F94-6BFA-8C2DB7E67BD9}"/>
                </a:ext>
              </a:extLst>
            </p:cNvPr>
            <p:cNvSpPr/>
            <p:nvPr/>
          </p:nvSpPr>
          <p:spPr>
            <a:xfrm>
              <a:off x="3974725" y="2118525"/>
              <a:ext cx="495050" cy="464350"/>
            </a:xfrm>
            <a:custGeom>
              <a:avLst/>
              <a:gdLst/>
              <a:ahLst/>
              <a:cxnLst/>
              <a:rect l="l" t="t" r="r" b="b"/>
              <a:pathLst>
                <a:path w="19802" h="18574" extrusionOk="0">
                  <a:moveTo>
                    <a:pt x="10044" y="617"/>
                  </a:moveTo>
                  <a:lnTo>
                    <a:pt x="19126" y="6431"/>
                  </a:lnTo>
                  <a:lnTo>
                    <a:pt x="10029" y="17939"/>
                  </a:lnTo>
                  <a:lnTo>
                    <a:pt x="675" y="11253"/>
                  </a:lnTo>
                  <a:lnTo>
                    <a:pt x="10044" y="617"/>
                  </a:lnTo>
                  <a:close/>
                  <a:moveTo>
                    <a:pt x="10006" y="1"/>
                  </a:moveTo>
                  <a:cubicBezTo>
                    <a:pt x="9927" y="1"/>
                    <a:pt x="9846" y="36"/>
                    <a:pt x="9804" y="99"/>
                  </a:cubicBezTo>
                  <a:lnTo>
                    <a:pt x="64" y="11124"/>
                  </a:lnTo>
                  <a:cubicBezTo>
                    <a:pt x="32" y="11188"/>
                    <a:pt x="0" y="11253"/>
                    <a:pt x="0" y="11349"/>
                  </a:cubicBezTo>
                  <a:cubicBezTo>
                    <a:pt x="0" y="11413"/>
                    <a:pt x="64" y="11478"/>
                    <a:pt x="129" y="11542"/>
                  </a:cubicBezTo>
                  <a:lnTo>
                    <a:pt x="9933" y="18517"/>
                  </a:lnTo>
                  <a:cubicBezTo>
                    <a:pt x="9983" y="18555"/>
                    <a:pt x="10039" y="18573"/>
                    <a:pt x="10094" y="18573"/>
                  </a:cubicBezTo>
                  <a:cubicBezTo>
                    <a:pt x="10178" y="18573"/>
                    <a:pt x="10260" y="18531"/>
                    <a:pt x="10318" y="18453"/>
                  </a:cubicBezTo>
                  <a:lnTo>
                    <a:pt x="19737" y="6527"/>
                  </a:lnTo>
                  <a:cubicBezTo>
                    <a:pt x="19769" y="6463"/>
                    <a:pt x="19801" y="6367"/>
                    <a:pt x="19769" y="6302"/>
                  </a:cubicBezTo>
                  <a:cubicBezTo>
                    <a:pt x="19769" y="6238"/>
                    <a:pt x="19705" y="6174"/>
                    <a:pt x="19672" y="6110"/>
                  </a:cubicBezTo>
                  <a:lnTo>
                    <a:pt x="10126" y="34"/>
                  </a:lnTo>
                  <a:cubicBezTo>
                    <a:pt x="10091" y="12"/>
                    <a:pt x="10049" y="1"/>
                    <a:pt x="10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4426;p64">
              <a:extLst>
                <a:ext uri="{FF2B5EF4-FFF2-40B4-BE49-F238E27FC236}">
                  <a16:creationId xmlns:a16="http://schemas.microsoft.com/office/drawing/2014/main" id="{A8AA3BB0-BFDE-EA8F-5A4B-7A4A828B37C3}"/>
                </a:ext>
              </a:extLst>
            </p:cNvPr>
            <p:cNvSpPr/>
            <p:nvPr/>
          </p:nvSpPr>
          <p:spPr>
            <a:xfrm>
              <a:off x="4117750" y="2193300"/>
              <a:ext cx="56275" cy="160075"/>
            </a:xfrm>
            <a:custGeom>
              <a:avLst/>
              <a:gdLst/>
              <a:ahLst/>
              <a:cxnLst/>
              <a:rect l="l" t="t" r="r" b="b"/>
              <a:pathLst>
                <a:path w="2251" h="6403" extrusionOk="0">
                  <a:moveTo>
                    <a:pt x="1447" y="1"/>
                  </a:moveTo>
                  <a:lnTo>
                    <a:pt x="1" y="1833"/>
                  </a:lnTo>
                  <a:cubicBezTo>
                    <a:pt x="1" y="1833"/>
                    <a:pt x="129" y="5272"/>
                    <a:pt x="129" y="5787"/>
                  </a:cubicBezTo>
                  <a:cubicBezTo>
                    <a:pt x="129" y="6079"/>
                    <a:pt x="483" y="6403"/>
                    <a:pt x="806" y="6403"/>
                  </a:cubicBezTo>
                  <a:cubicBezTo>
                    <a:pt x="1050" y="6403"/>
                    <a:pt x="1277" y="6217"/>
                    <a:pt x="1319" y="5690"/>
                  </a:cubicBezTo>
                  <a:cubicBezTo>
                    <a:pt x="1447" y="4469"/>
                    <a:pt x="1447" y="3954"/>
                    <a:pt x="1544" y="3665"/>
                  </a:cubicBezTo>
                  <a:cubicBezTo>
                    <a:pt x="1640" y="3344"/>
                    <a:pt x="2251" y="1447"/>
                    <a:pt x="14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4427;p64">
              <a:extLst>
                <a:ext uri="{FF2B5EF4-FFF2-40B4-BE49-F238E27FC236}">
                  <a16:creationId xmlns:a16="http://schemas.microsoft.com/office/drawing/2014/main" id="{C22C0CB5-12D5-83F1-6FD6-B6644F87E698}"/>
                </a:ext>
              </a:extLst>
            </p:cNvPr>
            <p:cNvSpPr/>
            <p:nvPr/>
          </p:nvSpPr>
          <p:spPr>
            <a:xfrm>
              <a:off x="4111325" y="2186875"/>
              <a:ext cx="59500" cy="172800"/>
            </a:xfrm>
            <a:custGeom>
              <a:avLst/>
              <a:gdLst/>
              <a:ahLst/>
              <a:cxnLst/>
              <a:rect l="l" t="t" r="r" b="b"/>
              <a:pathLst>
                <a:path w="2380" h="6912" extrusionOk="0">
                  <a:moveTo>
                    <a:pt x="1686" y="0"/>
                  </a:moveTo>
                  <a:cubicBezTo>
                    <a:pt x="1636" y="0"/>
                    <a:pt x="1586" y="11"/>
                    <a:pt x="1544" y="33"/>
                  </a:cubicBezTo>
                  <a:cubicBezTo>
                    <a:pt x="1415" y="97"/>
                    <a:pt x="1383" y="290"/>
                    <a:pt x="1447" y="418"/>
                  </a:cubicBezTo>
                  <a:cubicBezTo>
                    <a:pt x="1736" y="900"/>
                    <a:pt x="1833" y="1479"/>
                    <a:pt x="1833" y="2026"/>
                  </a:cubicBezTo>
                  <a:cubicBezTo>
                    <a:pt x="1833" y="2893"/>
                    <a:pt x="1608" y="3665"/>
                    <a:pt x="1544" y="3826"/>
                  </a:cubicBezTo>
                  <a:cubicBezTo>
                    <a:pt x="1415" y="4211"/>
                    <a:pt x="1415" y="4694"/>
                    <a:pt x="1319" y="5915"/>
                  </a:cubicBezTo>
                  <a:cubicBezTo>
                    <a:pt x="1319" y="6140"/>
                    <a:pt x="1254" y="6269"/>
                    <a:pt x="1190" y="6333"/>
                  </a:cubicBezTo>
                  <a:cubicBezTo>
                    <a:pt x="1158" y="6365"/>
                    <a:pt x="1126" y="6397"/>
                    <a:pt x="1061" y="6397"/>
                  </a:cubicBezTo>
                  <a:cubicBezTo>
                    <a:pt x="997" y="6397"/>
                    <a:pt x="869" y="6333"/>
                    <a:pt x="772" y="6269"/>
                  </a:cubicBezTo>
                  <a:cubicBezTo>
                    <a:pt x="676" y="6172"/>
                    <a:pt x="644" y="6076"/>
                    <a:pt x="644" y="6044"/>
                  </a:cubicBezTo>
                  <a:cubicBezTo>
                    <a:pt x="644" y="5529"/>
                    <a:pt x="547" y="2090"/>
                    <a:pt x="547" y="2090"/>
                  </a:cubicBezTo>
                  <a:cubicBezTo>
                    <a:pt x="547" y="1929"/>
                    <a:pt x="419" y="1833"/>
                    <a:pt x="258" y="1833"/>
                  </a:cubicBezTo>
                  <a:cubicBezTo>
                    <a:pt x="129" y="1833"/>
                    <a:pt x="1" y="1961"/>
                    <a:pt x="1" y="2090"/>
                  </a:cubicBezTo>
                  <a:cubicBezTo>
                    <a:pt x="1" y="2090"/>
                    <a:pt x="33" y="2958"/>
                    <a:pt x="65" y="3890"/>
                  </a:cubicBezTo>
                  <a:cubicBezTo>
                    <a:pt x="97" y="4822"/>
                    <a:pt x="97" y="5786"/>
                    <a:pt x="97" y="6044"/>
                  </a:cubicBezTo>
                  <a:cubicBezTo>
                    <a:pt x="97" y="6301"/>
                    <a:pt x="258" y="6494"/>
                    <a:pt x="419" y="6654"/>
                  </a:cubicBezTo>
                  <a:cubicBezTo>
                    <a:pt x="579" y="6815"/>
                    <a:pt x="804" y="6911"/>
                    <a:pt x="1061" y="6911"/>
                  </a:cubicBezTo>
                  <a:cubicBezTo>
                    <a:pt x="1254" y="6911"/>
                    <a:pt x="1479" y="6847"/>
                    <a:pt x="1608" y="6654"/>
                  </a:cubicBezTo>
                  <a:cubicBezTo>
                    <a:pt x="1769" y="6494"/>
                    <a:pt x="1833" y="6269"/>
                    <a:pt x="1865" y="5979"/>
                  </a:cubicBezTo>
                  <a:cubicBezTo>
                    <a:pt x="1961" y="4758"/>
                    <a:pt x="1961" y="4211"/>
                    <a:pt x="2058" y="4018"/>
                  </a:cubicBezTo>
                  <a:cubicBezTo>
                    <a:pt x="2122" y="3793"/>
                    <a:pt x="2379" y="2990"/>
                    <a:pt x="2379" y="2026"/>
                  </a:cubicBezTo>
                  <a:cubicBezTo>
                    <a:pt x="2379" y="1415"/>
                    <a:pt x="2283" y="740"/>
                    <a:pt x="1929" y="129"/>
                  </a:cubicBezTo>
                  <a:cubicBezTo>
                    <a:pt x="1886" y="43"/>
                    <a:pt x="1786" y="0"/>
                    <a:pt x="1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4428;p64">
              <a:extLst>
                <a:ext uri="{FF2B5EF4-FFF2-40B4-BE49-F238E27FC236}">
                  <a16:creationId xmlns:a16="http://schemas.microsoft.com/office/drawing/2014/main" id="{020AE500-16EA-AB2B-B1FC-0F541687A139}"/>
                </a:ext>
              </a:extLst>
            </p:cNvPr>
            <p:cNvSpPr/>
            <p:nvPr/>
          </p:nvSpPr>
          <p:spPr>
            <a:xfrm>
              <a:off x="4286825" y="1530325"/>
              <a:ext cx="624125" cy="906500"/>
            </a:xfrm>
            <a:custGeom>
              <a:avLst/>
              <a:gdLst/>
              <a:ahLst/>
              <a:cxnLst/>
              <a:rect l="l" t="t" r="r" b="b"/>
              <a:pathLst>
                <a:path w="24965" h="36260" extrusionOk="0">
                  <a:moveTo>
                    <a:pt x="23839" y="0"/>
                  </a:moveTo>
                  <a:lnTo>
                    <a:pt x="20593" y="1511"/>
                  </a:lnTo>
                  <a:cubicBezTo>
                    <a:pt x="20593" y="1511"/>
                    <a:pt x="17860" y="4565"/>
                    <a:pt x="16542" y="7394"/>
                  </a:cubicBezTo>
                  <a:cubicBezTo>
                    <a:pt x="15225" y="10222"/>
                    <a:pt x="14228" y="17519"/>
                    <a:pt x="14228" y="17519"/>
                  </a:cubicBezTo>
                  <a:cubicBezTo>
                    <a:pt x="14228" y="17519"/>
                    <a:pt x="8956" y="26134"/>
                    <a:pt x="8249" y="26841"/>
                  </a:cubicBezTo>
                  <a:cubicBezTo>
                    <a:pt x="7542" y="27548"/>
                    <a:pt x="7928" y="27452"/>
                    <a:pt x="6224" y="28255"/>
                  </a:cubicBezTo>
                  <a:cubicBezTo>
                    <a:pt x="4488" y="29059"/>
                    <a:pt x="2270" y="29477"/>
                    <a:pt x="1949" y="29991"/>
                  </a:cubicBezTo>
                  <a:cubicBezTo>
                    <a:pt x="1660" y="30473"/>
                    <a:pt x="535" y="32916"/>
                    <a:pt x="245" y="33206"/>
                  </a:cubicBezTo>
                  <a:cubicBezTo>
                    <a:pt x="1" y="33450"/>
                    <a:pt x="369" y="33861"/>
                    <a:pt x="730" y="33861"/>
                  </a:cubicBezTo>
                  <a:cubicBezTo>
                    <a:pt x="843" y="33861"/>
                    <a:pt x="956" y="33820"/>
                    <a:pt x="1049" y="33720"/>
                  </a:cubicBezTo>
                  <a:cubicBezTo>
                    <a:pt x="1467" y="33334"/>
                    <a:pt x="2881" y="31695"/>
                    <a:pt x="2881" y="31695"/>
                  </a:cubicBezTo>
                  <a:lnTo>
                    <a:pt x="2881" y="31695"/>
                  </a:lnTo>
                  <a:lnTo>
                    <a:pt x="1145" y="35745"/>
                  </a:lnTo>
                  <a:cubicBezTo>
                    <a:pt x="1145" y="35745"/>
                    <a:pt x="1145" y="36259"/>
                    <a:pt x="1756" y="36259"/>
                  </a:cubicBezTo>
                  <a:cubicBezTo>
                    <a:pt x="2367" y="36259"/>
                    <a:pt x="3878" y="35552"/>
                    <a:pt x="3878" y="35552"/>
                  </a:cubicBezTo>
                  <a:cubicBezTo>
                    <a:pt x="3878" y="35552"/>
                    <a:pt x="5613" y="35134"/>
                    <a:pt x="6224" y="34331"/>
                  </a:cubicBezTo>
                  <a:cubicBezTo>
                    <a:pt x="6835" y="33527"/>
                    <a:pt x="9053" y="29155"/>
                    <a:pt x="9053" y="29155"/>
                  </a:cubicBezTo>
                  <a:cubicBezTo>
                    <a:pt x="9053" y="29155"/>
                    <a:pt x="14935" y="25427"/>
                    <a:pt x="17057" y="22887"/>
                  </a:cubicBezTo>
                  <a:cubicBezTo>
                    <a:pt x="19178" y="20348"/>
                    <a:pt x="20593" y="17230"/>
                    <a:pt x="20914" y="16201"/>
                  </a:cubicBezTo>
                  <a:cubicBezTo>
                    <a:pt x="21203" y="15205"/>
                    <a:pt x="24964" y="3954"/>
                    <a:pt x="24868" y="2122"/>
                  </a:cubicBezTo>
                  <a:cubicBezTo>
                    <a:pt x="24771" y="290"/>
                    <a:pt x="23839" y="0"/>
                    <a:pt x="23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4429;p64">
              <a:extLst>
                <a:ext uri="{FF2B5EF4-FFF2-40B4-BE49-F238E27FC236}">
                  <a16:creationId xmlns:a16="http://schemas.microsoft.com/office/drawing/2014/main" id="{67C3213A-DD9C-DC7F-C243-99722E0539D5}"/>
                </a:ext>
              </a:extLst>
            </p:cNvPr>
            <p:cNvSpPr/>
            <p:nvPr/>
          </p:nvSpPr>
          <p:spPr>
            <a:xfrm>
              <a:off x="4284100" y="1523375"/>
              <a:ext cx="630875" cy="919875"/>
            </a:xfrm>
            <a:custGeom>
              <a:avLst/>
              <a:gdLst/>
              <a:ahLst/>
              <a:cxnLst/>
              <a:rect l="l" t="t" r="r" b="b"/>
              <a:pathLst>
                <a:path w="25235" h="36795" extrusionOk="0">
                  <a:moveTo>
                    <a:pt x="23944" y="1"/>
                  </a:moveTo>
                  <a:cubicBezTo>
                    <a:pt x="23831" y="1"/>
                    <a:pt x="23741" y="82"/>
                    <a:pt x="23691" y="182"/>
                  </a:cubicBezTo>
                  <a:cubicBezTo>
                    <a:pt x="23661" y="334"/>
                    <a:pt x="23716" y="457"/>
                    <a:pt x="23858" y="524"/>
                  </a:cubicBezTo>
                  <a:lnTo>
                    <a:pt x="23858" y="524"/>
                  </a:lnTo>
                  <a:lnTo>
                    <a:pt x="23852" y="536"/>
                  </a:lnTo>
                  <a:cubicBezTo>
                    <a:pt x="23884" y="536"/>
                    <a:pt x="24045" y="600"/>
                    <a:pt x="24238" y="857"/>
                  </a:cubicBezTo>
                  <a:cubicBezTo>
                    <a:pt x="24430" y="1146"/>
                    <a:pt x="24655" y="1596"/>
                    <a:pt x="24688" y="2400"/>
                  </a:cubicBezTo>
                  <a:lnTo>
                    <a:pt x="24688" y="2464"/>
                  </a:lnTo>
                  <a:cubicBezTo>
                    <a:pt x="24688" y="2689"/>
                    <a:pt x="24655" y="3075"/>
                    <a:pt x="24559" y="3557"/>
                  </a:cubicBezTo>
                  <a:cubicBezTo>
                    <a:pt x="24205" y="5293"/>
                    <a:pt x="23305" y="8282"/>
                    <a:pt x="22502" y="10950"/>
                  </a:cubicBezTo>
                  <a:cubicBezTo>
                    <a:pt x="21666" y="13618"/>
                    <a:pt x="20895" y="15965"/>
                    <a:pt x="20766" y="16415"/>
                  </a:cubicBezTo>
                  <a:cubicBezTo>
                    <a:pt x="20605" y="16865"/>
                    <a:pt x="20187" y="17926"/>
                    <a:pt x="19544" y="19115"/>
                  </a:cubicBezTo>
                  <a:cubicBezTo>
                    <a:pt x="18902" y="20337"/>
                    <a:pt x="18002" y="21751"/>
                    <a:pt x="16973" y="23005"/>
                  </a:cubicBezTo>
                  <a:cubicBezTo>
                    <a:pt x="15944" y="24226"/>
                    <a:pt x="13951" y="25801"/>
                    <a:pt x="12216" y="27023"/>
                  </a:cubicBezTo>
                  <a:cubicBezTo>
                    <a:pt x="11348" y="27665"/>
                    <a:pt x="10544" y="28212"/>
                    <a:pt x="9965" y="28598"/>
                  </a:cubicBezTo>
                  <a:cubicBezTo>
                    <a:pt x="9676" y="28791"/>
                    <a:pt x="9451" y="28951"/>
                    <a:pt x="9258" y="29048"/>
                  </a:cubicBezTo>
                  <a:cubicBezTo>
                    <a:pt x="9098" y="29176"/>
                    <a:pt x="9033" y="29208"/>
                    <a:pt x="9033" y="29208"/>
                  </a:cubicBezTo>
                  <a:lnTo>
                    <a:pt x="8937" y="29337"/>
                  </a:lnTo>
                  <a:cubicBezTo>
                    <a:pt x="8937" y="29337"/>
                    <a:pt x="8776" y="29594"/>
                    <a:pt x="8583" y="30012"/>
                  </a:cubicBezTo>
                  <a:cubicBezTo>
                    <a:pt x="8230" y="30655"/>
                    <a:pt x="7747" y="31619"/>
                    <a:pt x="7265" y="32487"/>
                  </a:cubicBezTo>
                  <a:cubicBezTo>
                    <a:pt x="7008" y="32937"/>
                    <a:pt x="6783" y="33355"/>
                    <a:pt x="6590" y="33709"/>
                  </a:cubicBezTo>
                  <a:cubicBezTo>
                    <a:pt x="6397" y="34030"/>
                    <a:pt x="6205" y="34319"/>
                    <a:pt x="6108" y="34448"/>
                  </a:cubicBezTo>
                  <a:cubicBezTo>
                    <a:pt x="5883" y="34769"/>
                    <a:pt x="5337" y="35091"/>
                    <a:pt x="4822" y="35284"/>
                  </a:cubicBezTo>
                  <a:cubicBezTo>
                    <a:pt x="4597" y="35380"/>
                    <a:pt x="4372" y="35444"/>
                    <a:pt x="4212" y="35509"/>
                  </a:cubicBezTo>
                  <a:cubicBezTo>
                    <a:pt x="4115" y="35509"/>
                    <a:pt x="4051" y="35541"/>
                    <a:pt x="4019" y="35541"/>
                  </a:cubicBezTo>
                  <a:lnTo>
                    <a:pt x="3922" y="35573"/>
                  </a:lnTo>
                  <a:lnTo>
                    <a:pt x="3890" y="35573"/>
                  </a:lnTo>
                  <a:cubicBezTo>
                    <a:pt x="3890" y="35573"/>
                    <a:pt x="3794" y="35637"/>
                    <a:pt x="3633" y="35702"/>
                  </a:cubicBezTo>
                  <a:cubicBezTo>
                    <a:pt x="3408" y="35798"/>
                    <a:pt x="3054" y="35927"/>
                    <a:pt x="2733" y="36055"/>
                  </a:cubicBezTo>
                  <a:cubicBezTo>
                    <a:pt x="2379" y="36184"/>
                    <a:pt x="2026" y="36280"/>
                    <a:pt x="1865" y="36280"/>
                  </a:cubicBezTo>
                  <a:cubicBezTo>
                    <a:pt x="1769" y="36280"/>
                    <a:pt x="1704" y="36248"/>
                    <a:pt x="1640" y="36216"/>
                  </a:cubicBezTo>
                  <a:cubicBezTo>
                    <a:pt x="1576" y="36184"/>
                    <a:pt x="1576" y="36152"/>
                    <a:pt x="1544" y="36087"/>
                  </a:cubicBezTo>
                  <a:lnTo>
                    <a:pt x="1544" y="36055"/>
                  </a:lnTo>
                  <a:lnTo>
                    <a:pt x="1544" y="36044"/>
                  </a:lnTo>
                  <a:lnTo>
                    <a:pt x="3247" y="32069"/>
                  </a:lnTo>
                  <a:cubicBezTo>
                    <a:pt x="3279" y="31973"/>
                    <a:pt x="3247" y="31812"/>
                    <a:pt x="3119" y="31748"/>
                  </a:cubicBezTo>
                  <a:cubicBezTo>
                    <a:pt x="3085" y="31725"/>
                    <a:pt x="3042" y="31714"/>
                    <a:pt x="2999" y="31714"/>
                  </a:cubicBezTo>
                  <a:cubicBezTo>
                    <a:pt x="2920" y="31714"/>
                    <a:pt x="2839" y="31750"/>
                    <a:pt x="2797" y="31812"/>
                  </a:cubicBezTo>
                  <a:cubicBezTo>
                    <a:pt x="2797" y="31812"/>
                    <a:pt x="2776" y="31836"/>
                    <a:pt x="2737" y="31878"/>
                  </a:cubicBezTo>
                  <a:lnTo>
                    <a:pt x="2737" y="31878"/>
                  </a:lnTo>
                  <a:lnTo>
                    <a:pt x="2733" y="31876"/>
                  </a:lnTo>
                  <a:lnTo>
                    <a:pt x="2729" y="31887"/>
                  </a:lnTo>
                  <a:lnTo>
                    <a:pt x="2729" y="31887"/>
                  </a:lnTo>
                  <a:cubicBezTo>
                    <a:pt x="2606" y="32020"/>
                    <a:pt x="2333" y="32317"/>
                    <a:pt x="2026" y="32648"/>
                  </a:cubicBezTo>
                  <a:cubicBezTo>
                    <a:pt x="1608" y="33130"/>
                    <a:pt x="1158" y="33612"/>
                    <a:pt x="965" y="33805"/>
                  </a:cubicBezTo>
                  <a:cubicBezTo>
                    <a:pt x="933" y="33869"/>
                    <a:pt x="901" y="33869"/>
                    <a:pt x="836" y="33869"/>
                  </a:cubicBezTo>
                  <a:cubicBezTo>
                    <a:pt x="772" y="33869"/>
                    <a:pt x="676" y="33837"/>
                    <a:pt x="611" y="33773"/>
                  </a:cubicBezTo>
                  <a:lnTo>
                    <a:pt x="547" y="33709"/>
                  </a:lnTo>
                  <a:lnTo>
                    <a:pt x="547" y="33676"/>
                  </a:lnTo>
                  <a:cubicBezTo>
                    <a:pt x="611" y="33612"/>
                    <a:pt x="676" y="33548"/>
                    <a:pt x="740" y="33419"/>
                  </a:cubicBezTo>
                  <a:cubicBezTo>
                    <a:pt x="965" y="33066"/>
                    <a:pt x="1286" y="32423"/>
                    <a:pt x="1576" y="31812"/>
                  </a:cubicBezTo>
                  <a:cubicBezTo>
                    <a:pt x="1897" y="31201"/>
                    <a:pt x="2187" y="30591"/>
                    <a:pt x="2315" y="30398"/>
                  </a:cubicBezTo>
                  <a:cubicBezTo>
                    <a:pt x="2315" y="30398"/>
                    <a:pt x="2347" y="30333"/>
                    <a:pt x="2412" y="30301"/>
                  </a:cubicBezTo>
                  <a:cubicBezTo>
                    <a:pt x="2540" y="30205"/>
                    <a:pt x="2765" y="30108"/>
                    <a:pt x="3054" y="30012"/>
                  </a:cubicBezTo>
                  <a:cubicBezTo>
                    <a:pt x="3922" y="29691"/>
                    <a:pt x="5272" y="29337"/>
                    <a:pt x="6430" y="28791"/>
                  </a:cubicBezTo>
                  <a:cubicBezTo>
                    <a:pt x="7297" y="28373"/>
                    <a:pt x="7651" y="28180"/>
                    <a:pt x="7876" y="27987"/>
                  </a:cubicBezTo>
                  <a:cubicBezTo>
                    <a:pt x="8005" y="27890"/>
                    <a:pt x="8101" y="27794"/>
                    <a:pt x="8198" y="27698"/>
                  </a:cubicBezTo>
                  <a:cubicBezTo>
                    <a:pt x="8262" y="27601"/>
                    <a:pt x="8358" y="27473"/>
                    <a:pt x="8551" y="27312"/>
                  </a:cubicBezTo>
                  <a:cubicBezTo>
                    <a:pt x="8648" y="27183"/>
                    <a:pt x="8808" y="26990"/>
                    <a:pt x="9033" y="26669"/>
                  </a:cubicBezTo>
                  <a:cubicBezTo>
                    <a:pt x="10544" y="24515"/>
                    <a:pt x="14562" y="17926"/>
                    <a:pt x="14562" y="17926"/>
                  </a:cubicBezTo>
                  <a:lnTo>
                    <a:pt x="14594" y="17829"/>
                  </a:lnTo>
                  <a:cubicBezTo>
                    <a:pt x="14594" y="17829"/>
                    <a:pt x="14659" y="17379"/>
                    <a:pt x="14787" y="16640"/>
                  </a:cubicBezTo>
                  <a:cubicBezTo>
                    <a:pt x="14948" y="15579"/>
                    <a:pt x="15237" y="13875"/>
                    <a:pt x="15591" y="12172"/>
                  </a:cubicBezTo>
                  <a:cubicBezTo>
                    <a:pt x="15976" y="10500"/>
                    <a:pt x="16426" y="8797"/>
                    <a:pt x="16909" y="7768"/>
                  </a:cubicBezTo>
                  <a:cubicBezTo>
                    <a:pt x="17552" y="6386"/>
                    <a:pt x="18548" y="4939"/>
                    <a:pt x="19384" y="3814"/>
                  </a:cubicBezTo>
                  <a:cubicBezTo>
                    <a:pt x="19802" y="3268"/>
                    <a:pt x="20187" y="2818"/>
                    <a:pt x="20477" y="2496"/>
                  </a:cubicBezTo>
                  <a:cubicBezTo>
                    <a:pt x="20605" y="2336"/>
                    <a:pt x="20702" y="2207"/>
                    <a:pt x="20798" y="2111"/>
                  </a:cubicBezTo>
                  <a:cubicBezTo>
                    <a:pt x="20862" y="2014"/>
                    <a:pt x="20895" y="1982"/>
                    <a:pt x="20895" y="1982"/>
                  </a:cubicBezTo>
                  <a:cubicBezTo>
                    <a:pt x="21023" y="1853"/>
                    <a:pt x="20991" y="1693"/>
                    <a:pt x="20895" y="1596"/>
                  </a:cubicBezTo>
                  <a:cubicBezTo>
                    <a:pt x="20835" y="1552"/>
                    <a:pt x="20768" y="1528"/>
                    <a:pt x="20704" y="1528"/>
                  </a:cubicBezTo>
                  <a:cubicBezTo>
                    <a:pt x="20631" y="1528"/>
                    <a:pt x="20560" y="1560"/>
                    <a:pt x="20509" y="1628"/>
                  </a:cubicBezTo>
                  <a:cubicBezTo>
                    <a:pt x="20509" y="1628"/>
                    <a:pt x="17777" y="4650"/>
                    <a:pt x="16426" y="7543"/>
                  </a:cubicBezTo>
                  <a:cubicBezTo>
                    <a:pt x="15751" y="9022"/>
                    <a:pt x="15173" y="11561"/>
                    <a:pt x="14723" y="13747"/>
                  </a:cubicBezTo>
                  <a:cubicBezTo>
                    <a:pt x="14349" y="15701"/>
                    <a:pt x="14130" y="17372"/>
                    <a:pt x="14088" y="17705"/>
                  </a:cubicBezTo>
                  <a:lnTo>
                    <a:pt x="14088" y="17705"/>
                  </a:lnTo>
                  <a:cubicBezTo>
                    <a:pt x="14000" y="17835"/>
                    <a:pt x="13684" y="18312"/>
                    <a:pt x="13276" y="19019"/>
                  </a:cubicBezTo>
                  <a:cubicBezTo>
                    <a:pt x="12505" y="20240"/>
                    <a:pt x="11348" y="22104"/>
                    <a:pt x="10319" y="23712"/>
                  </a:cubicBezTo>
                  <a:cubicBezTo>
                    <a:pt x="9805" y="24515"/>
                    <a:pt x="9323" y="25255"/>
                    <a:pt x="8937" y="25833"/>
                  </a:cubicBezTo>
                  <a:cubicBezTo>
                    <a:pt x="8744" y="26123"/>
                    <a:pt x="8583" y="26380"/>
                    <a:pt x="8455" y="26573"/>
                  </a:cubicBezTo>
                  <a:cubicBezTo>
                    <a:pt x="8326" y="26765"/>
                    <a:pt x="8198" y="26894"/>
                    <a:pt x="8165" y="26926"/>
                  </a:cubicBezTo>
                  <a:cubicBezTo>
                    <a:pt x="7972" y="27119"/>
                    <a:pt x="7876" y="27248"/>
                    <a:pt x="7780" y="27344"/>
                  </a:cubicBezTo>
                  <a:cubicBezTo>
                    <a:pt x="7651" y="27505"/>
                    <a:pt x="7587" y="27569"/>
                    <a:pt x="7394" y="27698"/>
                  </a:cubicBezTo>
                  <a:cubicBezTo>
                    <a:pt x="7201" y="27826"/>
                    <a:pt x="6847" y="27987"/>
                    <a:pt x="6205" y="28276"/>
                  </a:cubicBezTo>
                  <a:cubicBezTo>
                    <a:pt x="5369" y="28694"/>
                    <a:pt x="4404" y="28983"/>
                    <a:pt x="3601" y="29241"/>
                  </a:cubicBezTo>
                  <a:cubicBezTo>
                    <a:pt x="3183" y="29401"/>
                    <a:pt x="2797" y="29498"/>
                    <a:pt x="2508" y="29626"/>
                  </a:cubicBezTo>
                  <a:cubicBezTo>
                    <a:pt x="2379" y="29691"/>
                    <a:pt x="2251" y="29787"/>
                    <a:pt x="2122" y="29851"/>
                  </a:cubicBezTo>
                  <a:cubicBezTo>
                    <a:pt x="2026" y="29916"/>
                    <a:pt x="1929" y="30012"/>
                    <a:pt x="1833" y="30108"/>
                  </a:cubicBezTo>
                  <a:cubicBezTo>
                    <a:pt x="1769" y="30269"/>
                    <a:pt x="1640" y="30494"/>
                    <a:pt x="1479" y="30816"/>
                  </a:cubicBezTo>
                  <a:cubicBezTo>
                    <a:pt x="1254" y="31266"/>
                    <a:pt x="965" y="31844"/>
                    <a:pt x="708" y="32359"/>
                  </a:cubicBezTo>
                  <a:cubicBezTo>
                    <a:pt x="579" y="32584"/>
                    <a:pt x="451" y="32809"/>
                    <a:pt x="354" y="33001"/>
                  </a:cubicBezTo>
                  <a:cubicBezTo>
                    <a:pt x="322" y="33098"/>
                    <a:pt x="258" y="33162"/>
                    <a:pt x="226" y="33226"/>
                  </a:cubicBezTo>
                  <a:cubicBezTo>
                    <a:pt x="194" y="33259"/>
                    <a:pt x="161" y="33291"/>
                    <a:pt x="161" y="33323"/>
                  </a:cubicBezTo>
                  <a:cubicBezTo>
                    <a:pt x="65" y="33387"/>
                    <a:pt x="1" y="33548"/>
                    <a:pt x="1" y="33676"/>
                  </a:cubicBezTo>
                  <a:cubicBezTo>
                    <a:pt x="1" y="33902"/>
                    <a:pt x="129" y="34062"/>
                    <a:pt x="290" y="34191"/>
                  </a:cubicBezTo>
                  <a:cubicBezTo>
                    <a:pt x="419" y="34319"/>
                    <a:pt x="611" y="34416"/>
                    <a:pt x="836" y="34416"/>
                  </a:cubicBezTo>
                  <a:cubicBezTo>
                    <a:pt x="1029" y="34416"/>
                    <a:pt x="1190" y="34352"/>
                    <a:pt x="1351" y="34191"/>
                  </a:cubicBezTo>
                  <a:cubicBezTo>
                    <a:pt x="1518" y="34024"/>
                    <a:pt x="1808" y="33716"/>
                    <a:pt x="2104" y="33371"/>
                  </a:cubicBezTo>
                  <a:lnTo>
                    <a:pt x="2104" y="33371"/>
                  </a:lnTo>
                  <a:lnTo>
                    <a:pt x="1029" y="35927"/>
                  </a:lnTo>
                  <a:lnTo>
                    <a:pt x="997" y="36023"/>
                  </a:lnTo>
                  <a:cubicBezTo>
                    <a:pt x="997" y="36055"/>
                    <a:pt x="997" y="36216"/>
                    <a:pt x="1094" y="36409"/>
                  </a:cubicBezTo>
                  <a:cubicBezTo>
                    <a:pt x="1158" y="36505"/>
                    <a:pt x="1254" y="36634"/>
                    <a:pt x="1383" y="36698"/>
                  </a:cubicBezTo>
                  <a:cubicBezTo>
                    <a:pt x="1511" y="36762"/>
                    <a:pt x="1672" y="36795"/>
                    <a:pt x="1865" y="36795"/>
                  </a:cubicBezTo>
                  <a:cubicBezTo>
                    <a:pt x="2058" y="36795"/>
                    <a:pt x="2283" y="36762"/>
                    <a:pt x="2540" y="36698"/>
                  </a:cubicBezTo>
                  <a:cubicBezTo>
                    <a:pt x="3157" y="36502"/>
                    <a:pt x="3895" y="36184"/>
                    <a:pt x="4075" y="36084"/>
                  </a:cubicBezTo>
                  <a:lnTo>
                    <a:pt x="4075" y="36084"/>
                  </a:lnTo>
                  <a:cubicBezTo>
                    <a:pt x="4175" y="36065"/>
                    <a:pt x="4560" y="35967"/>
                    <a:pt x="5047" y="35766"/>
                  </a:cubicBezTo>
                  <a:cubicBezTo>
                    <a:pt x="5562" y="35573"/>
                    <a:pt x="6172" y="35252"/>
                    <a:pt x="6526" y="34769"/>
                  </a:cubicBezTo>
                  <a:cubicBezTo>
                    <a:pt x="6719" y="34544"/>
                    <a:pt x="6976" y="34127"/>
                    <a:pt x="7265" y="33580"/>
                  </a:cubicBezTo>
                  <a:cubicBezTo>
                    <a:pt x="8039" y="32176"/>
                    <a:pt x="9119" y="30082"/>
                    <a:pt x="9345" y="29644"/>
                  </a:cubicBezTo>
                  <a:lnTo>
                    <a:pt x="9345" y="29644"/>
                  </a:lnTo>
                  <a:cubicBezTo>
                    <a:pt x="9532" y="29523"/>
                    <a:pt x="10896" y="28636"/>
                    <a:pt x="12537" y="27473"/>
                  </a:cubicBezTo>
                  <a:cubicBezTo>
                    <a:pt x="14273" y="26219"/>
                    <a:pt x="16266" y="24644"/>
                    <a:pt x="17359" y="23326"/>
                  </a:cubicBezTo>
                  <a:cubicBezTo>
                    <a:pt x="18452" y="22040"/>
                    <a:pt x="19352" y="20626"/>
                    <a:pt x="19994" y="19372"/>
                  </a:cubicBezTo>
                  <a:cubicBezTo>
                    <a:pt x="20670" y="18151"/>
                    <a:pt x="21120" y="17090"/>
                    <a:pt x="21280" y="16543"/>
                  </a:cubicBezTo>
                  <a:cubicBezTo>
                    <a:pt x="21409" y="16061"/>
                    <a:pt x="22405" y="13072"/>
                    <a:pt x="23370" y="9954"/>
                  </a:cubicBezTo>
                  <a:cubicBezTo>
                    <a:pt x="23820" y="8379"/>
                    <a:pt x="24302" y="6804"/>
                    <a:pt x="24655" y="5454"/>
                  </a:cubicBezTo>
                  <a:cubicBezTo>
                    <a:pt x="24816" y="4779"/>
                    <a:pt x="24977" y="4168"/>
                    <a:pt x="25073" y="3686"/>
                  </a:cubicBezTo>
                  <a:cubicBezTo>
                    <a:pt x="25170" y="3171"/>
                    <a:pt x="25234" y="2786"/>
                    <a:pt x="25234" y="2464"/>
                  </a:cubicBezTo>
                  <a:lnTo>
                    <a:pt x="25234" y="2400"/>
                  </a:lnTo>
                  <a:cubicBezTo>
                    <a:pt x="25170" y="1436"/>
                    <a:pt x="24913" y="825"/>
                    <a:pt x="24623" y="471"/>
                  </a:cubicBezTo>
                  <a:cubicBezTo>
                    <a:pt x="24366" y="150"/>
                    <a:pt x="24077" y="21"/>
                    <a:pt x="24045" y="21"/>
                  </a:cubicBezTo>
                  <a:cubicBezTo>
                    <a:pt x="24009" y="7"/>
                    <a:pt x="23976" y="1"/>
                    <a:pt x="23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4430;p64">
              <a:extLst>
                <a:ext uri="{FF2B5EF4-FFF2-40B4-BE49-F238E27FC236}">
                  <a16:creationId xmlns:a16="http://schemas.microsoft.com/office/drawing/2014/main" id="{AC4D9D5C-A0EF-9F94-07B4-D5190DEEBACD}"/>
                </a:ext>
              </a:extLst>
            </p:cNvPr>
            <p:cNvSpPr/>
            <p:nvPr/>
          </p:nvSpPr>
          <p:spPr>
            <a:xfrm>
              <a:off x="4286825" y="2209375"/>
              <a:ext cx="250450" cy="227450"/>
            </a:xfrm>
            <a:custGeom>
              <a:avLst/>
              <a:gdLst/>
              <a:ahLst/>
              <a:cxnLst/>
              <a:rect l="l" t="t" r="r" b="b"/>
              <a:pathLst>
                <a:path w="10018" h="9098" extrusionOk="0">
                  <a:moveTo>
                    <a:pt x="7928" y="0"/>
                  </a:moveTo>
                  <a:cubicBezTo>
                    <a:pt x="7606" y="386"/>
                    <a:pt x="7606" y="450"/>
                    <a:pt x="6224" y="1093"/>
                  </a:cubicBezTo>
                  <a:cubicBezTo>
                    <a:pt x="4488" y="1897"/>
                    <a:pt x="2270" y="2315"/>
                    <a:pt x="1949" y="2829"/>
                  </a:cubicBezTo>
                  <a:cubicBezTo>
                    <a:pt x="1660" y="3311"/>
                    <a:pt x="535" y="5754"/>
                    <a:pt x="245" y="6044"/>
                  </a:cubicBezTo>
                  <a:cubicBezTo>
                    <a:pt x="1" y="6288"/>
                    <a:pt x="369" y="6699"/>
                    <a:pt x="730" y="6699"/>
                  </a:cubicBezTo>
                  <a:cubicBezTo>
                    <a:pt x="843" y="6699"/>
                    <a:pt x="956" y="6658"/>
                    <a:pt x="1049" y="6558"/>
                  </a:cubicBezTo>
                  <a:cubicBezTo>
                    <a:pt x="1467" y="6172"/>
                    <a:pt x="2881" y="4533"/>
                    <a:pt x="2881" y="4533"/>
                  </a:cubicBezTo>
                  <a:lnTo>
                    <a:pt x="2881" y="4533"/>
                  </a:lnTo>
                  <a:lnTo>
                    <a:pt x="1145" y="8583"/>
                  </a:lnTo>
                  <a:cubicBezTo>
                    <a:pt x="1145" y="8583"/>
                    <a:pt x="1145" y="9097"/>
                    <a:pt x="1756" y="9097"/>
                  </a:cubicBezTo>
                  <a:cubicBezTo>
                    <a:pt x="2367" y="9097"/>
                    <a:pt x="3878" y="8390"/>
                    <a:pt x="3878" y="8390"/>
                  </a:cubicBezTo>
                  <a:cubicBezTo>
                    <a:pt x="3878" y="8390"/>
                    <a:pt x="5613" y="7972"/>
                    <a:pt x="6224" y="7169"/>
                  </a:cubicBezTo>
                  <a:cubicBezTo>
                    <a:pt x="6835" y="6365"/>
                    <a:pt x="9053" y="1993"/>
                    <a:pt x="9053" y="1993"/>
                  </a:cubicBezTo>
                  <a:cubicBezTo>
                    <a:pt x="9053" y="1993"/>
                    <a:pt x="9439" y="1768"/>
                    <a:pt x="10017" y="1383"/>
                  </a:cubicBezTo>
                  <a:cubicBezTo>
                    <a:pt x="9406" y="611"/>
                    <a:pt x="8603" y="193"/>
                    <a:pt x="79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4431;p64">
              <a:extLst>
                <a:ext uri="{FF2B5EF4-FFF2-40B4-BE49-F238E27FC236}">
                  <a16:creationId xmlns:a16="http://schemas.microsoft.com/office/drawing/2014/main" id="{86BA400A-F6B5-7530-D8C1-07A463B7CE97}"/>
                </a:ext>
              </a:extLst>
            </p:cNvPr>
            <p:cNvSpPr/>
            <p:nvPr/>
          </p:nvSpPr>
          <p:spPr>
            <a:xfrm>
              <a:off x="4284100" y="2202625"/>
              <a:ext cx="259600" cy="240625"/>
            </a:xfrm>
            <a:custGeom>
              <a:avLst/>
              <a:gdLst/>
              <a:ahLst/>
              <a:cxnLst/>
              <a:rect l="l" t="t" r="r" b="b"/>
              <a:pathLst>
                <a:path w="10384" h="9625" extrusionOk="0">
                  <a:moveTo>
                    <a:pt x="8130" y="581"/>
                  </a:moveTo>
                  <a:cubicBezTo>
                    <a:pt x="8643" y="763"/>
                    <a:pt x="9240" y="1079"/>
                    <a:pt x="9717" y="1596"/>
                  </a:cubicBezTo>
                  <a:lnTo>
                    <a:pt x="9717" y="1596"/>
                  </a:lnTo>
                  <a:cubicBezTo>
                    <a:pt x="9544" y="1713"/>
                    <a:pt x="9402" y="1811"/>
                    <a:pt x="9290" y="1878"/>
                  </a:cubicBezTo>
                  <a:cubicBezTo>
                    <a:pt x="9098" y="2006"/>
                    <a:pt x="9033" y="2038"/>
                    <a:pt x="9033" y="2038"/>
                  </a:cubicBezTo>
                  <a:lnTo>
                    <a:pt x="8937" y="2167"/>
                  </a:lnTo>
                  <a:cubicBezTo>
                    <a:pt x="8937" y="2167"/>
                    <a:pt x="8776" y="2424"/>
                    <a:pt x="8583" y="2842"/>
                  </a:cubicBezTo>
                  <a:cubicBezTo>
                    <a:pt x="8230" y="3485"/>
                    <a:pt x="7747" y="4449"/>
                    <a:pt x="7265" y="5317"/>
                  </a:cubicBezTo>
                  <a:cubicBezTo>
                    <a:pt x="7008" y="5767"/>
                    <a:pt x="6783" y="6185"/>
                    <a:pt x="6590" y="6539"/>
                  </a:cubicBezTo>
                  <a:cubicBezTo>
                    <a:pt x="6397" y="6860"/>
                    <a:pt x="6205" y="7149"/>
                    <a:pt x="6108" y="7278"/>
                  </a:cubicBezTo>
                  <a:cubicBezTo>
                    <a:pt x="5883" y="7599"/>
                    <a:pt x="5337" y="7921"/>
                    <a:pt x="4822" y="8114"/>
                  </a:cubicBezTo>
                  <a:cubicBezTo>
                    <a:pt x="4597" y="8210"/>
                    <a:pt x="4372" y="8274"/>
                    <a:pt x="4212" y="8339"/>
                  </a:cubicBezTo>
                  <a:cubicBezTo>
                    <a:pt x="4115" y="8339"/>
                    <a:pt x="4051" y="8371"/>
                    <a:pt x="4019" y="8371"/>
                  </a:cubicBezTo>
                  <a:lnTo>
                    <a:pt x="3922" y="8403"/>
                  </a:lnTo>
                  <a:lnTo>
                    <a:pt x="3890" y="8403"/>
                  </a:lnTo>
                  <a:cubicBezTo>
                    <a:pt x="3890" y="8403"/>
                    <a:pt x="3794" y="8467"/>
                    <a:pt x="3633" y="8532"/>
                  </a:cubicBezTo>
                  <a:cubicBezTo>
                    <a:pt x="3408" y="8628"/>
                    <a:pt x="3054" y="8757"/>
                    <a:pt x="2733" y="8885"/>
                  </a:cubicBezTo>
                  <a:cubicBezTo>
                    <a:pt x="2379" y="9014"/>
                    <a:pt x="2026" y="9110"/>
                    <a:pt x="1865" y="9110"/>
                  </a:cubicBezTo>
                  <a:cubicBezTo>
                    <a:pt x="1769" y="9110"/>
                    <a:pt x="1704" y="9078"/>
                    <a:pt x="1640" y="9046"/>
                  </a:cubicBezTo>
                  <a:cubicBezTo>
                    <a:pt x="1576" y="9014"/>
                    <a:pt x="1576" y="8982"/>
                    <a:pt x="1544" y="8917"/>
                  </a:cubicBezTo>
                  <a:lnTo>
                    <a:pt x="1544" y="8885"/>
                  </a:lnTo>
                  <a:lnTo>
                    <a:pt x="1544" y="8874"/>
                  </a:lnTo>
                  <a:lnTo>
                    <a:pt x="3247" y="4899"/>
                  </a:lnTo>
                  <a:cubicBezTo>
                    <a:pt x="3279" y="4803"/>
                    <a:pt x="3247" y="4642"/>
                    <a:pt x="3119" y="4578"/>
                  </a:cubicBezTo>
                  <a:cubicBezTo>
                    <a:pt x="3085" y="4555"/>
                    <a:pt x="3042" y="4544"/>
                    <a:pt x="2999" y="4544"/>
                  </a:cubicBezTo>
                  <a:cubicBezTo>
                    <a:pt x="2920" y="4544"/>
                    <a:pt x="2839" y="4580"/>
                    <a:pt x="2797" y="4642"/>
                  </a:cubicBezTo>
                  <a:cubicBezTo>
                    <a:pt x="2797" y="4642"/>
                    <a:pt x="2776" y="4666"/>
                    <a:pt x="2737" y="4708"/>
                  </a:cubicBezTo>
                  <a:lnTo>
                    <a:pt x="2737" y="4708"/>
                  </a:lnTo>
                  <a:lnTo>
                    <a:pt x="2733" y="4706"/>
                  </a:lnTo>
                  <a:lnTo>
                    <a:pt x="2729" y="4717"/>
                  </a:lnTo>
                  <a:lnTo>
                    <a:pt x="2729" y="4717"/>
                  </a:lnTo>
                  <a:cubicBezTo>
                    <a:pt x="2606" y="4850"/>
                    <a:pt x="2333" y="5147"/>
                    <a:pt x="2026" y="5478"/>
                  </a:cubicBezTo>
                  <a:cubicBezTo>
                    <a:pt x="1608" y="5960"/>
                    <a:pt x="1158" y="6442"/>
                    <a:pt x="965" y="6635"/>
                  </a:cubicBezTo>
                  <a:cubicBezTo>
                    <a:pt x="933" y="6699"/>
                    <a:pt x="901" y="6699"/>
                    <a:pt x="836" y="6699"/>
                  </a:cubicBezTo>
                  <a:cubicBezTo>
                    <a:pt x="772" y="6699"/>
                    <a:pt x="676" y="6667"/>
                    <a:pt x="611" y="6603"/>
                  </a:cubicBezTo>
                  <a:lnTo>
                    <a:pt x="547" y="6539"/>
                  </a:lnTo>
                  <a:lnTo>
                    <a:pt x="547" y="6506"/>
                  </a:lnTo>
                  <a:cubicBezTo>
                    <a:pt x="611" y="6442"/>
                    <a:pt x="676" y="6378"/>
                    <a:pt x="740" y="6249"/>
                  </a:cubicBezTo>
                  <a:cubicBezTo>
                    <a:pt x="965" y="5896"/>
                    <a:pt x="1286" y="5253"/>
                    <a:pt x="1576" y="4642"/>
                  </a:cubicBezTo>
                  <a:cubicBezTo>
                    <a:pt x="1897" y="4031"/>
                    <a:pt x="2187" y="3421"/>
                    <a:pt x="2315" y="3228"/>
                  </a:cubicBezTo>
                  <a:cubicBezTo>
                    <a:pt x="2315" y="3228"/>
                    <a:pt x="2347" y="3163"/>
                    <a:pt x="2412" y="3131"/>
                  </a:cubicBezTo>
                  <a:cubicBezTo>
                    <a:pt x="2540" y="3035"/>
                    <a:pt x="2765" y="2938"/>
                    <a:pt x="3054" y="2842"/>
                  </a:cubicBezTo>
                  <a:cubicBezTo>
                    <a:pt x="3922" y="2521"/>
                    <a:pt x="5272" y="2167"/>
                    <a:pt x="6430" y="1621"/>
                  </a:cubicBezTo>
                  <a:cubicBezTo>
                    <a:pt x="7137" y="1267"/>
                    <a:pt x="7490" y="1106"/>
                    <a:pt x="7747" y="945"/>
                  </a:cubicBezTo>
                  <a:cubicBezTo>
                    <a:pt x="7876" y="849"/>
                    <a:pt x="7940" y="785"/>
                    <a:pt x="8037" y="688"/>
                  </a:cubicBezTo>
                  <a:cubicBezTo>
                    <a:pt x="8067" y="658"/>
                    <a:pt x="8097" y="621"/>
                    <a:pt x="8130" y="581"/>
                  </a:cubicBezTo>
                  <a:close/>
                  <a:moveTo>
                    <a:pt x="8051" y="1"/>
                  </a:moveTo>
                  <a:cubicBezTo>
                    <a:pt x="7972" y="1"/>
                    <a:pt x="7891" y="31"/>
                    <a:pt x="7844" y="78"/>
                  </a:cubicBezTo>
                  <a:cubicBezTo>
                    <a:pt x="7780" y="206"/>
                    <a:pt x="7715" y="270"/>
                    <a:pt x="7651" y="335"/>
                  </a:cubicBezTo>
                  <a:cubicBezTo>
                    <a:pt x="7555" y="399"/>
                    <a:pt x="7490" y="463"/>
                    <a:pt x="7265" y="592"/>
                  </a:cubicBezTo>
                  <a:cubicBezTo>
                    <a:pt x="7072" y="720"/>
                    <a:pt x="6751" y="881"/>
                    <a:pt x="6205" y="1106"/>
                  </a:cubicBezTo>
                  <a:cubicBezTo>
                    <a:pt x="5369" y="1524"/>
                    <a:pt x="4404" y="1813"/>
                    <a:pt x="3601" y="2071"/>
                  </a:cubicBezTo>
                  <a:cubicBezTo>
                    <a:pt x="3183" y="2231"/>
                    <a:pt x="2797" y="2328"/>
                    <a:pt x="2508" y="2456"/>
                  </a:cubicBezTo>
                  <a:cubicBezTo>
                    <a:pt x="2379" y="2521"/>
                    <a:pt x="2251" y="2617"/>
                    <a:pt x="2122" y="2681"/>
                  </a:cubicBezTo>
                  <a:cubicBezTo>
                    <a:pt x="2026" y="2746"/>
                    <a:pt x="1929" y="2842"/>
                    <a:pt x="1833" y="2938"/>
                  </a:cubicBezTo>
                  <a:cubicBezTo>
                    <a:pt x="1769" y="3099"/>
                    <a:pt x="1640" y="3324"/>
                    <a:pt x="1479" y="3646"/>
                  </a:cubicBezTo>
                  <a:cubicBezTo>
                    <a:pt x="1254" y="4096"/>
                    <a:pt x="965" y="4674"/>
                    <a:pt x="708" y="5189"/>
                  </a:cubicBezTo>
                  <a:cubicBezTo>
                    <a:pt x="579" y="5414"/>
                    <a:pt x="451" y="5639"/>
                    <a:pt x="354" y="5831"/>
                  </a:cubicBezTo>
                  <a:cubicBezTo>
                    <a:pt x="322" y="5928"/>
                    <a:pt x="258" y="5992"/>
                    <a:pt x="226" y="6056"/>
                  </a:cubicBezTo>
                  <a:cubicBezTo>
                    <a:pt x="194" y="6089"/>
                    <a:pt x="161" y="6121"/>
                    <a:pt x="161" y="6153"/>
                  </a:cubicBezTo>
                  <a:cubicBezTo>
                    <a:pt x="65" y="6217"/>
                    <a:pt x="1" y="6378"/>
                    <a:pt x="1" y="6506"/>
                  </a:cubicBezTo>
                  <a:cubicBezTo>
                    <a:pt x="1" y="6732"/>
                    <a:pt x="129" y="6892"/>
                    <a:pt x="290" y="7021"/>
                  </a:cubicBezTo>
                  <a:cubicBezTo>
                    <a:pt x="419" y="7149"/>
                    <a:pt x="611" y="7246"/>
                    <a:pt x="836" y="7246"/>
                  </a:cubicBezTo>
                  <a:cubicBezTo>
                    <a:pt x="1029" y="7246"/>
                    <a:pt x="1190" y="7182"/>
                    <a:pt x="1351" y="7021"/>
                  </a:cubicBezTo>
                  <a:cubicBezTo>
                    <a:pt x="1518" y="6854"/>
                    <a:pt x="1808" y="6546"/>
                    <a:pt x="2104" y="6201"/>
                  </a:cubicBezTo>
                  <a:lnTo>
                    <a:pt x="2104" y="6201"/>
                  </a:lnTo>
                  <a:lnTo>
                    <a:pt x="1029" y="8757"/>
                  </a:lnTo>
                  <a:lnTo>
                    <a:pt x="997" y="8853"/>
                  </a:lnTo>
                  <a:cubicBezTo>
                    <a:pt x="997" y="8885"/>
                    <a:pt x="997" y="9046"/>
                    <a:pt x="1126" y="9239"/>
                  </a:cubicBezTo>
                  <a:cubicBezTo>
                    <a:pt x="1158" y="9335"/>
                    <a:pt x="1254" y="9464"/>
                    <a:pt x="1383" y="9528"/>
                  </a:cubicBezTo>
                  <a:cubicBezTo>
                    <a:pt x="1511" y="9592"/>
                    <a:pt x="1672" y="9625"/>
                    <a:pt x="1865" y="9625"/>
                  </a:cubicBezTo>
                  <a:cubicBezTo>
                    <a:pt x="2058" y="9625"/>
                    <a:pt x="2283" y="9592"/>
                    <a:pt x="2540" y="9528"/>
                  </a:cubicBezTo>
                  <a:cubicBezTo>
                    <a:pt x="3157" y="9332"/>
                    <a:pt x="3895" y="9014"/>
                    <a:pt x="4075" y="8914"/>
                  </a:cubicBezTo>
                  <a:lnTo>
                    <a:pt x="4075" y="8914"/>
                  </a:lnTo>
                  <a:cubicBezTo>
                    <a:pt x="4175" y="8895"/>
                    <a:pt x="4560" y="8797"/>
                    <a:pt x="5047" y="8596"/>
                  </a:cubicBezTo>
                  <a:cubicBezTo>
                    <a:pt x="5562" y="8403"/>
                    <a:pt x="6172" y="8082"/>
                    <a:pt x="6526" y="7599"/>
                  </a:cubicBezTo>
                  <a:cubicBezTo>
                    <a:pt x="6719" y="7374"/>
                    <a:pt x="6976" y="6957"/>
                    <a:pt x="7265" y="6410"/>
                  </a:cubicBezTo>
                  <a:cubicBezTo>
                    <a:pt x="8039" y="5006"/>
                    <a:pt x="9119" y="2913"/>
                    <a:pt x="9344" y="2474"/>
                  </a:cubicBezTo>
                  <a:lnTo>
                    <a:pt x="9344" y="2474"/>
                  </a:lnTo>
                  <a:cubicBezTo>
                    <a:pt x="9430" y="2420"/>
                    <a:pt x="9760" y="2207"/>
                    <a:pt x="10255" y="1878"/>
                  </a:cubicBezTo>
                  <a:cubicBezTo>
                    <a:pt x="10319" y="1846"/>
                    <a:pt x="10383" y="1781"/>
                    <a:pt x="10383" y="1685"/>
                  </a:cubicBezTo>
                  <a:cubicBezTo>
                    <a:pt x="10383" y="1621"/>
                    <a:pt x="10383" y="1556"/>
                    <a:pt x="10319" y="1492"/>
                  </a:cubicBezTo>
                  <a:cubicBezTo>
                    <a:pt x="9708" y="656"/>
                    <a:pt x="8808" y="238"/>
                    <a:pt x="8133" y="13"/>
                  </a:cubicBezTo>
                  <a:cubicBezTo>
                    <a:pt x="8107" y="5"/>
                    <a:pt x="8079" y="1"/>
                    <a:pt x="8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4432;p64">
              <a:extLst>
                <a:ext uri="{FF2B5EF4-FFF2-40B4-BE49-F238E27FC236}">
                  <a16:creationId xmlns:a16="http://schemas.microsoft.com/office/drawing/2014/main" id="{C33EF48F-7D56-0ABE-BD98-D7598BC08243}"/>
                </a:ext>
              </a:extLst>
            </p:cNvPr>
            <p:cNvSpPr/>
            <p:nvPr/>
          </p:nvSpPr>
          <p:spPr>
            <a:xfrm>
              <a:off x="4783150" y="2218225"/>
              <a:ext cx="904075" cy="420950"/>
            </a:xfrm>
            <a:custGeom>
              <a:avLst/>
              <a:gdLst/>
              <a:ahLst/>
              <a:cxnLst/>
              <a:rect l="l" t="t" r="r" b="b"/>
              <a:pathLst>
                <a:path w="36163" h="16838" extrusionOk="0">
                  <a:moveTo>
                    <a:pt x="34427" y="0"/>
                  </a:moveTo>
                  <a:lnTo>
                    <a:pt x="28287" y="2829"/>
                  </a:lnTo>
                  <a:cubicBezTo>
                    <a:pt x="28287" y="2829"/>
                    <a:pt x="26037" y="7072"/>
                    <a:pt x="25619" y="8711"/>
                  </a:cubicBezTo>
                  <a:cubicBezTo>
                    <a:pt x="25202" y="10383"/>
                    <a:pt x="24559" y="12183"/>
                    <a:pt x="24559" y="12183"/>
                  </a:cubicBezTo>
                  <a:cubicBezTo>
                    <a:pt x="24559" y="12183"/>
                    <a:pt x="20412" y="11540"/>
                    <a:pt x="16844" y="11122"/>
                  </a:cubicBezTo>
                  <a:cubicBezTo>
                    <a:pt x="13276" y="10704"/>
                    <a:pt x="8229" y="9804"/>
                    <a:pt x="6976" y="9547"/>
                  </a:cubicBezTo>
                  <a:cubicBezTo>
                    <a:pt x="5999" y="9347"/>
                    <a:pt x="4379" y="8912"/>
                    <a:pt x="3468" y="8912"/>
                  </a:cubicBezTo>
                  <a:cubicBezTo>
                    <a:pt x="3209" y="8912"/>
                    <a:pt x="3007" y="8947"/>
                    <a:pt x="2893" y="9033"/>
                  </a:cubicBezTo>
                  <a:cubicBezTo>
                    <a:pt x="2411" y="9451"/>
                    <a:pt x="2733" y="9386"/>
                    <a:pt x="3311" y="9611"/>
                  </a:cubicBezTo>
                  <a:cubicBezTo>
                    <a:pt x="3568" y="9726"/>
                    <a:pt x="3895" y="9757"/>
                    <a:pt x="4179" y="9757"/>
                  </a:cubicBezTo>
                  <a:cubicBezTo>
                    <a:pt x="4534" y="9757"/>
                    <a:pt x="4822" y="9708"/>
                    <a:pt x="4822" y="9708"/>
                  </a:cubicBezTo>
                  <a:lnTo>
                    <a:pt x="4822" y="9708"/>
                  </a:lnTo>
                  <a:cubicBezTo>
                    <a:pt x="4822" y="9708"/>
                    <a:pt x="3986" y="9965"/>
                    <a:pt x="3086" y="10286"/>
                  </a:cubicBezTo>
                  <a:cubicBezTo>
                    <a:pt x="2154" y="10608"/>
                    <a:pt x="515" y="11186"/>
                    <a:pt x="258" y="11540"/>
                  </a:cubicBezTo>
                  <a:cubicBezTo>
                    <a:pt x="0" y="11861"/>
                    <a:pt x="579" y="13019"/>
                    <a:pt x="1511" y="13019"/>
                  </a:cubicBezTo>
                  <a:cubicBezTo>
                    <a:pt x="2111" y="13019"/>
                    <a:pt x="2611" y="12990"/>
                    <a:pt x="3021" y="12990"/>
                  </a:cubicBezTo>
                  <a:cubicBezTo>
                    <a:pt x="3226" y="12990"/>
                    <a:pt x="3408" y="12997"/>
                    <a:pt x="3568" y="13019"/>
                  </a:cubicBezTo>
                  <a:cubicBezTo>
                    <a:pt x="4083" y="13115"/>
                    <a:pt x="4308" y="13597"/>
                    <a:pt x="5979" y="13597"/>
                  </a:cubicBezTo>
                  <a:cubicBezTo>
                    <a:pt x="7619" y="13597"/>
                    <a:pt x="9965" y="12279"/>
                    <a:pt x="9965" y="12279"/>
                  </a:cubicBezTo>
                  <a:cubicBezTo>
                    <a:pt x="9965" y="12279"/>
                    <a:pt x="17744" y="15847"/>
                    <a:pt x="22148" y="16587"/>
                  </a:cubicBezTo>
                  <a:cubicBezTo>
                    <a:pt x="23180" y="16760"/>
                    <a:pt x="24005" y="16838"/>
                    <a:pt x="24688" y="16838"/>
                  </a:cubicBezTo>
                  <a:cubicBezTo>
                    <a:pt x="26918" y="16838"/>
                    <a:pt x="27624" y="16006"/>
                    <a:pt x="29027" y="14947"/>
                  </a:cubicBezTo>
                  <a:cubicBezTo>
                    <a:pt x="30859" y="13533"/>
                    <a:pt x="36163" y="4822"/>
                    <a:pt x="35745" y="3086"/>
                  </a:cubicBezTo>
                  <a:cubicBezTo>
                    <a:pt x="35327" y="1350"/>
                    <a:pt x="34427" y="0"/>
                    <a:pt x="34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4433;p64">
              <a:extLst>
                <a:ext uri="{FF2B5EF4-FFF2-40B4-BE49-F238E27FC236}">
                  <a16:creationId xmlns:a16="http://schemas.microsoft.com/office/drawing/2014/main" id="{6E31D762-793F-56DB-9126-1C54EE8B8EB8}"/>
                </a:ext>
              </a:extLst>
            </p:cNvPr>
            <p:cNvSpPr/>
            <p:nvPr/>
          </p:nvSpPr>
          <p:spPr>
            <a:xfrm>
              <a:off x="4781550" y="2211775"/>
              <a:ext cx="902475" cy="433975"/>
            </a:xfrm>
            <a:custGeom>
              <a:avLst/>
              <a:gdLst/>
              <a:ahLst/>
              <a:cxnLst/>
              <a:rect l="l" t="t" r="r" b="b"/>
              <a:pathLst>
                <a:path w="36099" h="17359" extrusionOk="0">
                  <a:moveTo>
                    <a:pt x="34465" y="1"/>
                  </a:moveTo>
                  <a:cubicBezTo>
                    <a:pt x="34420" y="1"/>
                    <a:pt x="34373" y="12"/>
                    <a:pt x="34330" y="33"/>
                  </a:cubicBezTo>
                  <a:cubicBezTo>
                    <a:pt x="34202" y="129"/>
                    <a:pt x="34170" y="290"/>
                    <a:pt x="34266" y="419"/>
                  </a:cubicBezTo>
                  <a:lnTo>
                    <a:pt x="34298" y="483"/>
                  </a:lnTo>
                  <a:cubicBezTo>
                    <a:pt x="34459" y="740"/>
                    <a:pt x="35198" y="1930"/>
                    <a:pt x="35552" y="3408"/>
                  </a:cubicBezTo>
                  <a:cubicBezTo>
                    <a:pt x="35552" y="3440"/>
                    <a:pt x="35552" y="3505"/>
                    <a:pt x="35552" y="3569"/>
                  </a:cubicBezTo>
                  <a:cubicBezTo>
                    <a:pt x="35552" y="3794"/>
                    <a:pt x="35487" y="4115"/>
                    <a:pt x="35359" y="4533"/>
                  </a:cubicBezTo>
                  <a:cubicBezTo>
                    <a:pt x="34877" y="6012"/>
                    <a:pt x="33623" y="8358"/>
                    <a:pt x="32337" y="10448"/>
                  </a:cubicBezTo>
                  <a:cubicBezTo>
                    <a:pt x="31662" y="11509"/>
                    <a:pt x="30987" y="12505"/>
                    <a:pt x="30409" y="13309"/>
                  </a:cubicBezTo>
                  <a:cubicBezTo>
                    <a:pt x="29798" y="14112"/>
                    <a:pt x="29251" y="14723"/>
                    <a:pt x="28930" y="14980"/>
                  </a:cubicBezTo>
                  <a:cubicBezTo>
                    <a:pt x="28223" y="15527"/>
                    <a:pt x="27709" y="16009"/>
                    <a:pt x="27098" y="16330"/>
                  </a:cubicBezTo>
                  <a:cubicBezTo>
                    <a:pt x="26519" y="16652"/>
                    <a:pt x="25844" y="16845"/>
                    <a:pt x="24751" y="16845"/>
                  </a:cubicBezTo>
                  <a:cubicBezTo>
                    <a:pt x="24076" y="16845"/>
                    <a:pt x="23273" y="16748"/>
                    <a:pt x="22244" y="16587"/>
                  </a:cubicBezTo>
                  <a:cubicBezTo>
                    <a:pt x="20090" y="16234"/>
                    <a:pt x="17037" y="15141"/>
                    <a:pt x="14561" y="14177"/>
                  </a:cubicBezTo>
                  <a:cubicBezTo>
                    <a:pt x="13308" y="13662"/>
                    <a:pt x="12215" y="13212"/>
                    <a:pt x="11411" y="12859"/>
                  </a:cubicBezTo>
                  <a:cubicBezTo>
                    <a:pt x="11026" y="12698"/>
                    <a:pt x="10704" y="12537"/>
                    <a:pt x="10479" y="12441"/>
                  </a:cubicBezTo>
                  <a:cubicBezTo>
                    <a:pt x="10254" y="12344"/>
                    <a:pt x="10126" y="12280"/>
                    <a:pt x="10126" y="12280"/>
                  </a:cubicBezTo>
                  <a:cubicBezTo>
                    <a:pt x="10099" y="12267"/>
                    <a:pt x="10067" y="12259"/>
                    <a:pt x="10034" y="12259"/>
                  </a:cubicBezTo>
                  <a:cubicBezTo>
                    <a:pt x="9987" y="12259"/>
                    <a:pt x="9938" y="12275"/>
                    <a:pt x="9901" y="12312"/>
                  </a:cubicBezTo>
                  <a:cubicBezTo>
                    <a:pt x="9901" y="12312"/>
                    <a:pt x="9868" y="12312"/>
                    <a:pt x="9804" y="12344"/>
                  </a:cubicBezTo>
                  <a:cubicBezTo>
                    <a:pt x="9547" y="12473"/>
                    <a:pt x="8968" y="12794"/>
                    <a:pt x="8261" y="13084"/>
                  </a:cubicBezTo>
                  <a:cubicBezTo>
                    <a:pt x="7522" y="13341"/>
                    <a:pt x="6718" y="13598"/>
                    <a:pt x="6043" y="13598"/>
                  </a:cubicBezTo>
                  <a:cubicBezTo>
                    <a:pt x="5240" y="13598"/>
                    <a:pt x="4790" y="13469"/>
                    <a:pt x="4500" y="13341"/>
                  </a:cubicBezTo>
                  <a:cubicBezTo>
                    <a:pt x="4340" y="13309"/>
                    <a:pt x="4243" y="13244"/>
                    <a:pt x="4115" y="13180"/>
                  </a:cubicBezTo>
                  <a:cubicBezTo>
                    <a:pt x="3986" y="13116"/>
                    <a:pt x="3857" y="13052"/>
                    <a:pt x="3665" y="13019"/>
                  </a:cubicBezTo>
                  <a:cubicBezTo>
                    <a:pt x="3504" y="12987"/>
                    <a:pt x="3279" y="12987"/>
                    <a:pt x="3086" y="12987"/>
                  </a:cubicBezTo>
                  <a:cubicBezTo>
                    <a:pt x="2668" y="12987"/>
                    <a:pt x="2154" y="13019"/>
                    <a:pt x="1575" y="13019"/>
                  </a:cubicBezTo>
                  <a:cubicBezTo>
                    <a:pt x="1286" y="13019"/>
                    <a:pt x="1029" y="12859"/>
                    <a:pt x="836" y="12634"/>
                  </a:cubicBezTo>
                  <a:cubicBezTo>
                    <a:pt x="643" y="12409"/>
                    <a:pt x="514" y="12119"/>
                    <a:pt x="514" y="11991"/>
                  </a:cubicBezTo>
                  <a:lnTo>
                    <a:pt x="547" y="11959"/>
                  </a:lnTo>
                  <a:cubicBezTo>
                    <a:pt x="547" y="11959"/>
                    <a:pt x="579" y="11927"/>
                    <a:pt x="611" y="11862"/>
                  </a:cubicBezTo>
                  <a:cubicBezTo>
                    <a:pt x="836" y="11734"/>
                    <a:pt x="1286" y="11541"/>
                    <a:pt x="1800" y="11348"/>
                  </a:cubicBezTo>
                  <a:cubicBezTo>
                    <a:pt x="2282" y="11123"/>
                    <a:pt x="2829" y="10930"/>
                    <a:pt x="3215" y="10801"/>
                  </a:cubicBezTo>
                  <a:cubicBezTo>
                    <a:pt x="3697" y="10641"/>
                    <a:pt x="4115" y="10480"/>
                    <a:pt x="4436" y="10384"/>
                  </a:cubicBezTo>
                  <a:cubicBezTo>
                    <a:pt x="4757" y="10287"/>
                    <a:pt x="4950" y="10223"/>
                    <a:pt x="4950" y="10223"/>
                  </a:cubicBezTo>
                  <a:cubicBezTo>
                    <a:pt x="5079" y="10191"/>
                    <a:pt x="5175" y="10030"/>
                    <a:pt x="5143" y="9901"/>
                  </a:cubicBezTo>
                  <a:cubicBezTo>
                    <a:pt x="5115" y="9790"/>
                    <a:pt x="5015" y="9702"/>
                    <a:pt x="4883" y="9702"/>
                  </a:cubicBezTo>
                  <a:cubicBezTo>
                    <a:pt x="4863" y="9702"/>
                    <a:pt x="4843" y="9704"/>
                    <a:pt x="4822" y="9709"/>
                  </a:cubicBezTo>
                  <a:lnTo>
                    <a:pt x="4790" y="9709"/>
                  </a:lnTo>
                  <a:cubicBezTo>
                    <a:pt x="4790" y="9709"/>
                    <a:pt x="4786" y="9710"/>
                    <a:pt x="4780" y="9712"/>
                  </a:cubicBezTo>
                  <a:lnTo>
                    <a:pt x="4780" y="9712"/>
                  </a:lnTo>
                  <a:cubicBezTo>
                    <a:pt x="4678" y="9741"/>
                    <a:pt x="4460" y="9741"/>
                    <a:pt x="4211" y="9741"/>
                  </a:cubicBezTo>
                  <a:cubicBezTo>
                    <a:pt x="3954" y="9741"/>
                    <a:pt x="3697" y="9709"/>
                    <a:pt x="3504" y="9644"/>
                  </a:cubicBezTo>
                  <a:cubicBezTo>
                    <a:pt x="3369" y="9587"/>
                    <a:pt x="3258" y="9541"/>
                    <a:pt x="3163" y="9506"/>
                  </a:cubicBezTo>
                  <a:lnTo>
                    <a:pt x="3163" y="9506"/>
                  </a:lnTo>
                  <a:cubicBezTo>
                    <a:pt x="3179" y="9494"/>
                    <a:pt x="3215" y="9473"/>
                    <a:pt x="3279" y="9451"/>
                  </a:cubicBezTo>
                  <a:lnTo>
                    <a:pt x="3568" y="9451"/>
                  </a:lnTo>
                  <a:cubicBezTo>
                    <a:pt x="3986" y="9451"/>
                    <a:pt x="4597" y="9548"/>
                    <a:pt x="5240" y="9676"/>
                  </a:cubicBezTo>
                  <a:cubicBezTo>
                    <a:pt x="5850" y="9805"/>
                    <a:pt x="6493" y="9966"/>
                    <a:pt x="6975" y="10062"/>
                  </a:cubicBezTo>
                  <a:cubicBezTo>
                    <a:pt x="8229" y="10319"/>
                    <a:pt x="13276" y="11219"/>
                    <a:pt x="16876" y="11637"/>
                  </a:cubicBezTo>
                  <a:cubicBezTo>
                    <a:pt x="18644" y="11862"/>
                    <a:pt x="20572" y="12119"/>
                    <a:pt x="22051" y="12344"/>
                  </a:cubicBezTo>
                  <a:cubicBezTo>
                    <a:pt x="22790" y="12441"/>
                    <a:pt x="23433" y="12537"/>
                    <a:pt x="23851" y="12602"/>
                  </a:cubicBezTo>
                  <a:cubicBezTo>
                    <a:pt x="24301" y="12666"/>
                    <a:pt x="24558" y="12730"/>
                    <a:pt x="24558" y="12730"/>
                  </a:cubicBezTo>
                  <a:cubicBezTo>
                    <a:pt x="24687" y="12730"/>
                    <a:pt x="24816" y="12666"/>
                    <a:pt x="24848" y="12537"/>
                  </a:cubicBezTo>
                  <a:cubicBezTo>
                    <a:pt x="24848" y="12537"/>
                    <a:pt x="25523" y="10705"/>
                    <a:pt x="25941" y="9034"/>
                  </a:cubicBezTo>
                  <a:cubicBezTo>
                    <a:pt x="26133" y="8262"/>
                    <a:pt x="26808" y="6783"/>
                    <a:pt x="27419" y="5530"/>
                  </a:cubicBezTo>
                  <a:cubicBezTo>
                    <a:pt x="27709" y="4887"/>
                    <a:pt x="27998" y="4308"/>
                    <a:pt x="28223" y="3890"/>
                  </a:cubicBezTo>
                  <a:cubicBezTo>
                    <a:pt x="28448" y="3473"/>
                    <a:pt x="28576" y="3215"/>
                    <a:pt x="28576" y="3215"/>
                  </a:cubicBezTo>
                  <a:cubicBezTo>
                    <a:pt x="28641" y="3087"/>
                    <a:pt x="28609" y="2926"/>
                    <a:pt x="28480" y="2862"/>
                  </a:cubicBezTo>
                  <a:cubicBezTo>
                    <a:pt x="28437" y="2830"/>
                    <a:pt x="28387" y="2815"/>
                    <a:pt x="28337" y="2815"/>
                  </a:cubicBezTo>
                  <a:cubicBezTo>
                    <a:pt x="28237" y="2815"/>
                    <a:pt x="28137" y="2872"/>
                    <a:pt x="28094" y="2958"/>
                  </a:cubicBezTo>
                  <a:cubicBezTo>
                    <a:pt x="28094" y="2958"/>
                    <a:pt x="27548" y="4019"/>
                    <a:pt x="26937" y="5305"/>
                  </a:cubicBezTo>
                  <a:cubicBezTo>
                    <a:pt x="26326" y="6558"/>
                    <a:pt x="25651" y="8037"/>
                    <a:pt x="25426" y="8905"/>
                  </a:cubicBezTo>
                  <a:cubicBezTo>
                    <a:pt x="25233" y="9741"/>
                    <a:pt x="24944" y="10609"/>
                    <a:pt x="24751" y="11251"/>
                  </a:cubicBezTo>
                  <a:cubicBezTo>
                    <a:pt x="24623" y="11573"/>
                    <a:pt x="24526" y="11862"/>
                    <a:pt x="24462" y="12055"/>
                  </a:cubicBezTo>
                  <a:cubicBezTo>
                    <a:pt x="24451" y="12089"/>
                    <a:pt x="24441" y="12120"/>
                    <a:pt x="24431" y="12149"/>
                  </a:cubicBezTo>
                  <a:lnTo>
                    <a:pt x="24431" y="12149"/>
                  </a:lnTo>
                  <a:cubicBezTo>
                    <a:pt x="23524" y="12011"/>
                    <a:pt x="20017" y="11483"/>
                    <a:pt x="16940" y="11123"/>
                  </a:cubicBezTo>
                  <a:cubicBezTo>
                    <a:pt x="13372" y="10705"/>
                    <a:pt x="8325" y="9773"/>
                    <a:pt x="7072" y="9548"/>
                  </a:cubicBezTo>
                  <a:cubicBezTo>
                    <a:pt x="6622" y="9451"/>
                    <a:pt x="5979" y="9291"/>
                    <a:pt x="5336" y="9162"/>
                  </a:cubicBezTo>
                  <a:cubicBezTo>
                    <a:pt x="4693" y="9034"/>
                    <a:pt x="4050" y="8905"/>
                    <a:pt x="3568" y="8905"/>
                  </a:cubicBezTo>
                  <a:cubicBezTo>
                    <a:pt x="3407" y="8905"/>
                    <a:pt x="3279" y="8905"/>
                    <a:pt x="3150" y="8937"/>
                  </a:cubicBezTo>
                  <a:cubicBezTo>
                    <a:pt x="3022" y="8969"/>
                    <a:pt x="2893" y="9001"/>
                    <a:pt x="2797" y="9098"/>
                  </a:cubicBezTo>
                  <a:cubicBezTo>
                    <a:pt x="2700" y="9162"/>
                    <a:pt x="2636" y="9226"/>
                    <a:pt x="2572" y="9291"/>
                  </a:cubicBezTo>
                  <a:cubicBezTo>
                    <a:pt x="2539" y="9355"/>
                    <a:pt x="2475" y="9451"/>
                    <a:pt x="2475" y="9580"/>
                  </a:cubicBezTo>
                  <a:cubicBezTo>
                    <a:pt x="2475" y="9644"/>
                    <a:pt x="2475" y="9741"/>
                    <a:pt x="2539" y="9773"/>
                  </a:cubicBezTo>
                  <a:cubicBezTo>
                    <a:pt x="2604" y="9869"/>
                    <a:pt x="2668" y="9901"/>
                    <a:pt x="2700" y="9934"/>
                  </a:cubicBezTo>
                  <a:cubicBezTo>
                    <a:pt x="2797" y="9966"/>
                    <a:pt x="2861" y="9998"/>
                    <a:pt x="2957" y="10030"/>
                  </a:cubicBezTo>
                  <a:cubicBezTo>
                    <a:pt x="3054" y="10062"/>
                    <a:pt x="3182" y="10094"/>
                    <a:pt x="3279" y="10126"/>
                  </a:cubicBezTo>
                  <a:cubicBezTo>
                    <a:pt x="3317" y="10142"/>
                    <a:pt x="3355" y="10155"/>
                    <a:pt x="3393" y="10168"/>
                  </a:cubicBezTo>
                  <a:lnTo>
                    <a:pt x="3393" y="10168"/>
                  </a:lnTo>
                  <a:cubicBezTo>
                    <a:pt x="3282" y="10206"/>
                    <a:pt x="3168" y="10246"/>
                    <a:pt x="3054" y="10287"/>
                  </a:cubicBezTo>
                  <a:cubicBezTo>
                    <a:pt x="2604" y="10448"/>
                    <a:pt x="1961" y="10705"/>
                    <a:pt x="1382" y="10930"/>
                  </a:cubicBezTo>
                  <a:cubicBezTo>
                    <a:pt x="1093" y="11026"/>
                    <a:pt x="836" y="11155"/>
                    <a:pt x="611" y="11251"/>
                  </a:cubicBezTo>
                  <a:cubicBezTo>
                    <a:pt x="514" y="11316"/>
                    <a:pt x="418" y="11380"/>
                    <a:pt x="322" y="11444"/>
                  </a:cubicBezTo>
                  <a:cubicBezTo>
                    <a:pt x="225" y="11509"/>
                    <a:pt x="161" y="11541"/>
                    <a:pt x="96" y="11637"/>
                  </a:cubicBezTo>
                  <a:cubicBezTo>
                    <a:pt x="32" y="11734"/>
                    <a:pt x="0" y="11894"/>
                    <a:pt x="0" y="11991"/>
                  </a:cubicBezTo>
                  <a:cubicBezTo>
                    <a:pt x="0" y="12344"/>
                    <a:pt x="161" y="12666"/>
                    <a:pt x="418" y="12987"/>
                  </a:cubicBezTo>
                  <a:cubicBezTo>
                    <a:pt x="675" y="13309"/>
                    <a:pt x="1093" y="13566"/>
                    <a:pt x="1575" y="13566"/>
                  </a:cubicBezTo>
                  <a:cubicBezTo>
                    <a:pt x="2186" y="13566"/>
                    <a:pt x="2668" y="13502"/>
                    <a:pt x="3086" y="13502"/>
                  </a:cubicBezTo>
                  <a:cubicBezTo>
                    <a:pt x="3279" y="13502"/>
                    <a:pt x="3440" y="13534"/>
                    <a:pt x="3600" y="13534"/>
                  </a:cubicBezTo>
                  <a:cubicBezTo>
                    <a:pt x="3665" y="13566"/>
                    <a:pt x="3761" y="13598"/>
                    <a:pt x="3857" y="13662"/>
                  </a:cubicBezTo>
                  <a:cubicBezTo>
                    <a:pt x="4050" y="13727"/>
                    <a:pt x="4275" y="13855"/>
                    <a:pt x="4597" y="13952"/>
                  </a:cubicBezTo>
                  <a:cubicBezTo>
                    <a:pt x="4950" y="14048"/>
                    <a:pt x="5400" y="14144"/>
                    <a:pt x="6043" y="14144"/>
                  </a:cubicBezTo>
                  <a:cubicBezTo>
                    <a:pt x="6943" y="14144"/>
                    <a:pt x="7940" y="13791"/>
                    <a:pt x="8743" y="13437"/>
                  </a:cubicBezTo>
                  <a:cubicBezTo>
                    <a:pt x="9312" y="13210"/>
                    <a:pt x="9784" y="12966"/>
                    <a:pt x="10012" y="12843"/>
                  </a:cubicBezTo>
                  <a:lnTo>
                    <a:pt x="10012" y="12843"/>
                  </a:lnTo>
                  <a:cubicBezTo>
                    <a:pt x="10459" y="13040"/>
                    <a:pt x="12212" y="13802"/>
                    <a:pt x="14369" y="14659"/>
                  </a:cubicBezTo>
                  <a:cubicBezTo>
                    <a:pt x="16876" y="15655"/>
                    <a:pt x="19930" y="16716"/>
                    <a:pt x="22148" y="17102"/>
                  </a:cubicBezTo>
                  <a:cubicBezTo>
                    <a:pt x="23208" y="17295"/>
                    <a:pt x="24044" y="17359"/>
                    <a:pt x="24751" y="17359"/>
                  </a:cubicBezTo>
                  <a:cubicBezTo>
                    <a:pt x="25908" y="17359"/>
                    <a:pt x="26680" y="17166"/>
                    <a:pt x="27355" y="16780"/>
                  </a:cubicBezTo>
                  <a:cubicBezTo>
                    <a:pt x="28030" y="16427"/>
                    <a:pt x="28576" y="15945"/>
                    <a:pt x="29251" y="15398"/>
                  </a:cubicBezTo>
                  <a:cubicBezTo>
                    <a:pt x="29734" y="15012"/>
                    <a:pt x="30377" y="14241"/>
                    <a:pt x="31084" y="13277"/>
                  </a:cubicBezTo>
                  <a:cubicBezTo>
                    <a:pt x="32177" y="11766"/>
                    <a:pt x="33430" y="9773"/>
                    <a:pt x="34395" y="7941"/>
                  </a:cubicBezTo>
                  <a:cubicBezTo>
                    <a:pt x="34877" y="7041"/>
                    <a:pt x="35295" y="6173"/>
                    <a:pt x="35616" y="5401"/>
                  </a:cubicBezTo>
                  <a:cubicBezTo>
                    <a:pt x="35905" y="4662"/>
                    <a:pt x="36098" y="4051"/>
                    <a:pt x="36098" y="3569"/>
                  </a:cubicBezTo>
                  <a:cubicBezTo>
                    <a:pt x="36098" y="3473"/>
                    <a:pt x="36098" y="3376"/>
                    <a:pt x="36066" y="3280"/>
                  </a:cubicBezTo>
                  <a:cubicBezTo>
                    <a:pt x="35648" y="1480"/>
                    <a:pt x="34716" y="129"/>
                    <a:pt x="34684" y="129"/>
                  </a:cubicBezTo>
                  <a:cubicBezTo>
                    <a:pt x="34641" y="44"/>
                    <a:pt x="34555" y="1"/>
                    <a:pt x="34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4434;p64">
              <a:extLst>
                <a:ext uri="{FF2B5EF4-FFF2-40B4-BE49-F238E27FC236}">
                  <a16:creationId xmlns:a16="http://schemas.microsoft.com/office/drawing/2014/main" id="{5A6C00AC-50E5-A6EC-A243-A10E22B93D44}"/>
                </a:ext>
              </a:extLst>
            </p:cNvPr>
            <p:cNvSpPr/>
            <p:nvPr/>
          </p:nvSpPr>
          <p:spPr>
            <a:xfrm>
              <a:off x="4783150" y="2441025"/>
              <a:ext cx="293350" cy="117150"/>
            </a:xfrm>
            <a:custGeom>
              <a:avLst/>
              <a:gdLst/>
              <a:ahLst/>
              <a:cxnLst/>
              <a:rect l="l" t="t" r="r" b="b"/>
              <a:pathLst>
                <a:path w="11734" h="4686" extrusionOk="0">
                  <a:moveTo>
                    <a:pt x="3468" y="0"/>
                  </a:moveTo>
                  <a:cubicBezTo>
                    <a:pt x="3209" y="0"/>
                    <a:pt x="3007" y="35"/>
                    <a:pt x="2893" y="121"/>
                  </a:cubicBezTo>
                  <a:cubicBezTo>
                    <a:pt x="2411" y="539"/>
                    <a:pt x="2733" y="474"/>
                    <a:pt x="3311" y="699"/>
                  </a:cubicBezTo>
                  <a:cubicBezTo>
                    <a:pt x="3568" y="814"/>
                    <a:pt x="3895" y="845"/>
                    <a:pt x="4179" y="845"/>
                  </a:cubicBezTo>
                  <a:cubicBezTo>
                    <a:pt x="4534" y="845"/>
                    <a:pt x="4822" y="796"/>
                    <a:pt x="4822" y="796"/>
                  </a:cubicBezTo>
                  <a:lnTo>
                    <a:pt x="4822" y="796"/>
                  </a:lnTo>
                  <a:cubicBezTo>
                    <a:pt x="4822" y="796"/>
                    <a:pt x="3986" y="1053"/>
                    <a:pt x="3086" y="1374"/>
                  </a:cubicBezTo>
                  <a:cubicBezTo>
                    <a:pt x="2154" y="1696"/>
                    <a:pt x="515" y="2274"/>
                    <a:pt x="258" y="2628"/>
                  </a:cubicBezTo>
                  <a:cubicBezTo>
                    <a:pt x="0" y="2949"/>
                    <a:pt x="579" y="4107"/>
                    <a:pt x="1511" y="4107"/>
                  </a:cubicBezTo>
                  <a:cubicBezTo>
                    <a:pt x="2111" y="4107"/>
                    <a:pt x="2611" y="4078"/>
                    <a:pt x="3021" y="4078"/>
                  </a:cubicBezTo>
                  <a:cubicBezTo>
                    <a:pt x="3226" y="4078"/>
                    <a:pt x="3408" y="4085"/>
                    <a:pt x="3568" y="4107"/>
                  </a:cubicBezTo>
                  <a:cubicBezTo>
                    <a:pt x="4083" y="4203"/>
                    <a:pt x="4308" y="4685"/>
                    <a:pt x="5979" y="4685"/>
                  </a:cubicBezTo>
                  <a:cubicBezTo>
                    <a:pt x="7619" y="4685"/>
                    <a:pt x="9965" y="3367"/>
                    <a:pt x="9965" y="3367"/>
                  </a:cubicBezTo>
                  <a:cubicBezTo>
                    <a:pt x="9965" y="3367"/>
                    <a:pt x="10576" y="3657"/>
                    <a:pt x="11540" y="4074"/>
                  </a:cubicBezTo>
                  <a:lnTo>
                    <a:pt x="11733" y="1471"/>
                  </a:lnTo>
                  <a:cubicBezTo>
                    <a:pt x="9579" y="1117"/>
                    <a:pt x="7683" y="764"/>
                    <a:pt x="6976" y="635"/>
                  </a:cubicBezTo>
                  <a:cubicBezTo>
                    <a:pt x="5999" y="435"/>
                    <a:pt x="4379" y="0"/>
                    <a:pt x="3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4435;p64">
              <a:extLst>
                <a:ext uri="{FF2B5EF4-FFF2-40B4-BE49-F238E27FC236}">
                  <a16:creationId xmlns:a16="http://schemas.microsoft.com/office/drawing/2014/main" id="{9D16853B-1378-9920-DFD5-18DB792C684A}"/>
                </a:ext>
              </a:extLst>
            </p:cNvPr>
            <p:cNvSpPr/>
            <p:nvPr/>
          </p:nvSpPr>
          <p:spPr>
            <a:xfrm>
              <a:off x="4781550" y="2434375"/>
              <a:ext cx="302175" cy="131025"/>
            </a:xfrm>
            <a:custGeom>
              <a:avLst/>
              <a:gdLst/>
              <a:ahLst/>
              <a:cxnLst/>
              <a:rect l="l" t="t" r="r" b="b"/>
              <a:pathLst>
                <a:path w="12087" h="5241" extrusionOk="0">
                  <a:moveTo>
                    <a:pt x="3568" y="547"/>
                  </a:moveTo>
                  <a:cubicBezTo>
                    <a:pt x="3986" y="547"/>
                    <a:pt x="4597" y="644"/>
                    <a:pt x="5240" y="772"/>
                  </a:cubicBezTo>
                  <a:cubicBezTo>
                    <a:pt x="5850" y="901"/>
                    <a:pt x="6493" y="1062"/>
                    <a:pt x="6975" y="1158"/>
                  </a:cubicBezTo>
                  <a:cubicBezTo>
                    <a:pt x="7656" y="1282"/>
                    <a:pt x="9439" y="1614"/>
                    <a:pt x="11521" y="1954"/>
                  </a:cubicBezTo>
                  <a:lnTo>
                    <a:pt x="11521" y="1954"/>
                  </a:lnTo>
                  <a:lnTo>
                    <a:pt x="11374" y="3947"/>
                  </a:lnTo>
                  <a:lnTo>
                    <a:pt x="11374" y="3947"/>
                  </a:lnTo>
                  <a:cubicBezTo>
                    <a:pt x="11041" y="3803"/>
                    <a:pt x="10764" y="3667"/>
                    <a:pt x="10543" y="3569"/>
                  </a:cubicBezTo>
                  <a:cubicBezTo>
                    <a:pt x="10286" y="3473"/>
                    <a:pt x="10126" y="3376"/>
                    <a:pt x="10126" y="3376"/>
                  </a:cubicBezTo>
                  <a:cubicBezTo>
                    <a:pt x="10099" y="3363"/>
                    <a:pt x="10067" y="3355"/>
                    <a:pt x="10034" y="3355"/>
                  </a:cubicBezTo>
                  <a:cubicBezTo>
                    <a:pt x="9987" y="3355"/>
                    <a:pt x="9938" y="3371"/>
                    <a:pt x="9901" y="3408"/>
                  </a:cubicBezTo>
                  <a:cubicBezTo>
                    <a:pt x="9901" y="3408"/>
                    <a:pt x="9868" y="3408"/>
                    <a:pt x="9804" y="3440"/>
                  </a:cubicBezTo>
                  <a:cubicBezTo>
                    <a:pt x="9547" y="3569"/>
                    <a:pt x="8968" y="3890"/>
                    <a:pt x="8261" y="4180"/>
                  </a:cubicBezTo>
                  <a:cubicBezTo>
                    <a:pt x="7522" y="4437"/>
                    <a:pt x="6718" y="4694"/>
                    <a:pt x="6043" y="4694"/>
                  </a:cubicBezTo>
                  <a:cubicBezTo>
                    <a:pt x="5240" y="4694"/>
                    <a:pt x="4790" y="4565"/>
                    <a:pt x="4500" y="4437"/>
                  </a:cubicBezTo>
                  <a:cubicBezTo>
                    <a:pt x="4340" y="4405"/>
                    <a:pt x="4243" y="4340"/>
                    <a:pt x="4115" y="4276"/>
                  </a:cubicBezTo>
                  <a:cubicBezTo>
                    <a:pt x="3986" y="4212"/>
                    <a:pt x="3857" y="4148"/>
                    <a:pt x="3665" y="4115"/>
                  </a:cubicBezTo>
                  <a:cubicBezTo>
                    <a:pt x="3504" y="4083"/>
                    <a:pt x="3279" y="4083"/>
                    <a:pt x="3086" y="4083"/>
                  </a:cubicBezTo>
                  <a:cubicBezTo>
                    <a:pt x="2668" y="4083"/>
                    <a:pt x="2154" y="4115"/>
                    <a:pt x="1575" y="4115"/>
                  </a:cubicBezTo>
                  <a:cubicBezTo>
                    <a:pt x="1286" y="4115"/>
                    <a:pt x="1029" y="3955"/>
                    <a:pt x="836" y="3730"/>
                  </a:cubicBezTo>
                  <a:cubicBezTo>
                    <a:pt x="643" y="3505"/>
                    <a:pt x="514" y="3215"/>
                    <a:pt x="514" y="3087"/>
                  </a:cubicBezTo>
                  <a:lnTo>
                    <a:pt x="547" y="3055"/>
                  </a:lnTo>
                  <a:cubicBezTo>
                    <a:pt x="547" y="3055"/>
                    <a:pt x="579" y="3023"/>
                    <a:pt x="611" y="2958"/>
                  </a:cubicBezTo>
                  <a:cubicBezTo>
                    <a:pt x="836" y="2830"/>
                    <a:pt x="1286" y="2637"/>
                    <a:pt x="1800" y="2444"/>
                  </a:cubicBezTo>
                  <a:cubicBezTo>
                    <a:pt x="2282" y="2219"/>
                    <a:pt x="2829" y="2026"/>
                    <a:pt x="3215" y="1897"/>
                  </a:cubicBezTo>
                  <a:cubicBezTo>
                    <a:pt x="3697" y="1737"/>
                    <a:pt x="4115" y="1576"/>
                    <a:pt x="4436" y="1480"/>
                  </a:cubicBezTo>
                  <a:cubicBezTo>
                    <a:pt x="4757" y="1383"/>
                    <a:pt x="4950" y="1319"/>
                    <a:pt x="4950" y="1319"/>
                  </a:cubicBezTo>
                  <a:cubicBezTo>
                    <a:pt x="5079" y="1287"/>
                    <a:pt x="5175" y="1126"/>
                    <a:pt x="5143" y="997"/>
                  </a:cubicBezTo>
                  <a:cubicBezTo>
                    <a:pt x="5115" y="886"/>
                    <a:pt x="5015" y="798"/>
                    <a:pt x="4883" y="798"/>
                  </a:cubicBezTo>
                  <a:cubicBezTo>
                    <a:pt x="4863" y="798"/>
                    <a:pt x="4843" y="800"/>
                    <a:pt x="4822" y="805"/>
                  </a:cubicBezTo>
                  <a:lnTo>
                    <a:pt x="4790" y="805"/>
                  </a:lnTo>
                  <a:cubicBezTo>
                    <a:pt x="4790" y="805"/>
                    <a:pt x="4786" y="806"/>
                    <a:pt x="4780" y="808"/>
                  </a:cubicBezTo>
                  <a:lnTo>
                    <a:pt x="4780" y="808"/>
                  </a:lnTo>
                  <a:cubicBezTo>
                    <a:pt x="4678" y="837"/>
                    <a:pt x="4460" y="837"/>
                    <a:pt x="4211" y="837"/>
                  </a:cubicBezTo>
                  <a:cubicBezTo>
                    <a:pt x="3954" y="837"/>
                    <a:pt x="3697" y="805"/>
                    <a:pt x="3504" y="740"/>
                  </a:cubicBezTo>
                  <a:cubicBezTo>
                    <a:pt x="3369" y="683"/>
                    <a:pt x="3258" y="637"/>
                    <a:pt x="3163" y="602"/>
                  </a:cubicBezTo>
                  <a:lnTo>
                    <a:pt x="3163" y="602"/>
                  </a:lnTo>
                  <a:cubicBezTo>
                    <a:pt x="3179" y="590"/>
                    <a:pt x="3215" y="569"/>
                    <a:pt x="3279" y="547"/>
                  </a:cubicBezTo>
                  <a:close/>
                  <a:moveTo>
                    <a:pt x="3568" y="1"/>
                  </a:moveTo>
                  <a:cubicBezTo>
                    <a:pt x="3407" y="1"/>
                    <a:pt x="3279" y="1"/>
                    <a:pt x="3150" y="33"/>
                  </a:cubicBezTo>
                  <a:cubicBezTo>
                    <a:pt x="3022" y="65"/>
                    <a:pt x="2893" y="97"/>
                    <a:pt x="2797" y="194"/>
                  </a:cubicBezTo>
                  <a:cubicBezTo>
                    <a:pt x="2700" y="258"/>
                    <a:pt x="2636" y="322"/>
                    <a:pt x="2572" y="387"/>
                  </a:cubicBezTo>
                  <a:cubicBezTo>
                    <a:pt x="2539" y="451"/>
                    <a:pt x="2475" y="547"/>
                    <a:pt x="2475" y="676"/>
                  </a:cubicBezTo>
                  <a:cubicBezTo>
                    <a:pt x="2475" y="740"/>
                    <a:pt x="2475" y="837"/>
                    <a:pt x="2539" y="869"/>
                  </a:cubicBezTo>
                  <a:cubicBezTo>
                    <a:pt x="2604" y="965"/>
                    <a:pt x="2668" y="997"/>
                    <a:pt x="2700" y="1030"/>
                  </a:cubicBezTo>
                  <a:cubicBezTo>
                    <a:pt x="2797" y="1062"/>
                    <a:pt x="2861" y="1094"/>
                    <a:pt x="2957" y="1126"/>
                  </a:cubicBezTo>
                  <a:cubicBezTo>
                    <a:pt x="3054" y="1158"/>
                    <a:pt x="3182" y="1190"/>
                    <a:pt x="3279" y="1222"/>
                  </a:cubicBezTo>
                  <a:cubicBezTo>
                    <a:pt x="3317" y="1238"/>
                    <a:pt x="3355" y="1251"/>
                    <a:pt x="3393" y="1264"/>
                  </a:cubicBezTo>
                  <a:lnTo>
                    <a:pt x="3393" y="1264"/>
                  </a:lnTo>
                  <a:cubicBezTo>
                    <a:pt x="3282" y="1302"/>
                    <a:pt x="3168" y="1342"/>
                    <a:pt x="3054" y="1383"/>
                  </a:cubicBezTo>
                  <a:cubicBezTo>
                    <a:pt x="2604" y="1544"/>
                    <a:pt x="1961" y="1801"/>
                    <a:pt x="1382" y="2026"/>
                  </a:cubicBezTo>
                  <a:cubicBezTo>
                    <a:pt x="1093" y="2122"/>
                    <a:pt x="836" y="2251"/>
                    <a:pt x="611" y="2347"/>
                  </a:cubicBezTo>
                  <a:cubicBezTo>
                    <a:pt x="514" y="2412"/>
                    <a:pt x="418" y="2476"/>
                    <a:pt x="322" y="2540"/>
                  </a:cubicBezTo>
                  <a:cubicBezTo>
                    <a:pt x="225" y="2605"/>
                    <a:pt x="161" y="2637"/>
                    <a:pt x="96" y="2733"/>
                  </a:cubicBezTo>
                  <a:cubicBezTo>
                    <a:pt x="32" y="2830"/>
                    <a:pt x="0" y="2990"/>
                    <a:pt x="0" y="3087"/>
                  </a:cubicBezTo>
                  <a:cubicBezTo>
                    <a:pt x="0" y="3440"/>
                    <a:pt x="161" y="3762"/>
                    <a:pt x="418" y="4083"/>
                  </a:cubicBezTo>
                  <a:cubicBezTo>
                    <a:pt x="675" y="4405"/>
                    <a:pt x="1093" y="4662"/>
                    <a:pt x="1575" y="4662"/>
                  </a:cubicBezTo>
                  <a:cubicBezTo>
                    <a:pt x="2186" y="4662"/>
                    <a:pt x="2668" y="4598"/>
                    <a:pt x="3086" y="4598"/>
                  </a:cubicBezTo>
                  <a:cubicBezTo>
                    <a:pt x="3279" y="4598"/>
                    <a:pt x="3440" y="4630"/>
                    <a:pt x="3600" y="4630"/>
                  </a:cubicBezTo>
                  <a:cubicBezTo>
                    <a:pt x="3665" y="4662"/>
                    <a:pt x="3761" y="4694"/>
                    <a:pt x="3857" y="4758"/>
                  </a:cubicBezTo>
                  <a:cubicBezTo>
                    <a:pt x="4050" y="4823"/>
                    <a:pt x="4275" y="4951"/>
                    <a:pt x="4597" y="5048"/>
                  </a:cubicBezTo>
                  <a:cubicBezTo>
                    <a:pt x="4950" y="5144"/>
                    <a:pt x="5400" y="5240"/>
                    <a:pt x="6043" y="5240"/>
                  </a:cubicBezTo>
                  <a:cubicBezTo>
                    <a:pt x="6943" y="5240"/>
                    <a:pt x="7940" y="4887"/>
                    <a:pt x="8743" y="4533"/>
                  </a:cubicBezTo>
                  <a:cubicBezTo>
                    <a:pt x="9314" y="4305"/>
                    <a:pt x="9787" y="4061"/>
                    <a:pt x="10014" y="3938"/>
                  </a:cubicBezTo>
                  <a:lnTo>
                    <a:pt x="10014" y="3938"/>
                  </a:lnTo>
                  <a:cubicBezTo>
                    <a:pt x="10234" y="4031"/>
                    <a:pt x="10763" y="4253"/>
                    <a:pt x="11508" y="4565"/>
                  </a:cubicBezTo>
                  <a:cubicBezTo>
                    <a:pt x="11540" y="4582"/>
                    <a:pt x="11580" y="4590"/>
                    <a:pt x="11620" y="4590"/>
                  </a:cubicBezTo>
                  <a:cubicBezTo>
                    <a:pt x="11660" y="4590"/>
                    <a:pt x="11701" y="4582"/>
                    <a:pt x="11733" y="4565"/>
                  </a:cubicBezTo>
                  <a:cubicBezTo>
                    <a:pt x="11797" y="4501"/>
                    <a:pt x="11861" y="4437"/>
                    <a:pt x="11861" y="4340"/>
                  </a:cubicBezTo>
                  <a:lnTo>
                    <a:pt x="12086" y="1769"/>
                  </a:lnTo>
                  <a:cubicBezTo>
                    <a:pt x="12086" y="1608"/>
                    <a:pt x="11990" y="1512"/>
                    <a:pt x="11861" y="1480"/>
                  </a:cubicBezTo>
                  <a:cubicBezTo>
                    <a:pt x="9676" y="1126"/>
                    <a:pt x="7779" y="772"/>
                    <a:pt x="7104" y="644"/>
                  </a:cubicBezTo>
                  <a:cubicBezTo>
                    <a:pt x="6622" y="547"/>
                    <a:pt x="5979" y="387"/>
                    <a:pt x="5336" y="258"/>
                  </a:cubicBezTo>
                  <a:cubicBezTo>
                    <a:pt x="4693" y="130"/>
                    <a:pt x="4050" y="1"/>
                    <a:pt x="3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4436;p64">
              <a:extLst>
                <a:ext uri="{FF2B5EF4-FFF2-40B4-BE49-F238E27FC236}">
                  <a16:creationId xmlns:a16="http://schemas.microsoft.com/office/drawing/2014/main" id="{B63A8DF4-C10C-22A7-A37B-C23F567F9237}"/>
                </a:ext>
              </a:extLst>
            </p:cNvPr>
            <p:cNvSpPr/>
            <p:nvPr/>
          </p:nvSpPr>
          <p:spPr>
            <a:xfrm>
              <a:off x="4674150" y="1969900"/>
              <a:ext cx="309925" cy="357350"/>
            </a:xfrm>
            <a:custGeom>
              <a:avLst/>
              <a:gdLst/>
              <a:ahLst/>
              <a:cxnLst/>
              <a:rect l="l" t="t" r="r" b="b"/>
              <a:pathLst>
                <a:path w="12397" h="14294" extrusionOk="0">
                  <a:moveTo>
                    <a:pt x="10757" y="0"/>
                  </a:moveTo>
                  <a:cubicBezTo>
                    <a:pt x="10757" y="0"/>
                    <a:pt x="6868" y="1897"/>
                    <a:pt x="5357" y="3215"/>
                  </a:cubicBezTo>
                  <a:cubicBezTo>
                    <a:pt x="3878" y="4565"/>
                    <a:pt x="149" y="12922"/>
                    <a:pt x="53" y="13501"/>
                  </a:cubicBezTo>
                  <a:cubicBezTo>
                    <a:pt x="1" y="13972"/>
                    <a:pt x="1904" y="14293"/>
                    <a:pt x="2790" y="14293"/>
                  </a:cubicBezTo>
                  <a:cubicBezTo>
                    <a:pt x="2993" y="14293"/>
                    <a:pt x="3143" y="14276"/>
                    <a:pt x="3203" y="14240"/>
                  </a:cubicBezTo>
                  <a:cubicBezTo>
                    <a:pt x="3525" y="14080"/>
                    <a:pt x="9439" y="7297"/>
                    <a:pt x="10918" y="6140"/>
                  </a:cubicBezTo>
                  <a:cubicBezTo>
                    <a:pt x="12396" y="4983"/>
                    <a:pt x="11754" y="3568"/>
                    <a:pt x="11754" y="3568"/>
                  </a:cubicBezTo>
                  <a:lnTo>
                    <a:pt x="107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4437;p64">
              <a:extLst>
                <a:ext uri="{FF2B5EF4-FFF2-40B4-BE49-F238E27FC236}">
                  <a16:creationId xmlns:a16="http://schemas.microsoft.com/office/drawing/2014/main" id="{BFD64804-6559-4D16-3BE7-EC13145D6306}"/>
                </a:ext>
              </a:extLst>
            </p:cNvPr>
            <p:cNvSpPr/>
            <p:nvPr/>
          </p:nvSpPr>
          <p:spPr>
            <a:xfrm>
              <a:off x="4669025" y="1962850"/>
              <a:ext cx="309425" cy="371100"/>
            </a:xfrm>
            <a:custGeom>
              <a:avLst/>
              <a:gdLst/>
              <a:ahLst/>
              <a:cxnLst/>
              <a:rect l="l" t="t" r="r" b="b"/>
              <a:pathLst>
                <a:path w="12377" h="14844" extrusionOk="0">
                  <a:moveTo>
                    <a:pt x="10941" y="0"/>
                  </a:moveTo>
                  <a:cubicBezTo>
                    <a:pt x="10905" y="0"/>
                    <a:pt x="10868" y="8"/>
                    <a:pt x="10834" y="25"/>
                  </a:cubicBezTo>
                  <a:cubicBezTo>
                    <a:pt x="10834" y="25"/>
                    <a:pt x="9869" y="507"/>
                    <a:pt x="8680" y="1150"/>
                  </a:cubicBezTo>
                  <a:cubicBezTo>
                    <a:pt x="7523" y="1825"/>
                    <a:pt x="6173" y="2629"/>
                    <a:pt x="5401" y="3304"/>
                  </a:cubicBezTo>
                  <a:cubicBezTo>
                    <a:pt x="5176" y="3497"/>
                    <a:pt x="4951" y="3786"/>
                    <a:pt x="4694" y="4172"/>
                  </a:cubicBezTo>
                  <a:cubicBezTo>
                    <a:pt x="3826" y="5426"/>
                    <a:pt x="2669" y="7676"/>
                    <a:pt x="1737" y="9669"/>
                  </a:cubicBezTo>
                  <a:cubicBezTo>
                    <a:pt x="1254" y="10697"/>
                    <a:pt x="837" y="11629"/>
                    <a:pt x="547" y="12337"/>
                  </a:cubicBezTo>
                  <a:cubicBezTo>
                    <a:pt x="387" y="12690"/>
                    <a:pt x="258" y="13012"/>
                    <a:pt x="162" y="13237"/>
                  </a:cubicBezTo>
                  <a:cubicBezTo>
                    <a:pt x="129" y="13365"/>
                    <a:pt x="65" y="13462"/>
                    <a:pt x="65" y="13558"/>
                  </a:cubicBezTo>
                  <a:cubicBezTo>
                    <a:pt x="33" y="13622"/>
                    <a:pt x="1" y="13687"/>
                    <a:pt x="1" y="13751"/>
                  </a:cubicBezTo>
                  <a:lnTo>
                    <a:pt x="1" y="13815"/>
                  </a:lnTo>
                  <a:cubicBezTo>
                    <a:pt x="1" y="13976"/>
                    <a:pt x="65" y="14105"/>
                    <a:pt x="162" y="14169"/>
                  </a:cubicBezTo>
                  <a:cubicBezTo>
                    <a:pt x="322" y="14330"/>
                    <a:pt x="515" y="14394"/>
                    <a:pt x="740" y="14490"/>
                  </a:cubicBezTo>
                  <a:cubicBezTo>
                    <a:pt x="1415" y="14715"/>
                    <a:pt x="2444" y="14844"/>
                    <a:pt x="3022" y="14844"/>
                  </a:cubicBezTo>
                  <a:lnTo>
                    <a:pt x="3312" y="14844"/>
                  </a:lnTo>
                  <a:cubicBezTo>
                    <a:pt x="3376" y="14812"/>
                    <a:pt x="3440" y="14812"/>
                    <a:pt x="3537" y="14780"/>
                  </a:cubicBezTo>
                  <a:cubicBezTo>
                    <a:pt x="3569" y="14747"/>
                    <a:pt x="3601" y="14715"/>
                    <a:pt x="3633" y="14715"/>
                  </a:cubicBezTo>
                  <a:cubicBezTo>
                    <a:pt x="3730" y="14619"/>
                    <a:pt x="3890" y="14458"/>
                    <a:pt x="4115" y="14233"/>
                  </a:cubicBezTo>
                  <a:cubicBezTo>
                    <a:pt x="4887" y="13430"/>
                    <a:pt x="6365" y="11758"/>
                    <a:pt x="7812" y="10183"/>
                  </a:cubicBezTo>
                  <a:cubicBezTo>
                    <a:pt x="8551" y="9379"/>
                    <a:pt x="9258" y="8608"/>
                    <a:pt x="9869" y="7965"/>
                  </a:cubicBezTo>
                  <a:cubicBezTo>
                    <a:pt x="10480" y="7354"/>
                    <a:pt x="10994" y="6840"/>
                    <a:pt x="11284" y="6615"/>
                  </a:cubicBezTo>
                  <a:cubicBezTo>
                    <a:pt x="12151" y="5972"/>
                    <a:pt x="12376" y="5168"/>
                    <a:pt x="12376" y="4590"/>
                  </a:cubicBezTo>
                  <a:cubicBezTo>
                    <a:pt x="12376" y="4108"/>
                    <a:pt x="12216" y="3754"/>
                    <a:pt x="12184" y="3722"/>
                  </a:cubicBezTo>
                  <a:cubicBezTo>
                    <a:pt x="12137" y="3628"/>
                    <a:pt x="12038" y="3568"/>
                    <a:pt x="11938" y="3568"/>
                  </a:cubicBezTo>
                  <a:cubicBezTo>
                    <a:pt x="11901" y="3568"/>
                    <a:pt x="11864" y="3576"/>
                    <a:pt x="11830" y="3593"/>
                  </a:cubicBezTo>
                  <a:cubicBezTo>
                    <a:pt x="11701" y="3658"/>
                    <a:pt x="11637" y="3818"/>
                    <a:pt x="11701" y="3947"/>
                  </a:cubicBezTo>
                  <a:cubicBezTo>
                    <a:pt x="11701" y="3979"/>
                    <a:pt x="11830" y="4236"/>
                    <a:pt x="11830" y="4590"/>
                  </a:cubicBezTo>
                  <a:cubicBezTo>
                    <a:pt x="11830" y="5040"/>
                    <a:pt x="11669" y="5618"/>
                    <a:pt x="10962" y="6197"/>
                  </a:cubicBezTo>
                  <a:cubicBezTo>
                    <a:pt x="10544" y="6518"/>
                    <a:pt x="9901" y="7161"/>
                    <a:pt x="9130" y="7965"/>
                  </a:cubicBezTo>
                  <a:cubicBezTo>
                    <a:pt x="7973" y="9186"/>
                    <a:pt x="6558" y="10729"/>
                    <a:pt x="5401" y="12015"/>
                  </a:cubicBezTo>
                  <a:cubicBezTo>
                    <a:pt x="4823" y="12658"/>
                    <a:pt x="4308" y="13237"/>
                    <a:pt x="3922" y="13655"/>
                  </a:cubicBezTo>
                  <a:cubicBezTo>
                    <a:pt x="3730" y="13847"/>
                    <a:pt x="3569" y="14008"/>
                    <a:pt x="3440" y="14137"/>
                  </a:cubicBezTo>
                  <a:cubicBezTo>
                    <a:pt x="3408" y="14201"/>
                    <a:pt x="3344" y="14233"/>
                    <a:pt x="3312" y="14265"/>
                  </a:cubicBezTo>
                  <a:lnTo>
                    <a:pt x="3280" y="14297"/>
                  </a:lnTo>
                  <a:lnTo>
                    <a:pt x="3022" y="14297"/>
                  </a:lnTo>
                  <a:cubicBezTo>
                    <a:pt x="2637" y="14297"/>
                    <a:pt x="1930" y="14233"/>
                    <a:pt x="1383" y="14105"/>
                  </a:cubicBezTo>
                  <a:cubicBezTo>
                    <a:pt x="1094" y="14040"/>
                    <a:pt x="837" y="13976"/>
                    <a:pt x="676" y="13880"/>
                  </a:cubicBezTo>
                  <a:cubicBezTo>
                    <a:pt x="618" y="13850"/>
                    <a:pt x="560" y="13821"/>
                    <a:pt x="525" y="13792"/>
                  </a:cubicBezTo>
                  <a:lnTo>
                    <a:pt x="525" y="13792"/>
                  </a:lnTo>
                  <a:cubicBezTo>
                    <a:pt x="560" y="13707"/>
                    <a:pt x="624" y="13498"/>
                    <a:pt x="740" y="13237"/>
                  </a:cubicBezTo>
                  <a:cubicBezTo>
                    <a:pt x="1158" y="12176"/>
                    <a:pt x="2090" y="10086"/>
                    <a:pt x="3119" y="8094"/>
                  </a:cubicBezTo>
                  <a:cubicBezTo>
                    <a:pt x="3601" y="7097"/>
                    <a:pt x="4115" y="6133"/>
                    <a:pt x="4565" y="5329"/>
                  </a:cubicBezTo>
                  <a:cubicBezTo>
                    <a:pt x="5048" y="4558"/>
                    <a:pt x="5465" y="3947"/>
                    <a:pt x="5755" y="3722"/>
                  </a:cubicBezTo>
                  <a:cubicBezTo>
                    <a:pt x="6462" y="3079"/>
                    <a:pt x="7812" y="2275"/>
                    <a:pt x="8937" y="1632"/>
                  </a:cubicBezTo>
                  <a:cubicBezTo>
                    <a:pt x="9516" y="1311"/>
                    <a:pt x="10062" y="1022"/>
                    <a:pt x="10448" y="829"/>
                  </a:cubicBezTo>
                  <a:cubicBezTo>
                    <a:pt x="10834" y="636"/>
                    <a:pt x="11059" y="507"/>
                    <a:pt x="11059" y="507"/>
                  </a:cubicBezTo>
                  <a:cubicBezTo>
                    <a:pt x="11219" y="443"/>
                    <a:pt x="11251" y="282"/>
                    <a:pt x="11187" y="154"/>
                  </a:cubicBezTo>
                  <a:cubicBezTo>
                    <a:pt x="11140" y="60"/>
                    <a:pt x="11041" y="0"/>
                    <a:pt x="10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4438;p64">
              <a:extLst>
                <a:ext uri="{FF2B5EF4-FFF2-40B4-BE49-F238E27FC236}">
                  <a16:creationId xmlns:a16="http://schemas.microsoft.com/office/drawing/2014/main" id="{BEF972C1-56BC-658C-337E-DF454DDFEB15}"/>
                </a:ext>
              </a:extLst>
            </p:cNvPr>
            <p:cNvSpPr/>
            <p:nvPr/>
          </p:nvSpPr>
          <p:spPr>
            <a:xfrm>
              <a:off x="4536450" y="2239600"/>
              <a:ext cx="249125" cy="205200"/>
            </a:xfrm>
            <a:custGeom>
              <a:avLst/>
              <a:gdLst/>
              <a:ahLst/>
              <a:cxnLst/>
              <a:rect l="l" t="t" r="r" b="b"/>
              <a:pathLst>
                <a:path w="9965" h="8208" extrusionOk="0">
                  <a:moveTo>
                    <a:pt x="8969" y="1"/>
                  </a:moveTo>
                  <a:cubicBezTo>
                    <a:pt x="8187" y="1"/>
                    <a:pt x="6975" y="977"/>
                    <a:pt x="6975" y="977"/>
                  </a:cubicBezTo>
                  <a:cubicBezTo>
                    <a:pt x="6975" y="977"/>
                    <a:pt x="4307" y="1556"/>
                    <a:pt x="3311" y="1974"/>
                  </a:cubicBezTo>
                  <a:cubicBezTo>
                    <a:pt x="2347" y="2392"/>
                    <a:pt x="0" y="5381"/>
                    <a:pt x="579" y="5542"/>
                  </a:cubicBezTo>
                  <a:cubicBezTo>
                    <a:pt x="602" y="5548"/>
                    <a:pt x="627" y="5551"/>
                    <a:pt x="654" y="5551"/>
                  </a:cubicBezTo>
                  <a:cubicBezTo>
                    <a:pt x="1283" y="5551"/>
                    <a:pt x="2732" y="3807"/>
                    <a:pt x="2732" y="3806"/>
                  </a:cubicBezTo>
                  <a:lnTo>
                    <a:pt x="2732" y="3806"/>
                  </a:lnTo>
                  <a:cubicBezTo>
                    <a:pt x="2732" y="3807"/>
                    <a:pt x="1511" y="5606"/>
                    <a:pt x="1350" y="6281"/>
                  </a:cubicBezTo>
                  <a:cubicBezTo>
                    <a:pt x="1172" y="6903"/>
                    <a:pt x="1022" y="8207"/>
                    <a:pt x="1527" y="8207"/>
                  </a:cubicBezTo>
                  <a:cubicBezTo>
                    <a:pt x="1571" y="8207"/>
                    <a:pt x="1618" y="8198"/>
                    <a:pt x="1672" y="8178"/>
                  </a:cubicBezTo>
                  <a:cubicBezTo>
                    <a:pt x="2347" y="7953"/>
                    <a:pt x="3664" y="6120"/>
                    <a:pt x="3664" y="6120"/>
                  </a:cubicBezTo>
                  <a:cubicBezTo>
                    <a:pt x="3664" y="6120"/>
                    <a:pt x="5304" y="5124"/>
                    <a:pt x="6654" y="5124"/>
                  </a:cubicBezTo>
                  <a:cubicBezTo>
                    <a:pt x="7972" y="5124"/>
                    <a:pt x="8872" y="2649"/>
                    <a:pt x="8872" y="2649"/>
                  </a:cubicBezTo>
                  <a:cubicBezTo>
                    <a:pt x="8872" y="2649"/>
                    <a:pt x="9965" y="1556"/>
                    <a:pt x="9547" y="399"/>
                  </a:cubicBezTo>
                  <a:cubicBezTo>
                    <a:pt x="9442" y="109"/>
                    <a:pt x="9229" y="1"/>
                    <a:pt x="8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4439;p64">
              <a:extLst>
                <a:ext uri="{FF2B5EF4-FFF2-40B4-BE49-F238E27FC236}">
                  <a16:creationId xmlns:a16="http://schemas.microsoft.com/office/drawing/2014/main" id="{F7D54606-AC2C-7C5D-72EE-1297E6743EA3}"/>
                </a:ext>
              </a:extLst>
            </p:cNvPr>
            <p:cNvSpPr/>
            <p:nvPr/>
          </p:nvSpPr>
          <p:spPr>
            <a:xfrm>
              <a:off x="4542075" y="2232675"/>
              <a:ext cx="241900" cy="219425"/>
            </a:xfrm>
            <a:custGeom>
              <a:avLst/>
              <a:gdLst/>
              <a:ahLst/>
              <a:cxnLst/>
              <a:rect l="l" t="t" r="r" b="b"/>
              <a:pathLst>
                <a:path w="9676" h="8777" extrusionOk="0">
                  <a:moveTo>
                    <a:pt x="8743" y="547"/>
                  </a:moveTo>
                  <a:cubicBezTo>
                    <a:pt x="8840" y="547"/>
                    <a:pt x="8904" y="579"/>
                    <a:pt x="8936" y="579"/>
                  </a:cubicBezTo>
                  <a:cubicBezTo>
                    <a:pt x="9000" y="611"/>
                    <a:pt x="9033" y="676"/>
                    <a:pt x="9065" y="772"/>
                  </a:cubicBezTo>
                  <a:cubicBezTo>
                    <a:pt x="9129" y="933"/>
                    <a:pt x="9129" y="1061"/>
                    <a:pt x="9129" y="1222"/>
                  </a:cubicBezTo>
                  <a:cubicBezTo>
                    <a:pt x="9161" y="1608"/>
                    <a:pt x="8968" y="1994"/>
                    <a:pt x="8808" y="2283"/>
                  </a:cubicBezTo>
                  <a:cubicBezTo>
                    <a:pt x="8711" y="2411"/>
                    <a:pt x="8647" y="2540"/>
                    <a:pt x="8583" y="2604"/>
                  </a:cubicBezTo>
                  <a:lnTo>
                    <a:pt x="8486" y="2701"/>
                  </a:lnTo>
                  <a:lnTo>
                    <a:pt x="8486" y="2733"/>
                  </a:lnTo>
                  <a:lnTo>
                    <a:pt x="8454" y="2733"/>
                  </a:lnTo>
                  <a:lnTo>
                    <a:pt x="8390" y="2829"/>
                  </a:lnTo>
                  <a:lnTo>
                    <a:pt x="8390" y="2862"/>
                  </a:lnTo>
                  <a:cubicBezTo>
                    <a:pt x="8358" y="2958"/>
                    <a:pt x="8100" y="3569"/>
                    <a:pt x="7747" y="4115"/>
                  </a:cubicBezTo>
                  <a:cubicBezTo>
                    <a:pt x="7554" y="4404"/>
                    <a:pt x="7329" y="4662"/>
                    <a:pt x="7104" y="4854"/>
                  </a:cubicBezTo>
                  <a:cubicBezTo>
                    <a:pt x="6879" y="5047"/>
                    <a:pt x="6654" y="5144"/>
                    <a:pt x="6429" y="5144"/>
                  </a:cubicBezTo>
                  <a:cubicBezTo>
                    <a:pt x="5690" y="5144"/>
                    <a:pt x="4918" y="5401"/>
                    <a:pt x="4307" y="5658"/>
                  </a:cubicBezTo>
                  <a:cubicBezTo>
                    <a:pt x="3729" y="5915"/>
                    <a:pt x="3311" y="6172"/>
                    <a:pt x="3311" y="6172"/>
                  </a:cubicBezTo>
                  <a:lnTo>
                    <a:pt x="3214" y="6237"/>
                  </a:lnTo>
                  <a:cubicBezTo>
                    <a:pt x="3214" y="6237"/>
                    <a:pt x="3150" y="6333"/>
                    <a:pt x="2989" y="6526"/>
                  </a:cubicBezTo>
                  <a:cubicBezTo>
                    <a:pt x="2797" y="6783"/>
                    <a:pt x="2475" y="7169"/>
                    <a:pt x="2154" y="7522"/>
                  </a:cubicBezTo>
                  <a:cubicBezTo>
                    <a:pt x="1993" y="7683"/>
                    <a:pt x="1832" y="7844"/>
                    <a:pt x="1704" y="7972"/>
                  </a:cubicBezTo>
                  <a:cubicBezTo>
                    <a:pt x="1543" y="8101"/>
                    <a:pt x="1414" y="8198"/>
                    <a:pt x="1350" y="8230"/>
                  </a:cubicBezTo>
                  <a:lnTo>
                    <a:pt x="1318" y="8230"/>
                  </a:lnTo>
                  <a:lnTo>
                    <a:pt x="1286" y="8198"/>
                  </a:lnTo>
                  <a:cubicBezTo>
                    <a:pt x="1254" y="8133"/>
                    <a:pt x="1222" y="7940"/>
                    <a:pt x="1222" y="7715"/>
                  </a:cubicBezTo>
                  <a:cubicBezTo>
                    <a:pt x="1222" y="7362"/>
                    <a:pt x="1286" y="6912"/>
                    <a:pt x="1382" y="6622"/>
                  </a:cubicBezTo>
                  <a:cubicBezTo>
                    <a:pt x="1414" y="6494"/>
                    <a:pt x="1511" y="6269"/>
                    <a:pt x="1639" y="6012"/>
                  </a:cubicBezTo>
                  <a:cubicBezTo>
                    <a:pt x="1832" y="5626"/>
                    <a:pt x="2122" y="5176"/>
                    <a:pt x="2347" y="4822"/>
                  </a:cubicBezTo>
                  <a:cubicBezTo>
                    <a:pt x="2443" y="4662"/>
                    <a:pt x="2572" y="4501"/>
                    <a:pt x="2636" y="4404"/>
                  </a:cubicBezTo>
                  <a:cubicBezTo>
                    <a:pt x="2659" y="4359"/>
                    <a:pt x="2677" y="4321"/>
                    <a:pt x="2692" y="4292"/>
                  </a:cubicBezTo>
                  <a:lnTo>
                    <a:pt x="2692" y="4292"/>
                  </a:lnTo>
                  <a:cubicBezTo>
                    <a:pt x="2718" y="4261"/>
                    <a:pt x="2732" y="4244"/>
                    <a:pt x="2732" y="4244"/>
                  </a:cubicBezTo>
                  <a:lnTo>
                    <a:pt x="2720" y="4235"/>
                  </a:lnTo>
                  <a:lnTo>
                    <a:pt x="2720" y="4235"/>
                  </a:lnTo>
                  <a:cubicBezTo>
                    <a:pt x="2728" y="4219"/>
                    <a:pt x="2732" y="4212"/>
                    <a:pt x="2732" y="4212"/>
                  </a:cubicBezTo>
                  <a:cubicBezTo>
                    <a:pt x="2829" y="4115"/>
                    <a:pt x="2797" y="3954"/>
                    <a:pt x="2668" y="3858"/>
                  </a:cubicBezTo>
                  <a:cubicBezTo>
                    <a:pt x="2628" y="3818"/>
                    <a:pt x="2576" y="3800"/>
                    <a:pt x="2522" y="3800"/>
                  </a:cubicBezTo>
                  <a:cubicBezTo>
                    <a:pt x="2448" y="3800"/>
                    <a:pt x="2370" y="3834"/>
                    <a:pt x="2314" y="3890"/>
                  </a:cubicBezTo>
                  <a:lnTo>
                    <a:pt x="2250" y="3987"/>
                  </a:lnTo>
                  <a:cubicBezTo>
                    <a:pt x="2122" y="4147"/>
                    <a:pt x="1768" y="4565"/>
                    <a:pt x="1350" y="4919"/>
                  </a:cubicBezTo>
                  <a:cubicBezTo>
                    <a:pt x="1157" y="5112"/>
                    <a:pt x="964" y="5272"/>
                    <a:pt x="804" y="5401"/>
                  </a:cubicBezTo>
                  <a:cubicBezTo>
                    <a:pt x="725" y="5448"/>
                    <a:pt x="646" y="5488"/>
                    <a:pt x="582" y="5516"/>
                  </a:cubicBezTo>
                  <a:lnTo>
                    <a:pt x="582" y="5516"/>
                  </a:lnTo>
                  <a:cubicBezTo>
                    <a:pt x="590" y="5499"/>
                    <a:pt x="599" y="5482"/>
                    <a:pt x="611" y="5465"/>
                  </a:cubicBezTo>
                  <a:cubicBezTo>
                    <a:pt x="772" y="5079"/>
                    <a:pt x="1254" y="4372"/>
                    <a:pt x="1800" y="3762"/>
                  </a:cubicBezTo>
                  <a:cubicBezTo>
                    <a:pt x="2057" y="3472"/>
                    <a:pt x="2314" y="3183"/>
                    <a:pt x="2572" y="2958"/>
                  </a:cubicBezTo>
                  <a:cubicBezTo>
                    <a:pt x="2829" y="2733"/>
                    <a:pt x="3054" y="2540"/>
                    <a:pt x="3214" y="2508"/>
                  </a:cubicBezTo>
                  <a:cubicBezTo>
                    <a:pt x="3664" y="2315"/>
                    <a:pt x="4597" y="2058"/>
                    <a:pt x="5368" y="1865"/>
                  </a:cubicBezTo>
                  <a:cubicBezTo>
                    <a:pt x="5754" y="1769"/>
                    <a:pt x="6107" y="1672"/>
                    <a:pt x="6365" y="1608"/>
                  </a:cubicBezTo>
                  <a:cubicBezTo>
                    <a:pt x="6654" y="1544"/>
                    <a:pt x="6815" y="1511"/>
                    <a:pt x="6815" y="1511"/>
                  </a:cubicBezTo>
                  <a:lnTo>
                    <a:pt x="6911" y="1479"/>
                  </a:lnTo>
                  <a:lnTo>
                    <a:pt x="6975" y="1415"/>
                  </a:lnTo>
                  <a:cubicBezTo>
                    <a:pt x="7072" y="1351"/>
                    <a:pt x="7393" y="1094"/>
                    <a:pt x="7747" y="901"/>
                  </a:cubicBezTo>
                  <a:cubicBezTo>
                    <a:pt x="8100" y="708"/>
                    <a:pt x="8486" y="547"/>
                    <a:pt x="8743" y="547"/>
                  </a:cubicBezTo>
                  <a:close/>
                  <a:moveTo>
                    <a:pt x="8743" y="1"/>
                  </a:moveTo>
                  <a:cubicBezTo>
                    <a:pt x="8486" y="1"/>
                    <a:pt x="8229" y="97"/>
                    <a:pt x="8004" y="194"/>
                  </a:cubicBezTo>
                  <a:cubicBezTo>
                    <a:pt x="7389" y="434"/>
                    <a:pt x="6818" y="853"/>
                    <a:pt x="6644" y="1005"/>
                  </a:cubicBezTo>
                  <a:lnTo>
                    <a:pt x="6644" y="1005"/>
                  </a:lnTo>
                  <a:cubicBezTo>
                    <a:pt x="6485" y="1037"/>
                    <a:pt x="5897" y="1159"/>
                    <a:pt x="5240" y="1351"/>
                  </a:cubicBezTo>
                  <a:cubicBezTo>
                    <a:pt x="4436" y="1544"/>
                    <a:pt x="3536" y="1769"/>
                    <a:pt x="2989" y="1994"/>
                  </a:cubicBezTo>
                  <a:cubicBezTo>
                    <a:pt x="2732" y="2122"/>
                    <a:pt x="2411" y="2347"/>
                    <a:pt x="2089" y="2669"/>
                  </a:cubicBezTo>
                  <a:cubicBezTo>
                    <a:pt x="1639" y="3119"/>
                    <a:pt x="1125" y="3697"/>
                    <a:pt x="707" y="4244"/>
                  </a:cubicBezTo>
                  <a:cubicBezTo>
                    <a:pt x="514" y="4533"/>
                    <a:pt x="354" y="4790"/>
                    <a:pt x="225" y="5015"/>
                  </a:cubicBezTo>
                  <a:cubicBezTo>
                    <a:pt x="161" y="5144"/>
                    <a:pt x="96" y="5240"/>
                    <a:pt x="64" y="5369"/>
                  </a:cubicBezTo>
                  <a:cubicBezTo>
                    <a:pt x="32" y="5465"/>
                    <a:pt x="0" y="5562"/>
                    <a:pt x="0" y="5658"/>
                  </a:cubicBezTo>
                  <a:cubicBezTo>
                    <a:pt x="0" y="5755"/>
                    <a:pt x="32" y="5819"/>
                    <a:pt x="64" y="5915"/>
                  </a:cubicBezTo>
                  <a:cubicBezTo>
                    <a:pt x="129" y="5980"/>
                    <a:pt x="193" y="6044"/>
                    <a:pt x="289" y="6076"/>
                  </a:cubicBezTo>
                  <a:cubicBezTo>
                    <a:pt x="354" y="6076"/>
                    <a:pt x="386" y="6108"/>
                    <a:pt x="450" y="6108"/>
                  </a:cubicBezTo>
                  <a:cubicBezTo>
                    <a:pt x="579" y="6108"/>
                    <a:pt x="707" y="6044"/>
                    <a:pt x="836" y="5980"/>
                  </a:cubicBezTo>
                  <a:cubicBezTo>
                    <a:pt x="933" y="5935"/>
                    <a:pt x="1033" y="5877"/>
                    <a:pt x="1132" y="5811"/>
                  </a:cubicBezTo>
                  <a:lnTo>
                    <a:pt x="1132" y="5811"/>
                  </a:lnTo>
                  <a:cubicBezTo>
                    <a:pt x="1012" y="6077"/>
                    <a:pt x="896" y="6314"/>
                    <a:pt x="836" y="6494"/>
                  </a:cubicBezTo>
                  <a:cubicBezTo>
                    <a:pt x="772" y="6815"/>
                    <a:pt x="707" y="7297"/>
                    <a:pt x="707" y="7715"/>
                  </a:cubicBezTo>
                  <a:cubicBezTo>
                    <a:pt x="707" y="7940"/>
                    <a:pt x="707" y="8165"/>
                    <a:pt x="772" y="8358"/>
                  </a:cubicBezTo>
                  <a:cubicBezTo>
                    <a:pt x="836" y="8455"/>
                    <a:pt x="868" y="8551"/>
                    <a:pt x="964" y="8648"/>
                  </a:cubicBezTo>
                  <a:cubicBezTo>
                    <a:pt x="1061" y="8712"/>
                    <a:pt x="1189" y="8776"/>
                    <a:pt x="1318" y="8776"/>
                  </a:cubicBezTo>
                  <a:cubicBezTo>
                    <a:pt x="1382" y="8776"/>
                    <a:pt x="1447" y="8744"/>
                    <a:pt x="1543" y="8712"/>
                  </a:cubicBezTo>
                  <a:cubicBezTo>
                    <a:pt x="1768" y="8615"/>
                    <a:pt x="1993" y="8455"/>
                    <a:pt x="2218" y="8230"/>
                  </a:cubicBezTo>
                  <a:cubicBezTo>
                    <a:pt x="2822" y="7654"/>
                    <a:pt x="3478" y="6770"/>
                    <a:pt x="3632" y="6591"/>
                  </a:cubicBezTo>
                  <a:lnTo>
                    <a:pt x="3632" y="6591"/>
                  </a:lnTo>
                  <a:lnTo>
                    <a:pt x="3632" y="6590"/>
                  </a:lnTo>
                  <a:cubicBezTo>
                    <a:pt x="3793" y="6494"/>
                    <a:pt x="4243" y="6269"/>
                    <a:pt x="4757" y="6044"/>
                  </a:cubicBezTo>
                  <a:cubicBezTo>
                    <a:pt x="5272" y="5851"/>
                    <a:pt x="5882" y="5658"/>
                    <a:pt x="6429" y="5658"/>
                  </a:cubicBezTo>
                  <a:cubicBezTo>
                    <a:pt x="6847" y="5658"/>
                    <a:pt x="7200" y="5465"/>
                    <a:pt x="7490" y="5208"/>
                  </a:cubicBezTo>
                  <a:cubicBezTo>
                    <a:pt x="7940" y="4822"/>
                    <a:pt x="8293" y="4276"/>
                    <a:pt x="8518" y="3826"/>
                  </a:cubicBezTo>
                  <a:cubicBezTo>
                    <a:pt x="8718" y="3476"/>
                    <a:pt x="8840" y="3185"/>
                    <a:pt x="8885" y="3057"/>
                  </a:cubicBezTo>
                  <a:lnTo>
                    <a:pt x="8885" y="3057"/>
                  </a:lnTo>
                  <a:cubicBezTo>
                    <a:pt x="8960" y="2972"/>
                    <a:pt x="9117" y="2806"/>
                    <a:pt x="9258" y="2572"/>
                  </a:cubicBezTo>
                  <a:cubicBezTo>
                    <a:pt x="9450" y="2219"/>
                    <a:pt x="9675" y="1769"/>
                    <a:pt x="9675" y="1222"/>
                  </a:cubicBezTo>
                  <a:cubicBezTo>
                    <a:pt x="9675" y="1029"/>
                    <a:pt x="9643" y="804"/>
                    <a:pt x="9579" y="579"/>
                  </a:cubicBezTo>
                  <a:cubicBezTo>
                    <a:pt x="9515" y="386"/>
                    <a:pt x="9386" y="226"/>
                    <a:pt x="9225" y="129"/>
                  </a:cubicBezTo>
                  <a:cubicBezTo>
                    <a:pt x="9065" y="33"/>
                    <a:pt x="8904" y="1"/>
                    <a:pt x="8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4440;p64">
              <a:extLst>
                <a:ext uri="{FF2B5EF4-FFF2-40B4-BE49-F238E27FC236}">
                  <a16:creationId xmlns:a16="http://schemas.microsoft.com/office/drawing/2014/main" id="{4B910B10-4A22-6C75-1D38-04987D3BE0AC}"/>
                </a:ext>
              </a:extLst>
            </p:cNvPr>
            <p:cNvSpPr/>
            <p:nvPr/>
          </p:nvSpPr>
          <p:spPr>
            <a:xfrm>
              <a:off x="4681900" y="2220000"/>
              <a:ext cx="85200" cy="103700"/>
            </a:xfrm>
            <a:custGeom>
              <a:avLst/>
              <a:gdLst/>
              <a:ahLst/>
              <a:cxnLst/>
              <a:rect l="l" t="t" r="r" b="b"/>
              <a:pathLst>
                <a:path w="3408" h="4148" extrusionOk="0">
                  <a:moveTo>
                    <a:pt x="1137" y="1"/>
                  </a:moveTo>
                  <a:cubicBezTo>
                    <a:pt x="788" y="1"/>
                    <a:pt x="579" y="592"/>
                    <a:pt x="579" y="1183"/>
                  </a:cubicBezTo>
                  <a:cubicBezTo>
                    <a:pt x="579" y="2018"/>
                    <a:pt x="1415" y="2276"/>
                    <a:pt x="1415" y="2276"/>
                  </a:cubicBezTo>
                  <a:cubicBezTo>
                    <a:pt x="1415" y="2276"/>
                    <a:pt x="0" y="3594"/>
                    <a:pt x="836" y="4011"/>
                  </a:cubicBezTo>
                  <a:cubicBezTo>
                    <a:pt x="1026" y="4110"/>
                    <a:pt x="1218" y="4148"/>
                    <a:pt x="1400" y="4148"/>
                  </a:cubicBezTo>
                  <a:cubicBezTo>
                    <a:pt x="1988" y="4148"/>
                    <a:pt x="2475" y="3754"/>
                    <a:pt x="2475" y="3754"/>
                  </a:cubicBezTo>
                  <a:lnTo>
                    <a:pt x="3407" y="1086"/>
                  </a:lnTo>
                  <a:lnTo>
                    <a:pt x="3407" y="1086"/>
                  </a:lnTo>
                  <a:cubicBezTo>
                    <a:pt x="3407" y="1086"/>
                    <a:pt x="3369" y="1090"/>
                    <a:pt x="3302" y="1090"/>
                  </a:cubicBezTo>
                  <a:cubicBezTo>
                    <a:pt x="3012" y="1090"/>
                    <a:pt x="2188" y="1026"/>
                    <a:pt x="1640" y="347"/>
                  </a:cubicBezTo>
                  <a:cubicBezTo>
                    <a:pt x="1451" y="102"/>
                    <a:pt x="1282" y="1"/>
                    <a:pt x="1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4441;p64">
              <a:extLst>
                <a:ext uri="{FF2B5EF4-FFF2-40B4-BE49-F238E27FC236}">
                  <a16:creationId xmlns:a16="http://schemas.microsoft.com/office/drawing/2014/main" id="{21988B4B-9309-77D6-FFBC-7B429EDA463D}"/>
                </a:ext>
              </a:extLst>
            </p:cNvPr>
            <p:cNvSpPr/>
            <p:nvPr/>
          </p:nvSpPr>
          <p:spPr>
            <a:xfrm>
              <a:off x="4689125" y="2213400"/>
              <a:ext cx="84400" cy="116550"/>
            </a:xfrm>
            <a:custGeom>
              <a:avLst/>
              <a:gdLst/>
              <a:ahLst/>
              <a:cxnLst/>
              <a:rect l="l" t="t" r="r" b="b"/>
              <a:pathLst>
                <a:path w="3376" h="4662" extrusionOk="0">
                  <a:moveTo>
                    <a:pt x="836" y="0"/>
                  </a:moveTo>
                  <a:cubicBezTo>
                    <a:pt x="675" y="0"/>
                    <a:pt x="547" y="64"/>
                    <a:pt x="418" y="193"/>
                  </a:cubicBezTo>
                  <a:cubicBezTo>
                    <a:pt x="258" y="322"/>
                    <a:pt x="193" y="514"/>
                    <a:pt x="129" y="740"/>
                  </a:cubicBezTo>
                  <a:cubicBezTo>
                    <a:pt x="65" y="965"/>
                    <a:pt x="33" y="1190"/>
                    <a:pt x="33" y="1447"/>
                  </a:cubicBezTo>
                  <a:cubicBezTo>
                    <a:pt x="0" y="1961"/>
                    <a:pt x="290" y="2315"/>
                    <a:pt x="547" y="2507"/>
                  </a:cubicBezTo>
                  <a:cubicBezTo>
                    <a:pt x="589" y="2543"/>
                    <a:pt x="632" y="2575"/>
                    <a:pt x="674" y="2602"/>
                  </a:cubicBezTo>
                  <a:lnTo>
                    <a:pt x="674" y="2602"/>
                  </a:lnTo>
                  <a:cubicBezTo>
                    <a:pt x="614" y="2669"/>
                    <a:pt x="548" y="2745"/>
                    <a:pt x="483" y="2829"/>
                  </a:cubicBezTo>
                  <a:cubicBezTo>
                    <a:pt x="386" y="2957"/>
                    <a:pt x="258" y="3118"/>
                    <a:pt x="161" y="3311"/>
                  </a:cubicBezTo>
                  <a:cubicBezTo>
                    <a:pt x="65" y="3472"/>
                    <a:pt x="0" y="3665"/>
                    <a:pt x="0" y="3858"/>
                  </a:cubicBezTo>
                  <a:cubicBezTo>
                    <a:pt x="0" y="3986"/>
                    <a:pt x="33" y="4115"/>
                    <a:pt x="97" y="4243"/>
                  </a:cubicBezTo>
                  <a:cubicBezTo>
                    <a:pt x="161" y="4340"/>
                    <a:pt x="290" y="4436"/>
                    <a:pt x="418" y="4500"/>
                  </a:cubicBezTo>
                  <a:cubicBezTo>
                    <a:pt x="643" y="4629"/>
                    <a:pt x="901" y="4661"/>
                    <a:pt x="1126" y="4661"/>
                  </a:cubicBezTo>
                  <a:cubicBezTo>
                    <a:pt x="1833" y="4661"/>
                    <a:pt x="2347" y="4243"/>
                    <a:pt x="2347" y="4211"/>
                  </a:cubicBezTo>
                  <a:cubicBezTo>
                    <a:pt x="2476" y="4147"/>
                    <a:pt x="2508" y="3954"/>
                    <a:pt x="2411" y="3858"/>
                  </a:cubicBezTo>
                  <a:cubicBezTo>
                    <a:pt x="2355" y="3782"/>
                    <a:pt x="2276" y="3751"/>
                    <a:pt x="2195" y="3751"/>
                  </a:cubicBezTo>
                  <a:cubicBezTo>
                    <a:pt x="2138" y="3751"/>
                    <a:pt x="2079" y="3767"/>
                    <a:pt x="2026" y="3793"/>
                  </a:cubicBezTo>
                  <a:cubicBezTo>
                    <a:pt x="1993" y="3825"/>
                    <a:pt x="1576" y="4147"/>
                    <a:pt x="1126" y="4147"/>
                  </a:cubicBezTo>
                  <a:cubicBezTo>
                    <a:pt x="965" y="4147"/>
                    <a:pt x="804" y="4115"/>
                    <a:pt x="643" y="4018"/>
                  </a:cubicBezTo>
                  <a:cubicBezTo>
                    <a:pt x="579" y="3986"/>
                    <a:pt x="579" y="3954"/>
                    <a:pt x="547" y="3954"/>
                  </a:cubicBezTo>
                  <a:lnTo>
                    <a:pt x="547" y="3858"/>
                  </a:lnTo>
                  <a:cubicBezTo>
                    <a:pt x="547" y="3793"/>
                    <a:pt x="579" y="3665"/>
                    <a:pt x="643" y="3536"/>
                  </a:cubicBezTo>
                  <a:cubicBezTo>
                    <a:pt x="740" y="3343"/>
                    <a:pt x="901" y="3150"/>
                    <a:pt x="1061" y="2990"/>
                  </a:cubicBezTo>
                  <a:cubicBezTo>
                    <a:pt x="1126" y="2893"/>
                    <a:pt x="1190" y="2829"/>
                    <a:pt x="1222" y="2797"/>
                  </a:cubicBezTo>
                  <a:lnTo>
                    <a:pt x="1286" y="2732"/>
                  </a:lnTo>
                  <a:cubicBezTo>
                    <a:pt x="1383" y="2668"/>
                    <a:pt x="1383" y="2572"/>
                    <a:pt x="1383" y="2475"/>
                  </a:cubicBezTo>
                  <a:cubicBezTo>
                    <a:pt x="1351" y="2379"/>
                    <a:pt x="1286" y="2282"/>
                    <a:pt x="1190" y="2282"/>
                  </a:cubicBezTo>
                  <a:cubicBezTo>
                    <a:pt x="1190" y="2282"/>
                    <a:pt x="997" y="2218"/>
                    <a:pt x="868" y="2090"/>
                  </a:cubicBezTo>
                  <a:cubicBezTo>
                    <a:pt x="708" y="1929"/>
                    <a:pt x="547" y="1768"/>
                    <a:pt x="547" y="1447"/>
                  </a:cubicBezTo>
                  <a:cubicBezTo>
                    <a:pt x="547" y="1190"/>
                    <a:pt x="611" y="932"/>
                    <a:pt x="675" y="740"/>
                  </a:cubicBezTo>
                  <a:cubicBezTo>
                    <a:pt x="708" y="675"/>
                    <a:pt x="772" y="611"/>
                    <a:pt x="804" y="579"/>
                  </a:cubicBezTo>
                  <a:lnTo>
                    <a:pt x="836" y="547"/>
                  </a:lnTo>
                  <a:cubicBezTo>
                    <a:pt x="868" y="547"/>
                    <a:pt x="901" y="547"/>
                    <a:pt x="933" y="579"/>
                  </a:cubicBezTo>
                  <a:cubicBezTo>
                    <a:pt x="997" y="611"/>
                    <a:pt x="1061" y="675"/>
                    <a:pt x="1158" y="772"/>
                  </a:cubicBezTo>
                  <a:cubicBezTo>
                    <a:pt x="1479" y="1190"/>
                    <a:pt x="1865" y="1382"/>
                    <a:pt x="2218" y="1511"/>
                  </a:cubicBezTo>
                  <a:cubicBezTo>
                    <a:pt x="2572" y="1607"/>
                    <a:pt x="2861" y="1640"/>
                    <a:pt x="3022" y="1640"/>
                  </a:cubicBezTo>
                  <a:lnTo>
                    <a:pt x="3118" y="1640"/>
                  </a:lnTo>
                  <a:cubicBezTo>
                    <a:pt x="3279" y="1607"/>
                    <a:pt x="3376" y="1479"/>
                    <a:pt x="3376" y="1350"/>
                  </a:cubicBezTo>
                  <a:cubicBezTo>
                    <a:pt x="3376" y="1190"/>
                    <a:pt x="3247" y="1093"/>
                    <a:pt x="3086" y="1093"/>
                  </a:cubicBezTo>
                  <a:lnTo>
                    <a:pt x="3022" y="1093"/>
                  </a:lnTo>
                  <a:cubicBezTo>
                    <a:pt x="2893" y="1093"/>
                    <a:pt x="2668" y="1093"/>
                    <a:pt x="2379" y="997"/>
                  </a:cubicBezTo>
                  <a:cubicBezTo>
                    <a:pt x="2122" y="900"/>
                    <a:pt x="1801" y="740"/>
                    <a:pt x="1576" y="450"/>
                  </a:cubicBezTo>
                  <a:cubicBezTo>
                    <a:pt x="1447" y="322"/>
                    <a:pt x="1351" y="193"/>
                    <a:pt x="1222" y="129"/>
                  </a:cubicBezTo>
                  <a:cubicBezTo>
                    <a:pt x="1126" y="64"/>
                    <a:pt x="997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4442;p64">
              <a:extLst>
                <a:ext uri="{FF2B5EF4-FFF2-40B4-BE49-F238E27FC236}">
                  <a16:creationId xmlns:a16="http://schemas.microsoft.com/office/drawing/2014/main" id="{25C497B5-47E8-EA68-6362-F93D809A5A6C}"/>
                </a:ext>
              </a:extLst>
            </p:cNvPr>
            <p:cNvSpPr/>
            <p:nvPr/>
          </p:nvSpPr>
          <p:spPr>
            <a:xfrm>
              <a:off x="5131100" y="2759925"/>
              <a:ext cx="513550" cy="155050"/>
            </a:xfrm>
            <a:custGeom>
              <a:avLst/>
              <a:gdLst/>
              <a:ahLst/>
              <a:cxnLst/>
              <a:rect l="l" t="t" r="r" b="b"/>
              <a:pathLst>
                <a:path w="20542" h="6202" extrusionOk="0">
                  <a:moveTo>
                    <a:pt x="8655" y="1"/>
                  </a:moveTo>
                  <a:cubicBezTo>
                    <a:pt x="6886" y="1"/>
                    <a:pt x="2639" y="1734"/>
                    <a:pt x="1351" y="2183"/>
                  </a:cubicBezTo>
                  <a:cubicBezTo>
                    <a:pt x="1" y="2665"/>
                    <a:pt x="1351" y="3051"/>
                    <a:pt x="2830" y="3340"/>
                  </a:cubicBezTo>
                  <a:cubicBezTo>
                    <a:pt x="3125" y="3398"/>
                    <a:pt x="3479" y="3421"/>
                    <a:pt x="3855" y="3421"/>
                  </a:cubicBezTo>
                  <a:cubicBezTo>
                    <a:pt x="5361" y="3421"/>
                    <a:pt x="7233" y="3051"/>
                    <a:pt x="7233" y="3051"/>
                  </a:cubicBezTo>
                  <a:lnTo>
                    <a:pt x="7233" y="3051"/>
                  </a:lnTo>
                  <a:cubicBezTo>
                    <a:pt x="7233" y="3051"/>
                    <a:pt x="4019" y="4433"/>
                    <a:pt x="4790" y="4626"/>
                  </a:cubicBezTo>
                  <a:cubicBezTo>
                    <a:pt x="4941" y="4664"/>
                    <a:pt x="5122" y="4680"/>
                    <a:pt x="5327" y="4680"/>
                  </a:cubicBezTo>
                  <a:cubicBezTo>
                    <a:pt x="6170" y="4680"/>
                    <a:pt x="7407" y="4415"/>
                    <a:pt x="8519" y="4337"/>
                  </a:cubicBezTo>
                  <a:cubicBezTo>
                    <a:pt x="9869" y="4241"/>
                    <a:pt x="11251" y="2955"/>
                    <a:pt x="11251" y="2955"/>
                  </a:cubicBezTo>
                  <a:cubicBezTo>
                    <a:pt x="11251" y="2955"/>
                    <a:pt x="17809" y="6201"/>
                    <a:pt x="18580" y="6201"/>
                  </a:cubicBezTo>
                  <a:cubicBezTo>
                    <a:pt x="19352" y="6201"/>
                    <a:pt x="20541" y="3855"/>
                    <a:pt x="18870" y="2858"/>
                  </a:cubicBezTo>
                  <a:cubicBezTo>
                    <a:pt x="17198" y="1894"/>
                    <a:pt x="14562" y="1090"/>
                    <a:pt x="14562" y="1090"/>
                  </a:cubicBezTo>
                  <a:cubicBezTo>
                    <a:pt x="14562" y="1090"/>
                    <a:pt x="10448" y="319"/>
                    <a:pt x="9001" y="30"/>
                  </a:cubicBezTo>
                  <a:cubicBezTo>
                    <a:pt x="8901" y="10"/>
                    <a:pt x="8784" y="1"/>
                    <a:pt x="8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4443;p64">
              <a:extLst>
                <a:ext uri="{FF2B5EF4-FFF2-40B4-BE49-F238E27FC236}">
                  <a16:creationId xmlns:a16="http://schemas.microsoft.com/office/drawing/2014/main" id="{EF7F20B2-3F34-3D23-02D5-8CCEBBDCCB37}"/>
                </a:ext>
              </a:extLst>
            </p:cNvPr>
            <p:cNvSpPr/>
            <p:nvPr/>
          </p:nvSpPr>
          <p:spPr>
            <a:xfrm>
              <a:off x="5143975" y="2753425"/>
              <a:ext cx="487000" cy="167975"/>
            </a:xfrm>
            <a:custGeom>
              <a:avLst/>
              <a:gdLst/>
              <a:ahLst/>
              <a:cxnLst/>
              <a:rect l="l" t="t" r="r" b="b"/>
              <a:pathLst>
                <a:path w="19480" h="6719" extrusionOk="0">
                  <a:moveTo>
                    <a:pt x="8133" y="515"/>
                  </a:moveTo>
                  <a:cubicBezTo>
                    <a:pt x="8261" y="515"/>
                    <a:pt x="8358" y="547"/>
                    <a:pt x="8422" y="547"/>
                  </a:cubicBezTo>
                  <a:cubicBezTo>
                    <a:pt x="9901" y="836"/>
                    <a:pt x="14015" y="1640"/>
                    <a:pt x="14015" y="1640"/>
                  </a:cubicBezTo>
                  <a:lnTo>
                    <a:pt x="14017" y="1621"/>
                  </a:lnTo>
                  <a:lnTo>
                    <a:pt x="14017" y="1621"/>
                  </a:lnTo>
                  <a:cubicBezTo>
                    <a:pt x="14077" y="1645"/>
                    <a:pt x="14213" y="1698"/>
                    <a:pt x="14401" y="1768"/>
                  </a:cubicBezTo>
                  <a:cubicBezTo>
                    <a:pt x="15237" y="2025"/>
                    <a:pt x="17005" y="2636"/>
                    <a:pt x="18226" y="3343"/>
                  </a:cubicBezTo>
                  <a:cubicBezTo>
                    <a:pt x="18772" y="3665"/>
                    <a:pt x="18933" y="4115"/>
                    <a:pt x="18933" y="4597"/>
                  </a:cubicBezTo>
                  <a:cubicBezTo>
                    <a:pt x="18933" y="4983"/>
                    <a:pt x="18805" y="5433"/>
                    <a:pt x="18580" y="5722"/>
                  </a:cubicBezTo>
                  <a:cubicBezTo>
                    <a:pt x="18483" y="5883"/>
                    <a:pt x="18387" y="6011"/>
                    <a:pt x="18290" y="6076"/>
                  </a:cubicBezTo>
                  <a:cubicBezTo>
                    <a:pt x="18194" y="6172"/>
                    <a:pt x="18097" y="6172"/>
                    <a:pt x="18065" y="6172"/>
                  </a:cubicBezTo>
                  <a:cubicBezTo>
                    <a:pt x="18065" y="6172"/>
                    <a:pt x="18001" y="6172"/>
                    <a:pt x="17937" y="6140"/>
                  </a:cubicBezTo>
                  <a:cubicBezTo>
                    <a:pt x="17615" y="6076"/>
                    <a:pt x="17005" y="5818"/>
                    <a:pt x="16265" y="5529"/>
                  </a:cubicBezTo>
                  <a:cubicBezTo>
                    <a:pt x="15172" y="5047"/>
                    <a:pt x="13822" y="4404"/>
                    <a:pt x="12729" y="3890"/>
                  </a:cubicBezTo>
                  <a:cubicBezTo>
                    <a:pt x="12183" y="3633"/>
                    <a:pt x="11733" y="3408"/>
                    <a:pt x="11379" y="3247"/>
                  </a:cubicBezTo>
                  <a:cubicBezTo>
                    <a:pt x="11058" y="3086"/>
                    <a:pt x="10865" y="2990"/>
                    <a:pt x="10833" y="2990"/>
                  </a:cubicBezTo>
                  <a:cubicBezTo>
                    <a:pt x="10796" y="2965"/>
                    <a:pt x="10759" y="2955"/>
                    <a:pt x="10722" y="2955"/>
                  </a:cubicBezTo>
                  <a:cubicBezTo>
                    <a:pt x="10663" y="2955"/>
                    <a:pt x="10603" y="2982"/>
                    <a:pt x="10544" y="3022"/>
                  </a:cubicBezTo>
                  <a:cubicBezTo>
                    <a:pt x="10479" y="3086"/>
                    <a:pt x="10126" y="3408"/>
                    <a:pt x="9643" y="3697"/>
                  </a:cubicBezTo>
                  <a:cubicBezTo>
                    <a:pt x="9161" y="3986"/>
                    <a:pt x="8551" y="4276"/>
                    <a:pt x="7972" y="4308"/>
                  </a:cubicBezTo>
                  <a:cubicBezTo>
                    <a:pt x="6847" y="4404"/>
                    <a:pt x="5593" y="4661"/>
                    <a:pt x="4822" y="4661"/>
                  </a:cubicBezTo>
                  <a:cubicBezTo>
                    <a:pt x="4752" y="4661"/>
                    <a:pt x="4687" y="4661"/>
                    <a:pt x="4626" y="4660"/>
                  </a:cubicBezTo>
                  <a:lnTo>
                    <a:pt x="4626" y="4660"/>
                  </a:lnTo>
                  <a:cubicBezTo>
                    <a:pt x="4918" y="4465"/>
                    <a:pt x="5452" y="4187"/>
                    <a:pt x="5883" y="3986"/>
                  </a:cubicBezTo>
                  <a:cubicBezTo>
                    <a:pt x="6140" y="3858"/>
                    <a:pt x="6365" y="3761"/>
                    <a:pt x="6558" y="3697"/>
                  </a:cubicBezTo>
                  <a:cubicBezTo>
                    <a:pt x="6718" y="3600"/>
                    <a:pt x="6815" y="3568"/>
                    <a:pt x="6815" y="3568"/>
                  </a:cubicBezTo>
                  <a:cubicBezTo>
                    <a:pt x="6943" y="3504"/>
                    <a:pt x="7008" y="3375"/>
                    <a:pt x="6976" y="3247"/>
                  </a:cubicBezTo>
                  <a:cubicBezTo>
                    <a:pt x="6948" y="3135"/>
                    <a:pt x="6847" y="3048"/>
                    <a:pt x="6716" y="3048"/>
                  </a:cubicBezTo>
                  <a:cubicBezTo>
                    <a:pt x="6696" y="3048"/>
                    <a:pt x="6675" y="3050"/>
                    <a:pt x="6654" y="3054"/>
                  </a:cubicBezTo>
                  <a:cubicBezTo>
                    <a:pt x="6654" y="3054"/>
                    <a:pt x="6558" y="3086"/>
                    <a:pt x="6365" y="3118"/>
                  </a:cubicBezTo>
                  <a:cubicBezTo>
                    <a:pt x="5754" y="3215"/>
                    <a:pt x="4436" y="3440"/>
                    <a:pt x="3343" y="3440"/>
                  </a:cubicBezTo>
                  <a:cubicBezTo>
                    <a:pt x="2957" y="3440"/>
                    <a:pt x="2636" y="3408"/>
                    <a:pt x="2379" y="3343"/>
                  </a:cubicBezTo>
                  <a:cubicBezTo>
                    <a:pt x="1865" y="3247"/>
                    <a:pt x="1350" y="3118"/>
                    <a:pt x="997" y="3022"/>
                  </a:cubicBezTo>
                  <a:cubicBezTo>
                    <a:pt x="804" y="2958"/>
                    <a:pt x="676" y="2894"/>
                    <a:pt x="611" y="2829"/>
                  </a:cubicBezTo>
                  <a:lnTo>
                    <a:pt x="611" y="2829"/>
                  </a:lnTo>
                  <a:cubicBezTo>
                    <a:pt x="684" y="2795"/>
                    <a:pt x="791" y="2748"/>
                    <a:pt x="932" y="2700"/>
                  </a:cubicBezTo>
                  <a:cubicBezTo>
                    <a:pt x="1575" y="2443"/>
                    <a:pt x="2957" y="1929"/>
                    <a:pt x="4404" y="1415"/>
                  </a:cubicBezTo>
                  <a:cubicBezTo>
                    <a:pt x="5111" y="1190"/>
                    <a:pt x="5850" y="965"/>
                    <a:pt x="6493" y="804"/>
                  </a:cubicBezTo>
                  <a:cubicBezTo>
                    <a:pt x="7136" y="611"/>
                    <a:pt x="7715" y="515"/>
                    <a:pt x="8133" y="515"/>
                  </a:cubicBezTo>
                  <a:close/>
                  <a:moveTo>
                    <a:pt x="8133" y="0"/>
                  </a:moveTo>
                  <a:cubicBezTo>
                    <a:pt x="7651" y="0"/>
                    <a:pt x="7040" y="97"/>
                    <a:pt x="6365" y="257"/>
                  </a:cubicBezTo>
                  <a:cubicBezTo>
                    <a:pt x="4340" y="772"/>
                    <a:pt x="1704" y="1833"/>
                    <a:pt x="772" y="2186"/>
                  </a:cubicBezTo>
                  <a:cubicBezTo>
                    <a:pt x="547" y="2250"/>
                    <a:pt x="386" y="2347"/>
                    <a:pt x="257" y="2443"/>
                  </a:cubicBezTo>
                  <a:cubicBezTo>
                    <a:pt x="193" y="2475"/>
                    <a:pt x="129" y="2540"/>
                    <a:pt x="97" y="2604"/>
                  </a:cubicBezTo>
                  <a:cubicBezTo>
                    <a:pt x="32" y="2668"/>
                    <a:pt x="0" y="2733"/>
                    <a:pt x="0" y="2829"/>
                  </a:cubicBezTo>
                  <a:cubicBezTo>
                    <a:pt x="0" y="2958"/>
                    <a:pt x="64" y="3054"/>
                    <a:pt x="129" y="3118"/>
                  </a:cubicBezTo>
                  <a:cubicBezTo>
                    <a:pt x="225" y="3247"/>
                    <a:pt x="354" y="3311"/>
                    <a:pt x="482" y="3375"/>
                  </a:cubicBezTo>
                  <a:cubicBezTo>
                    <a:pt x="900" y="3568"/>
                    <a:pt x="1575" y="3729"/>
                    <a:pt x="2250" y="3890"/>
                  </a:cubicBezTo>
                  <a:cubicBezTo>
                    <a:pt x="2572" y="3954"/>
                    <a:pt x="2957" y="3954"/>
                    <a:pt x="3343" y="3954"/>
                  </a:cubicBezTo>
                  <a:cubicBezTo>
                    <a:pt x="3873" y="3954"/>
                    <a:pt x="4440" y="3909"/>
                    <a:pt x="4958" y="3849"/>
                  </a:cubicBezTo>
                  <a:lnTo>
                    <a:pt x="4958" y="3849"/>
                  </a:lnTo>
                  <a:cubicBezTo>
                    <a:pt x="4758" y="3961"/>
                    <a:pt x="4568" y="4077"/>
                    <a:pt x="4404" y="4179"/>
                  </a:cubicBezTo>
                  <a:cubicBezTo>
                    <a:pt x="4275" y="4243"/>
                    <a:pt x="4179" y="4340"/>
                    <a:pt x="4083" y="4404"/>
                  </a:cubicBezTo>
                  <a:cubicBezTo>
                    <a:pt x="4018" y="4468"/>
                    <a:pt x="3986" y="4501"/>
                    <a:pt x="3954" y="4565"/>
                  </a:cubicBezTo>
                  <a:cubicBezTo>
                    <a:pt x="3922" y="4597"/>
                    <a:pt x="3890" y="4693"/>
                    <a:pt x="3890" y="4790"/>
                  </a:cubicBezTo>
                  <a:cubicBezTo>
                    <a:pt x="3890" y="4886"/>
                    <a:pt x="3922" y="4983"/>
                    <a:pt x="4018" y="5047"/>
                  </a:cubicBezTo>
                  <a:cubicBezTo>
                    <a:pt x="4083" y="5111"/>
                    <a:pt x="4147" y="5111"/>
                    <a:pt x="4211" y="5143"/>
                  </a:cubicBezTo>
                  <a:cubicBezTo>
                    <a:pt x="4404" y="5176"/>
                    <a:pt x="4597" y="5208"/>
                    <a:pt x="4822" y="5208"/>
                  </a:cubicBezTo>
                  <a:cubicBezTo>
                    <a:pt x="5722" y="5208"/>
                    <a:pt x="6943" y="4918"/>
                    <a:pt x="8004" y="4854"/>
                  </a:cubicBezTo>
                  <a:cubicBezTo>
                    <a:pt x="8776" y="4790"/>
                    <a:pt x="9483" y="4436"/>
                    <a:pt x="10029" y="4083"/>
                  </a:cubicBezTo>
                  <a:cubicBezTo>
                    <a:pt x="10353" y="3880"/>
                    <a:pt x="10614" y="3677"/>
                    <a:pt x="10762" y="3547"/>
                  </a:cubicBezTo>
                  <a:lnTo>
                    <a:pt x="10762" y="3547"/>
                  </a:lnTo>
                  <a:cubicBezTo>
                    <a:pt x="11209" y="3765"/>
                    <a:pt x="12564" y="4422"/>
                    <a:pt x="13983" y="5079"/>
                  </a:cubicBezTo>
                  <a:cubicBezTo>
                    <a:pt x="14851" y="5497"/>
                    <a:pt x="15751" y="5883"/>
                    <a:pt x="16490" y="6204"/>
                  </a:cubicBezTo>
                  <a:cubicBezTo>
                    <a:pt x="16844" y="6333"/>
                    <a:pt x="17165" y="6461"/>
                    <a:pt x="17455" y="6558"/>
                  </a:cubicBezTo>
                  <a:cubicBezTo>
                    <a:pt x="17583" y="6622"/>
                    <a:pt x="17680" y="6654"/>
                    <a:pt x="17776" y="6686"/>
                  </a:cubicBezTo>
                  <a:cubicBezTo>
                    <a:pt x="17905" y="6686"/>
                    <a:pt x="17969" y="6718"/>
                    <a:pt x="18065" y="6718"/>
                  </a:cubicBezTo>
                  <a:cubicBezTo>
                    <a:pt x="18290" y="6718"/>
                    <a:pt x="18451" y="6622"/>
                    <a:pt x="18612" y="6493"/>
                  </a:cubicBezTo>
                  <a:cubicBezTo>
                    <a:pt x="18869" y="6301"/>
                    <a:pt x="19062" y="6043"/>
                    <a:pt x="19223" y="5690"/>
                  </a:cubicBezTo>
                  <a:cubicBezTo>
                    <a:pt x="19383" y="5368"/>
                    <a:pt x="19480" y="4983"/>
                    <a:pt x="19480" y="4597"/>
                  </a:cubicBezTo>
                  <a:cubicBezTo>
                    <a:pt x="19480" y="3954"/>
                    <a:pt x="19190" y="3311"/>
                    <a:pt x="18483" y="2893"/>
                  </a:cubicBezTo>
                  <a:cubicBezTo>
                    <a:pt x="16780" y="1897"/>
                    <a:pt x="14144" y="1125"/>
                    <a:pt x="14144" y="1093"/>
                  </a:cubicBezTo>
                  <a:lnTo>
                    <a:pt x="14112" y="1093"/>
                  </a:lnTo>
                  <a:cubicBezTo>
                    <a:pt x="14112" y="1093"/>
                    <a:pt x="13083" y="900"/>
                    <a:pt x="11861" y="675"/>
                  </a:cubicBezTo>
                  <a:cubicBezTo>
                    <a:pt x="10672" y="450"/>
                    <a:pt x="9258" y="161"/>
                    <a:pt x="8518" y="32"/>
                  </a:cubicBezTo>
                  <a:cubicBezTo>
                    <a:pt x="8422" y="0"/>
                    <a:pt x="8261" y="0"/>
                    <a:pt x="8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4444;p64">
              <a:extLst>
                <a:ext uri="{FF2B5EF4-FFF2-40B4-BE49-F238E27FC236}">
                  <a16:creationId xmlns:a16="http://schemas.microsoft.com/office/drawing/2014/main" id="{FF98ECE2-3571-1277-701E-7E3D39D4D8D0}"/>
                </a:ext>
              </a:extLst>
            </p:cNvPr>
            <p:cNvSpPr/>
            <p:nvPr/>
          </p:nvSpPr>
          <p:spPr>
            <a:xfrm>
              <a:off x="5279775" y="2826825"/>
              <a:ext cx="540850" cy="800375"/>
            </a:xfrm>
            <a:custGeom>
              <a:avLst/>
              <a:gdLst/>
              <a:ahLst/>
              <a:cxnLst/>
              <a:rect l="l" t="t" r="r" b="b"/>
              <a:pathLst>
                <a:path w="21634" h="32015" extrusionOk="0">
                  <a:moveTo>
                    <a:pt x="13743" y="0"/>
                  </a:moveTo>
                  <a:cubicBezTo>
                    <a:pt x="11830" y="0"/>
                    <a:pt x="10094" y="2047"/>
                    <a:pt x="10094" y="2047"/>
                  </a:cubicBezTo>
                  <a:cubicBezTo>
                    <a:pt x="10094" y="2047"/>
                    <a:pt x="6172" y="4875"/>
                    <a:pt x="3344" y="8893"/>
                  </a:cubicBezTo>
                  <a:cubicBezTo>
                    <a:pt x="515" y="12912"/>
                    <a:pt x="1" y="21012"/>
                    <a:pt x="611" y="23358"/>
                  </a:cubicBezTo>
                  <a:cubicBezTo>
                    <a:pt x="1190" y="25705"/>
                    <a:pt x="1576" y="28469"/>
                    <a:pt x="4404" y="30302"/>
                  </a:cubicBezTo>
                  <a:cubicBezTo>
                    <a:pt x="5959" y="31315"/>
                    <a:pt x="7276" y="32015"/>
                    <a:pt x="8938" y="32015"/>
                  </a:cubicBezTo>
                  <a:cubicBezTo>
                    <a:pt x="10336" y="32015"/>
                    <a:pt x="11977" y="31520"/>
                    <a:pt x="14208" y="30302"/>
                  </a:cubicBezTo>
                  <a:cubicBezTo>
                    <a:pt x="19094" y="27666"/>
                    <a:pt x="21634" y="18858"/>
                    <a:pt x="21152" y="12108"/>
                  </a:cubicBezTo>
                  <a:cubicBezTo>
                    <a:pt x="20669" y="5358"/>
                    <a:pt x="16555" y="664"/>
                    <a:pt x="14401" y="86"/>
                  </a:cubicBezTo>
                  <a:cubicBezTo>
                    <a:pt x="14181" y="27"/>
                    <a:pt x="13961" y="0"/>
                    <a:pt x="13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4445;p64">
              <a:extLst>
                <a:ext uri="{FF2B5EF4-FFF2-40B4-BE49-F238E27FC236}">
                  <a16:creationId xmlns:a16="http://schemas.microsoft.com/office/drawing/2014/main" id="{450818F1-0D7B-3764-E1CB-AED168AD43D4}"/>
                </a:ext>
              </a:extLst>
            </p:cNvPr>
            <p:cNvSpPr/>
            <p:nvPr/>
          </p:nvSpPr>
          <p:spPr>
            <a:xfrm>
              <a:off x="5283000" y="2820125"/>
              <a:ext cx="533625" cy="814075"/>
            </a:xfrm>
            <a:custGeom>
              <a:avLst/>
              <a:gdLst/>
              <a:ahLst/>
              <a:cxnLst/>
              <a:rect l="l" t="t" r="r" b="b"/>
              <a:pathLst>
                <a:path w="21345" h="32563" extrusionOk="0">
                  <a:moveTo>
                    <a:pt x="9810" y="2098"/>
                  </a:moveTo>
                  <a:cubicBezTo>
                    <a:pt x="9810" y="2098"/>
                    <a:pt x="9810" y="2098"/>
                    <a:pt x="9810" y="2098"/>
                  </a:cubicBezTo>
                  <a:lnTo>
                    <a:pt x="9810" y="2098"/>
                  </a:lnTo>
                  <a:lnTo>
                    <a:pt x="9810" y="2098"/>
                  </a:lnTo>
                  <a:close/>
                  <a:moveTo>
                    <a:pt x="13597" y="547"/>
                  </a:moveTo>
                  <a:cubicBezTo>
                    <a:pt x="13790" y="547"/>
                    <a:pt x="13983" y="547"/>
                    <a:pt x="14208" y="611"/>
                  </a:cubicBezTo>
                  <a:cubicBezTo>
                    <a:pt x="14658" y="740"/>
                    <a:pt x="15301" y="1125"/>
                    <a:pt x="15976" y="1736"/>
                  </a:cubicBezTo>
                  <a:cubicBezTo>
                    <a:pt x="18001" y="3568"/>
                    <a:pt x="20380" y="7426"/>
                    <a:pt x="20765" y="12408"/>
                  </a:cubicBezTo>
                  <a:cubicBezTo>
                    <a:pt x="20798" y="12955"/>
                    <a:pt x="20798" y="13501"/>
                    <a:pt x="20798" y="14080"/>
                  </a:cubicBezTo>
                  <a:cubicBezTo>
                    <a:pt x="20798" y="17262"/>
                    <a:pt x="20187" y="20766"/>
                    <a:pt x="18997" y="23755"/>
                  </a:cubicBezTo>
                  <a:cubicBezTo>
                    <a:pt x="17840" y="26712"/>
                    <a:pt x="16104" y="29187"/>
                    <a:pt x="13951" y="30345"/>
                  </a:cubicBezTo>
                  <a:cubicBezTo>
                    <a:pt x="11733" y="31534"/>
                    <a:pt x="10126" y="32016"/>
                    <a:pt x="8808" y="32016"/>
                  </a:cubicBezTo>
                  <a:cubicBezTo>
                    <a:pt x="7233" y="32016"/>
                    <a:pt x="5979" y="31373"/>
                    <a:pt x="4436" y="30377"/>
                  </a:cubicBezTo>
                  <a:cubicBezTo>
                    <a:pt x="3054" y="29477"/>
                    <a:pt x="2282" y="28352"/>
                    <a:pt x="1768" y="27195"/>
                  </a:cubicBezTo>
                  <a:cubicBezTo>
                    <a:pt x="1286" y="26005"/>
                    <a:pt x="1029" y="24752"/>
                    <a:pt x="739" y="23562"/>
                  </a:cubicBezTo>
                  <a:cubicBezTo>
                    <a:pt x="611" y="23048"/>
                    <a:pt x="514" y="22180"/>
                    <a:pt x="514" y="21087"/>
                  </a:cubicBezTo>
                  <a:cubicBezTo>
                    <a:pt x="514" y="19383"/>
                    <a:pt x="707" y="17198"/>
                    <a:pt x="1189" y="15044"/>
                  </a:cubicBezTo>
                  <a:cubicBezTo>
                    <a:pt x="1640" y="12890"/>
                    <a:pt x="2379" y="10801"/>
                    <a:pt x="3440" y="9322"/>
                  </a:cubicBezTo>
                  <a:cubicBezTo>
                    <a:pt x="4822" y="7329"/>
                    <a:pt x="6493" y="5626"/>
                    <a:pt x="7843" y="4436"/>
                  </a:cubicBezTo>
                  <a:cubicBezTo>
                    <a:pt x="8486" y="3825"/>
                    <a:pt x="9065" y="3343"/>
                    <a:pt x="9483" y="3022"/>
                  </a:cubicBezTo>
                  <a:cubicBezTo>
                    <a:pt x="9676" y="2861"/>
                    <a:pt x="9836" y="2733"/>
                    <a:pt x="9965" y="2668"/>
                  </a:cubicBezTo>
                  <a:cubicBezTo>
                    <a:pt x="10061" y="2572"/>
                    <a:pt x="10126" y="2540"/>
                    <a:pt x="10126" y="2540"/>
                  </a:cubicBezTo>
                  <a:lnTo>
                    <a:pt x="10158" y="2475"/>
                  </a:lnTo>
                  <a:lnTo>
                    <a:pt x="10190" y="2475"/>
                  </a:lnTo>
                  <a:cubicBezTo>
                    <a:pt x="10286" y="2379"/>
                    <a:pt x="10704" y="1865"/>
                    <a:pt x="11347" y="1415"/>
                  </a:cubicBezTo>
                  <a:cubicBezTo>
                    <a:pt x="11990" y="965"/>
                    <a:pt x="12794" y="547"/>
                    <a:pt x="13597" y="547"/>
                  </a:cubicBezTo>
                  <a:close/>
                  <a:moveTo>
                    <a:pt x="13597" y="0"/>
                  </a:moveTo>
                  <a:cubicBezTo>
                    <a:pt x="12536" y="0"/>
                    <a:pt x="11604" y="547"/>
                    <a:pt x="10897" y="1093"/>
                  </a:cubicBezTo>
                  <a:cubicBezTo>
                    <a:pt x="10337" y="1520"/>
                    <a:pt x="9932" y="1947"/>
                    <a:pt x="9810" y="2098"/>
                  </a:cubicBezTo>
                  <a:lnTo>
                    <a:pt x="9810" y="2098"/>
                  </a:lnTo>
                  <a:lnTo>
                    <a:pt x="9804" y="2090"/>
                  </a:lnTo>
                  <a:cubicBezTo>
                    <a:pt x="9804" y="2122"/>
                    <a:pt x="5850" y="4951"/>
                    <a:pt x="2990" y="9001"/>
                  </a:cubicBezTo>
                  <a:cubicBezTo>
                    <a:pt x="1897" y="10576"/>
                    <a:pt x="1125" y="12730"/>
                    <a:pt x="675" y="14915"/>
                  </a:cubicBezTo>
                  <a:cubicBezTo>
                    <a:pt x="193" y="17101"/>
                    <a:pt x="0" y="19351"/>
                    <a:pt x="0" y="21087"/>
                  </a:cubicBezTo>
                  <a:cubicBezTo>
                    <a:pt x="0" y="22212"/>
                    <a:pt x="64" y="23112"/>
                    <a:pt x="225" y="23691"/>
                  </a:cubicBezTo>
                  <a:cubicBezTo>
                    <a:pt x="514" y="24880"/>
                    <a:pt x="739" y="26166"/>
                    <a:pt x="1286" y="27387"/>
                  </a:cubicBezTo>
                  <a:cubicBezTo>
                    <a:pt x="1832" y="28641"/>
                    <a:pt x="2668" y="29863"/>
                    <a:pt x="4147" y="30795"/>
                  </a:cubicBezTo>
                  <a:cubicBezTo>
                    <a:pt x="5690" y="31823"/>
                    <a:pt x="7040" y="32563"/>
                    <a:pt x="8808" y="32563"/>
                  </a:cubicBezTo>
                  <a:cubicBezTo>
                    <a:pt x="10254" y="32563"/>
                    <a:pt x="11926" y="32048"/>
                    <a:pt x="14208" y="30827"/>
                  </a:cubicBezTo>
                  <a:cubicBezTo>
                    <a:pt x="16522" y="29573"/>
                    <a:pt x="18290" y="27002"/>
                    <a:pt x="19512" y="23948"/>
                  </a:cubicBezTo>
                  <a:cubicBezTo>
                    <a:pt x="20701" y="20894"/>
                    <a:pt x="21344" y="17326"/>
                    <a:pt x="21344" y="14080"/>
                  </a:cubicBezTo>
                  <a:cubicBezTo>
                    <a:pt x="21344" y="13501"/>
                    <a:pt x="21312" y="12922"/>
                    <a:pt x="21280" y="12376"/>
                  </a:cubicBezTo>
                  <a:cubicBezTo>
                    <a:pt x="21023" y="8936"/>
                    <a:pt x="19865" y="6043"/>
                    <a:pt x="18483" y="3922"/>
                  </a:cubicBezTo>
                  <a:cubicBezTo>
                    <a:pt x="17808" y="2861"/>
                    <a:pt x="17069" y="1993"/>
                    <a:pt x="16330" y="1350"/>
                  </a:cubicBezTo>
                  <a:cubicBezTo>
                    <a:pt x="15622" y="675"/>
                    <a:pt x="14947" y="257"/>
                    <a:pt x="14337" y="97"/>
                  </a:cubicBezTo>
                  <a:cubicBezTo>
                    <a:pt x="14079" y="32"/>
                    <a:pt x="13854" y="0"/>
                    <a:pt x="13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4446;p64">
              <a:extLst>
                <a:ext uri="{FF2B5EF4-FFF2-40B4-BE49-F238E27FC236}">
                  <a16:creationId xmlns:a16="http://schemas.microsoft.com/office/drawing/2014/main" id="{2BAB7F6E-38E2-A53C-A606-3A0CF70FD37E}"/>
                </a:ext>
              </a:extLst>
            </p:cNvPr>
            <p:cNvSpPr/>
            <p:nvPr/>
          </p:nvSpPr>
          <p:spPr>
            <a:xfrm>
              <a:off x="5438900" y="2899100"/>
              <a:ext cx="237875" cy="221725"/>
            </a:xfrm>
            <a:custGeom>
              <a:avLst/>
              <a:gdLst/>
              <a:ahLst/>
              <a:cxnLst/>
              <a:rect l="l" t="t" r="r" b="b"/>
              <a:pathLst>
                <a:path w="9515" h="8869" extrusionOk="0">
                  <a:moveTo>
                    <a:pt x="6904" y="0"/>
                  </a:moveTo>
                  <a:cubicBezTo>
                    <a:pt x="5656" y="0"/>
                    <a:pt x="4018" y="441"/>
                    <a:pt x="4018" y="441"/>
                  </a:cubicBezTo>
                  <a:cubicBezTo>
                    <a:pt x="4018" y="441"/>
                    <a:pt x="2250" y="634"/>
                    <a:pt x="1382" y="1792"/>
                  </a:cubicBezTo>
                  <a:cubicBezTo>
                    <a:pt x="514" y="2981"/>
                    <a:pt x="804" y="3367"/>
                    <a:pt x="1382" y="3656"/>
                  </a:cubicBezTo>
                  <a:cubicBezTo>
                    <a:pt x="1961" y="3945"/>
                    <a:pt x="2057" y="4717"/>
                    <a:pt x="2057" y="4717"/>
                  </a:cubicBezTo>
                  <a:cubicBezTo>
                    <a:pt x="2057" y="4717"/>
                    <a:pt x="0" y="8060"/>
                    <a:pt x="1093" y="8735"/>
                  </a:cubicBezTo>
                  <a:cubicBezTo>
                    <a:pt x="1231" y="8826"/>
                    <a:pt x="1431" y="8868"/>
                    <a:pt x="1678" y="8868"/>
                  </a:cubicBezTo>
                  <a:cubicBezTo>
                    <a:pt x="3336" y="8868"/>
                    <a:pt x="7110" y="6975"/>
                    <a:pt x="8229" y="5520"/>
                  </a:cubicBezTo>
                  <a:cubicBezTo>
                    <a:pt x="9515" y="3849"/>
                    <a:pt x="8904" y="1117"/>
                    <a:pt x="8133" y="313"/>
                  </a:cubicBezTo>
                  <a:cubicBezTo>
                    <a:pt x="7901" y="81"/>
                    <a:pt x="7438" y="0"/>
                    <a:pt x="69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4447;p64">
              <a:extLst>
                <a:ext uri="{FF2B5EF4-FFF2-40B4-BE49-F238E27FC236}">
                  <a16:creationId xmlns:a16="http://schemas.microsoft.com/office/drawing/2014/main" id="{D87D701D-7AD9-1EAD-4188-EAEC0C673172}"/>
                </a:ext>
              </a:extLst>
            </p:cNvPr>
            <p:cNvSpPr/>
            <p:nvPr/>
          </p:nvSpPr>
          <p:spPr>
            <a:xfrm>
              <a:off x="5451750" y="2892450"/>
              <a:ext cx="217800" cy="234675"/>
            </a:xfrm>
            <a:custGeom>
              <a:avLst/>
              <a:gdLst/>
              <a:ahLst/>
              <a:cxnLst/>
              <a:rect l="l" t="t" r="r" b="b"/>
              <a:pathLst>
                <a:path w="8712" h="9387" extrusionOk="0">
                  <a:moveTo>
                    <a:pt x="6333" y="547"/>
                  </a:moveTo>
                  <a:cubicBezTo>
                    <a:pt x="6590" y="547"/>
                    <a:pt x="6847" y="547"/>
                    <a:pt x="7040" y="611"/>
                  </a:cubicBezTo>
                  <a:cubicBezTo>
                    <a:pt x="7233" y="643"/>
                    <a:pt x="7362" y="707"/>
                    <a:pt x="7426" y="772"/>
                  </a:cubicBezTo>
                  <a:cubicBezTo>
                    <a:pt x="7619" y="965"/>
                    <a:pt x="7812" y="1318"/>
                    <a:pt x="7940" y="1768"/>
                  </a:cubicBezTo>
                  <a:cubicBezTo>
                    <a:pt x="8101" y="2218"/>
                    <a:pt x="8197" y="2765"/>
                    <a:pt x="8197" y="3343"/>
                  </a:cubicBezTo>
                  <a:cubicBezTo>
                    <a:pt x="8197" y="4147"/>
                    <a:pt x="8004" y="4983"/>
                    <a:pt x="7490" y="5626"/>
                  </a:cubicBezTo>
                  <a:cubicBezTo>
                    <a:pt x="7008" y="6268"/>
                    <a:pt x="5786" y="7104"/>
                    <a:pt x="4501" y="7747"/>
                  </a:cubicBezTo>
                  <a:cubicBezTo>
                    <a:pt x="3890" y="8101"/>
                    <a:pt x="3215" y="8358"/>
                    <a:pt x="2636" y="8551"/>
                  </a:cubicBezTo>
                  <a:cubicBezTo>
                    <a:pt x="2026" y="8744"/>
                    <a:pt x="1511" y="8872"/>
                    <a:pt x="1158" y="8872"/>
                  </a:cubicBezTo>
                  <a:cubicBezTo>
                    <a:pt x="933" y="8872"/>
                    <a:pt x="772" y="8840"/>
                    <a:pt x="708" y="8776"/>
                  </a:cubicBezTo>
                  <a:cubicBezTo>
                    <a:pt x="643" y="8744"/>
                    <a:pt x="611" y="8679"/>
                    <a:pt x="579" y="8615"/>
                  </a:cubicBezTo>
                  <a:cubicBezTo>
                    <a:pt x="547" y="8551"/>
                    <a:pt x="515" y="8422"/>
                    <a:pt x="515" y="8294"/>
                  </a:cubicBezTo>
                  <a:cubicBezTo>
                    <a:pt x="515" y="7779"/>
                    <a:pt x="836" y="6976"/>
                    <a:pt x="1158" y="6301"/>
                  </a:cubicBezTo>
                  <a:cubicBezTo>
                    <a:pt x="1318" y="5979"/>
                    <a:pt x="1447" y="5690"/>
                    <a:pt x="1576" y="5465"/>
                  </a:cubicBezTo>
                  <a:cubicBezTo>
                    <a:pt x="1640" y="5368"/>
                    <a:pt x="1704" y="5272"/>
                    <a:pt x="1736" y="5240"/>
                  </a:cubicBezTo>
                  <a:cubicBezTo>
                    <a:pt x="1768" y="5176"/>
                    <a:pt x="1768" y="5143"/>
                    <a:pt x="1768" y="5143"/>
                  </a:cubicBezTo>
                  <a:cubicBezTo>
                    <a:pt x="1801" y="5079"/>
                    <a:pt x="1833" y="5015"/>
                    <a:pt x="1801" y="4951"/>
                  </a:cubicBezTo>
                  <a:cubicBezTo>
                    <a:pt x="1801" y="4951"/>
                    <a:pt x="1801" y="4726"/>
                    <a:pt x="1672" y="4468"/>
                  </a:cubicBezTo>
                  <a:cubicBezTo>
                    <a:pt x="1576" y="4211"/>
                    <a:pt x="1351" y="3858"/>
                    <a:pt x="997" y="3697"/>
                  </a:cubicBezTo>
                  <a:cubicBezTo>
                    <a:pt x="836" y="3600"/>
                    <a:pt x="740" y="3536"/>
                    <a:pt x="676" y="3472"/>
                  </a:cubicBezTo>
                  <a:cubicBezTo>
                    <a:pt x="611" y="3408"/>
                    <a:pt x="579" y="3343"/>
                    <a:pt x="579" y="3247"/>
                  </a:cubicBezTo>
                  <a:cubicBezTo>
                    <a:pt x="579" y="3054"/>
                    <a:pt x="708" y="2733"/>
                    <a:pt x="1093" y="2218"/>
                  </a:cubicBezTo>
                  <a:cubicBezTo>
                    <a:pt x="1479" y="1704"/>
                    <a:pt x="2090" y="1383"/>
                    <a:pt x="2604" y="1190"/>
                  </a:cubicBezTo>
                  <a:cubicBezTo>
                    <a:pt x="2861" y="1093"/>
                    <a:pt x="3086" y="1029"/>
                    <a:pt x="3279" y="997"/>
                  </a:cubicBezTo>
                  <a:cubicBezTo>
                    <a:pt x="3343" y="997"/>
                    <a:pt x="3408" y="965"/>
                    <a:pt x="3472" y="965"/>
                  </a:cubicBezTo>
                  <a:lnTo>
                    <a:pt x="3569" y="965"/>
                  </a:lnTo>
                  <a:cubicBezTo>
                    <a:pt x="3569" y="965"/>
                    <a:pt x="3665" y="932"/>
                    <a:pt x="3826" y="900"/>
                  </a:cubicBezTo>
                  <a:cubicBezTo>
                    <a:pt x="4340" y="772"/>
                    <a:pt x="5465" y="547"/>
                    <a:pt x="6333" y="547"/>
                  </a:cubicBezTo>
                  <a:close/>
                  <a:moveTo>
                    <a:pt x="6333" y="0"/>
                  </a:moveTo>
                  <a:cubicBezTo>
                    <a:pt x="5047" y="0"/>
                    <a:pt x="3440" y="418"/>
                    <a:pt x="3440" y="418"/>
                  </a:cubicBezTo>
                  <a:lnTo>
                    <a:pt x="3441" y="423"/>
                  </a:lnTo>
                  <a:lnTo>
                    <a:pt x="3441" y="423"/>
                  </a:lnTo>
                  <a:cubicBezTo>
                    <a:pt x="3326" y="440"/>
                    <a:pt x="2903" y="511"/>
                    <a:pt x="2411" y="675"/>
                  </a:cubicBezTo>
                  <a:cubicBezTo>
                    <a:pt x="1833" y="900"/>
                    <a:pt x="1126" y="1254"/>
                    <a:pt x="643" y="1897"/>
                  </a:cubicBezTo>
                  <a:cubicBezTo>
                    <a:pt x="225" y="2443"/>
                    <a:pt x="33" y="2861"/>
                    <a:pt x="33" y="3247"/>
                  </a:cubicBezTo>
                  <a:cubicBezTo>
                    <a:pt x="33" y="3472"/>
                    <a:pt x="129" y="3665"/>
                    <a:pt x="258" y="3825"/>
                  </a:cubicBezTo>
                  <a:cubicBezTo>
                    <a:pt x="386" y="3986"/>
                    <a:pt x="579" y="4083"/>
                    <a:pt x="740" y="4147"/>
                  </a:cubicBezTo>
                  <a:cubicBezTo>
                    <a:pt x="965" y="4276"/>
                    <a:pt x="1093" y="4468"/>
                    <a:pt x="1190" y="4661"/>
                  </a:cubicBezTo>
                  <a:cubicBezTo>
                    <a:pt x="1222" y="4758"/>
                    <a:pt x="1254" y="4854"/>
                    <a:pt x="1254" y="4918"/>
                  </a:cubicBezTo>
                  <a:lnTo>
                    <a:pt x="1264" y="4948"/>
                  </a:lnTo>
                  <a:lnTo>
                    <a:pt x="1264" y="4948"/>
                  </a:lnTo>
                  <a:cubicBezTo>
                    <a:pt x="1159" y="5133"/>
                    <a:pt x="917" y="5568"/>
                    <a:pt x="676" y="6076"/>
                  </a:cubicBezTo>
                  <a:cubicBezTo>
                    <a:pt x="322" y="6783"/>
                    <a:pt x="0" y="7586"/>
                    <a:pt x="0" y="8294"/>
                  </a:cubicBezTo>
                  <a:cubicBezTo>
                    <a:pt x="0" y="8486"/>
                    <a:pt x="0" y="8647"/>
                    <a:pt x="97" y="8808"/>
                  </a:cubicBezTo>
                  <a:cubicBezTo>
                    <a:pt x="161" y="8969"/>
                    <a:pt x="258" y="9129"/>
                    <a:pt x="418" y="9226"/>
                  </a:cubicBezTo>
                  <a:cubicBezTo>
                    <a:pt x="643" y="9354"/>
                    <a:pt x="868" y="9386"/>
                    <a:pt x="1158" y="9386"/>
                  </a:cubicBezTo>
                  <a:cubicBezTo>
                    <a:pt x="1608" y="9386"/>
                    <a:pt x="2186" y="9258"/>
                    <a:pt x="2797" y="9065"/>
                  </a:cubicBezTo>
                  <a:cubicBezTo>
                    <a:pt x="3729" y="8744"/>
                    <a:pt x="4790" y="8261"/>
                    <a:pt x="5722" y="7715"/>
                  </a:cubicBezTo>
                  <a:cubicBezTo>
                    <a:pt x="6654" y="7136"/>
                    <a:pt x="7458" y="6526"/>
                    <a:pt x="7940" y="5947"/>
                  </a:cubicBezTo>
                  <a:cubicBezTo>
                    <a:pt x="8519" y="5176"/>
                    <a:pt x="8712" y="4211"/>
                    <a:pt x="8712" y="3343"/>
                  </a:cubicBezTo>
                  <a:cubicBezTo>
                    <a:pt x="8712" y="2700"/>
                    <a:pt x="8615" y="2122"/>
                    <a:pt x="8454" y="1608"/>
                  </a:cubicBezTo>
                  <a:cubicBezTo>
                    <a:pt x="8294" y="1093"/>
                    <a:pt x="8069" y="675"/>
                    <a:pt x="7812" y="418"/>
                  </a:cubicBezTo>
                  <a:cubicBezTo>
                    <a:pt x="7619" y="225"/>
                    <a:pt x="7394" y="129"/>
                    <a:pt x="7169" y="97"/>
                  </a:cubicBezTo>
                  <a:cubicBezTo>
                    <a:pt x="6912" y="32"/>
                    <a:pt x="6622" y="0"/>
                    <a:pt x="6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4448;p64">
              <a:extLst>
                <a:ext uri="{FF2B5EF4-FFF2-40B4-BE49-F238E27FC236}">
                  <a16:creationId xmlns:a16="http://schemas.microsoft.com/office/drawing/2014/main" id="{A3578832-26F3-2547-D0F3-A764E1551244}"/>
                </a:ext>
              </a:extLst>
            </p:cNvPr>
            <p:cNvSpPr/>
            <p:nvPr/>
          </p:nvSpPr>
          <p:spPr>
            <a:xfrm>
              <a:off x="5417200" y="2584950"/>
              <a:ext cx="305400" cy="460675"/>
            </a:xfrm>
            <a:custGeom>
              <a:avLst/>
              <a:gdLst/>
              <a:ahLst/>
              <a:cxnLst/>
              <a:rect l="l" t="t" r="r" b="b"/>
              <a:pathLst>
                <a:path w="12216" h="18427" extrusionOk="0">
                  <a:moveTo>
                    <a:pt x="5587" y="0"/>
                  </a:moveTo>
                  <a:cubicBezTo>
                    <a:pt x="4508" y="0"/>
                    <a:pt x="3729" y="278"/>
                    <a:pt x="3729" y="278"/>
                  </a:cubicBezTo>
                  <a:cubicBezTo>
                    <a:pt x="3729" y="278"/>
                    <a:pt x="2540" y="1628"/>
                    <a:pt x="1768" y="2046"/>
                  </a:cubicBezTo>
                  <a:cubicBezTo>
                    <a:pt x="965" y="2432"/>
                    <a:pt x="0" y="2818"/>
                    <a:pt x="772" y="3396"/>
                  </a:cubicBezTo>
                  <a:cubicBezTo>
                    <a:pt x="1575" y="4007"/>
                    <a:pt x="2058" y="4489"/>
                    <a:pt x="2058" y="4489"/>
                  </a:cubicBezTo>
                  <a:cubicBezTo>
                    <a:pt x="2058" y="4489"/>
                    <a:pt x="1061" y="7704"/>
                    <a:pt x="1479" y="9568"/>
                  </a:cubicBezTo>
                  <a:cubicBezTo>
                    <a:pt x="1733" y="10797"/>
                    <a:pt x="2588" y="11006"/>
                    <a:pt x="3141" y="11006"/>
                  </a:cubicBezTo>
                  <a:cubicBezTo>
                    <a:pt x="3427" y="11006"/>
                    <a:pt x="3633" y="10950"/>
                    <a:pt x="3633" y="10950"/>
                  </a:cubicBezTo>
                  <a:lnTo>
                    <a:pt x="3633" y="10950"/>
                  </a:lnTo>
                  <a:cubicBezTo>
                    <a:pt x="3633" y="10950"/>
                    <a:pt x="3311" y="15836"/>
                    <a:pt x="2925" y="17283"/>
                  </a:cubicBezTo>
                  <a:cubicBezTo>
                    <a:pt x="2715" y="18089"/>
                    <a:pt x="3174" y="18427"/>
                    <a:pt x="3869" y="18427"/>
                  </a:cubicBezTo>
                  <a:cubicBezTo>
                    <a:pt x="4448" y="18427"/>
                    <a:pt x="5193" y="18192"/>
                    <a:pt x="5851" y="17797"/>
                  </a:cubicBezTo>
                  <a:cubicBezTo>
                    <a:pt x="7329" y="16897"/>
                    <a:pt x="7522" y="13297"/>
                    <a:pt x="8101" y="10629"/>
                  </a:cubicBezTo>
                  <a:cubicBezTo>
                    <a:pt x="8711" y="7993"/>
                    <a:pt x="12215" y="4875"/>
                    <a:pt x="9772" y="1950"/>
                  </a:cubicBezTo>
                  <a:cubicBezTo>
                    <a:pt x="8465" y="368"/>
                    <a:pt x="6828" y="0"/>
                    <a:pt x="5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4449;p64">
              <a:extLst>
                <a:ext uri="{FF2B5EF4-FFF2-40B4-BE49-F238E27FC236}">
                  <a16:creationId xmlns:a16="http://schemas.microsoft.com/office/drawing/2014/main" id="{A7D9314C-EF64-F893-2B9F-CF1A20F12892}"/>
                </a:ext>
              </a:extLst>
            </p:cNvPr>
            <p:cNvSpPr/>
            <p:nvPr/>
          </p:nvSpPr>
          <p:spPr>
            <a:xfrm>
              <a:off x="5422825" y="2578225"/>
              <a:ext cx="266825" cy="474175"/>
            </a:xfrm>
            <a:custGeom>
              <a:avLst/>
              <a:gdLst/>
              <a:ahLst/>
              <a:cxnLst/>
              <a:rect l="l" t="t" r="r" b="b"/>
              <a:pathLst>
                <a:path w="10673" h="18967" extrusionOk="0">
                  <a:moveTo>
                    <a:pt x="5336" y="547"/>
                  </a:moveTo>
                  <a:cubicBezTo>
                    <a:pt x="6558" y="547"/>
                    <a:pt x="8101" y="869"/>
                    <a:pt x="9354" y="2379"/>
                  </a:cubicBezTo>
                  <a:cubicBezTo>
                    <a:pt x="9933" y="3087"/>
                    <a:pt x="10126" y="3762"/>
                    <a:pt x="10126" y="4469"/>
                  </a:cubicBezTo>
                  <a:cubicBezTo>
                    <a:pt x="10158" y="5497"/>
                    <a:pt x="9644" y="6590"/>
                    <a:pt x="9065" y="7651"/>
                  </a:cubicBezTo>
                  <a:cubicBezTo>
                    <a:pt x="8519" y="8744"/>
                    <a:pt x="7876" y="9805"/>
                    <a:pt x="7618" y="10866"/>
                  </a:cubicBezTo>
                  <a:cubicBezTo>
                    <a:pt x="7329" y="12184"/>
                    <a:pt x="7136" y="13759"/>
                    <a:pt x="6847" y="15077"/>
                  </a:cubicBezTo>
                  <a:cubicBezTo>
                    <a:pt x="6686" y="15752"/>
                    <a:pt x="6493" y="16362"/>
                    <a:pt x="6301" y="16812"/>
                  </a:cubicBezTo>
                  <a:cubicBezTo>
                    <a:pt x="6076" y="17295"/>
                    <a:pt x="5786" y="17648"/>
                    <a:pt x="5497" y="17809"/>
                  </a:cubicBezTo>
                  <a:cubicBezTo>
                    <a:pt x="4854" y="18195"/>
                    <a:pt x="4147" y="18420"/>
                    <a:pt x="3633" y="18420"/>
                  </a:cubicBezTo>
                  <a:cubicBezTo>
                    <a:pt x="3375" y="18420"/>
                    <a:pt x="3183" y="18387"/>
                    <a:pt x="3086" y="18291"/>
                  </a:cubicBezTo>
                  <a:cubicBezTo>
                    <a:pt x="2990" y="18227"/>
                    <a:pt x="2925" y="18130"/>
                    <a:pt x="2925" y="17937"/>
                  </a:cubicBezTo>
                  <a:cubicBezTo>
                    <a:pt x="2925" y="17841"/>
                    <a:pt x="2925" y="17745"/>
                    <a:pt x="2958" y="17648"/>
                  </a:cubicBezTo>
                  <a:cubicBezTo>
                    <a:pt x="3054" y="17230"/>
                    <a:pt x="3150" y="16652"/>
                    <a:pt x="3247" y="15977"/>
                  </a:cubicBezTo>
                  <a:cubicBezTo>
                    <a:pt x="3504" y="13984"/>
                    <a:pt x="3665" y="11219"/>
                    <a:pt x="3665" y="11219"/>
                  </a:cubicBezTo>
                  <a:cubicBezTo>
                    <a:pt x="3665" y="11123"/>
                    <a:pt x="3633" y="11058"/>
                    <a:pt x="3568" y="10994"/>
                  </a:cubicBezTo>
                  <a:cubicBezTo>
                    <a:pt x="3531" y="10957"/>
                    <a:pt x="3482" y="10941"/>
                    <a:pt x="3429" y="10941"/>
                  </a:cubicBezTo>
                  <a:cubicBezTo>
                    <a:pt x="3391" y="10941"/>
                    <a:pt x="3351" y="10949"/>
                    <a:pt x="3311" y="10962"/>
                  </a:cubicBezTo>
                  <a:cubicBezTo>
                    <a:pt x="3279" y="10962"/>
                    <a:pt x="3118" y="10994"/>
                    <a:pt x="2893" y="10994"/>
                  </a:cubicBezTo>
                  <a:cubicBezTo>
                    <a:pt x="2636" y="10994"/>
                    <a:pt x="2347" y="10962"/>
                    <a:pt x="2090" y="10769"/>
                  </a:cubicBezTo>
                  <a:cubicBezTo>
                    <a:pt x="1865" y="10608"/>
                    <a:pt x="1607" y="10351"/>
                    <a:pt x="1511" y="9773"/>
                  </a:cubicBezTo>
                  <a:cubicBezTo>
                    <a:pt x="1447" y="9483"/>
                    <a:pt x="1415" y="9162"/>
                    <a:pt x="1415" y="8808"/>
                  </a:cubicBezTo>
                  <a:cubicBezTo>
                    <a:pt x="1415" y="7940"/>
                    <a:pt x="1575" y="6944"/>
                    <a:pt x="1736" y="6140"/>
                  </a:cubicBezTo>
                  <a:cubicBezTo>
                    <a:pt x="1833" y="5755"/>
                    <a:pt x="1929" y="5433"/>
                    <a:pt x="1993" y="5208"/>
                  </a:cubicBezTo>
                  <a:cubicBezTo>
                    <a:pt x="2025" y="5080"/>
                    <a:pt x="2025" y="4983"/>
                    <a:pt x="2058" y="4919"/>
                  </a:cubicBezTo>
                  <a:cubicBezTo>
                    <a:pt x="2058" y="4855"/>
                    <a:pt x="2090" y="4822"/>
                    <a:pt x="2090" y="4822"/>
                  </a:cubicBezTo>
                  <a:cubicBezTo>
                    <a:pt x="2122" y="4726"/>
                    <a:pt x="2090" y="4630"/>
                    <a:pt x="2025" y="4565"/>
                  </a:cubicBezTo>
                  <a:cubicBezTo>
                    <a:pt x="1993" y="4565"/>
                    <a:pt x="1511" y="4051"/>
                    <a:pt x="707" y="3472"/>
                  </a:cubicBezTo>
                  <a:cubicBezTo>
                    <a:pt x="643" y="3408"/>
                    <a:pt x="579" y="3344"/>
                    <a:pt x="547" y="3312"/>
                  </a:cubicBezTo>
                  <a:lnTo>
                    <a:pt x="547" y="3247"/>
                  </a:lnTo>
                  <a:cubicBezTo>
                    <a:pt x="547" y="3247"/>
                    <a:pt x="547" y="3215"/>
                    <a:pt x="579" y="3151"/>
                  </a:cubicBezTo>
                  <a:cubicBezTo>
                    <a:pt x="643" y="3087"/>
                    <a:pt x="804" y="2990"/>
                    <a:pt x="997" y="2862"/>
                  </a:cubicBezTo>
                  <a:cubicBezTo>
                    <a:pt x="1190" y="2765"/>
                    <a:pt x="1447" y="2669"/>
                    <a:pt x="1640" y="2540"/>
                  </a:cubicBezTo>
                  <a:cubicBezTo>
                    <a:pt x="2090" y="2315"/>
                    <a:pt x="2604" y="1865"/>
                    <a:pt x="2990" y="1479"/>
                  </a:cubicBezTo>
                  <a:cubicBezTo>
                    <a:pt x="3311" y="1158"/>
                    <a:pt x="3557" y="874"/>
                    <a:pt x="3653" y="761"/>
                  </a:cubicBezTo>
                  <a:lnTo>
                    <a:pt x="3653" y="761"/>
                  </a:lnTo>
                  <a:cubicBezTo>
                    <a:pt x="3878" y="709"/>
                    <a:pt x="4513" y="547"/>
                    <a:pt x="5336" y="547"/>
                  </a:cubicBezTo>
                  <a:close/>
                  <a:moveTo>
                    <a:pt x="5336" y="1"/>
                  </a:moveTo>
                  <a:cubicBezTo>
                    <a:pt x="4211" y="1"/>
                    <a:pt x="3408" y="290"/>
                    <a:pt x="3408" y="290"/>
                  </a:cubicBezTo>
                  <a:lnTo>
                    <a:pt x="3279" y="354"/>
                  </a:lnTo>
                  <a:cubicBezTo>
                    <a:pt x="3279" y="354"/>
                    <a:pt x="3215" y="451"/>
                    <a:pt x="3086" y="579"/>
                  </a:cubicBezTo>
                  <a:cubicBezTo>
                    <a:pt x="2925" y="772"/>
                    <a:pt x="2636" y="1094"/>
                    <a:pt x="2315" y="1383"/>
                  </a:cubicBezTo>
                  <a:cubicBezTo>
                    <a:pt x="1993" y="1672"/>
                    <a:pt x="1672" y="1929"/>
                    <a:pt x="1415" y="2058"/>
                  </a:cubicBezTo>
                  <a:cubicBezTo>
                    <a:pt x="1125" y="2219"/>
                    <a:pt x="804" y="2347"/>
                    <a:pt x="547" y="2508"/>
                  </a:cubicBezTo>
                  <a:cubicBezTo>
                    <a:pt x="418" y="2604"/>
                    <a:pt x="290" y="2701"/>
                    <a:pt x="193" y="2797"/>
                  </a:cubicBezTo>
                  <a:cubicBezTo>
                    <a:pt x="97" y="2926"/>
                    <a:pt x="0" y="3087"/>
                    <a:pt x="0" y="3247"/>
                  </a:cubicBezTo>
                  <a:cubicBezTo>
                    <a:pt x="0" y="3376"/>
                    <a:pt x="32" y="3505"/>
                    <a:pt x="97" y="3601"/>
                  </a:cubicBezTo>
                  <a:cubicBezTo>
                    <a:pt x="193" y="3697"/>
                    <a:pt x="290" y="3794"/>
                    <a:pt x="386" y="3890"/>
                  </a:cubicBezTo>
                  <a:cubicBezTo>
                    <a:pt x="772" y="4180"/>
                    <a:pt x="1093" y="4437"/>
                    <a:pt x="1318" y="4630"/>
                  </a:cubicBezTo>
                  <a:cubicBezTo>
                    <a:pt x="1403" y="4714"/>
                    <a:pt x="1487" y="4774"/>
                    <a:pt x="1529" y="4831"/>
                  </a:cubicBezTo>
                  <a:lnTo>
                    <a:pt x="1529" y="4831"/>
                  </a:lnTo>
                  <a:cubicBezTo>
                    <a:pt x="1371" y="5391"/>
                    <a:pt x="868" y="7237"/>
                    <a:pt x="868" y="8808"/>
                  </a:cubicBezTo>
                  <a:cubicBezTo>
                    <a:pt x="868" y="9194"/>
                    <a:pt x="900" y="9548"/>
                    <a:pt x="965" y="9901"/>
                  </a:cubicBezTo>
                  <a:cubicBezTo>
                    <a:pt x="1125" y="10544"/>
                    <a:pt x="1447" y="10994"/>
                    <a:pt x="1800" y="11219"/>
                  </a:cubicBezTo>
                  <a:cubicBezTo>
                    <a:pt x="2186" y="11476"/>
                    <a:pt x="2572" y="11541"/>
                    <a:pt x="2893" y="11541"/>
                  </a:cubicBezTo>
                  <a:cubicBezTo>
                    <a:pt x="2972" y="11541"/>
                    <a:pt x="3045" y="11537"/>
                    <a:pt x="3110" y="11531"/>
                  </a:cubicBezTo>
                  <a:lnTo>
                    <a:pt x="3110" y="11531"/>
                  </a:lnTo>
                  <a:cubicBezTo>
                    <a:pt x="3105" y="11657"/>
                    <a:pt x="3098" y="11813"/>
                    <a:pt x="3086" y="11991"/>
                  </a:cubicBezTo>
                  <a:cubicBezTo>
                    <a:pt x="3022" y="12698"/>
                    <a:pt x="2925" y="13823"/>
                    <a:pt x="2829" y="14884"/>
                  </a:cubicBezTo>
                  <a:cubicBezTo>
                    <a:pt x="2733" y="15944"/>
                    <a:pt x="2572" y="16973"/>
                    <a:pt x="2443" y="17487"/>
                  </a:cubicBezTo>
                  <a:cubicBezTo>
                    <a:pt x="2411" y="17648"/>
                    <a:pt x="2379" y="17809"/>
                    <a:pt x="2379" y="17937"/>
                  </a:cubicBezTo>
                  <a:cubicBezTo>
                    <a:pt x="2379" y="18259"/>
                    <a:pt x="2540" y="18548"/>
                    <a:pt x="2765" y="18741"/>
                  </a:cubicBezTo>
                  <a:cubicBezTo>
                    <a:pt x="3022" y="18902"/>
                    <a:pt x="3311" y="18966"/>
                    <a:pt x="3633" y="18966"/>
                  </a:cubicBezTo>
                  <a:cubicBezTo>
                    <a:pt x="4275" y="18966"/>
                    <a:pt x="5079" y="18709"/>
                    <a:pt x="5786" y="18291"/>
                  </a:cubicBezTo>
                  <a:cubicBezTo>
                    <a:pt x="6204" y="18034"/>
                    <a:pt x="6526" y="17584"/>
                    <a:pt x="6783" y="17037"/>
                  </a:cubicBezTo>
                  <a:cubicBezTo>
                    <a:pt x="7136" y="16266"/>
                    <a:pt x="7361" y="15237"/>
                    <a:pt x="7586" y="14144"/>
                  </a:cubicBezTo>
                  <a:cubicBezTo>
                    <a:pt x="7779" y="13084"/>
                    <a:pt x="7940" y="11959"/>
                    <a:pt x="8165" y="10962"/>
                  </a:cubicBezTo>
                  <a:cubicBezTo>
                    <a:pt x="8358" y="10062"/>
                    <a:pt x="8969" y="9001"/>
                    <a:pt x="9547" y="7908"/>
                  </a:cubicBezTo>
                  <a:cubicBezTo>
                    <a:pt x="10126" y="6815"/>
                    <a:pt x="10672" y="5658"/>
                    <a:pt x="10672" y="4469"/>
                  </a:cubicBezTo>
                  <a:cubicBezTo>
                    <a:pt x="10672" y="3633"/>
                    <a:pt x="10415" y="2830"/>
                    <a:pt x="9772" y="2026"/>
                  </a:cubicBezTo>
                  <a:cubicBezTo>
                    <a:pt x="8390" y="387"/>
                    <a:pt x="6654" y="1"/>
                    <a:pt x="5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4450;p64">
              <a:extLst>
                <a:ext uri="{FF2B5EF4-FFF2-40B4-BE49-F238E27FC236}">
                  <a16:creationId xmlns:a16="http://schemas.microsoft.com/office/drawing/2014/main" id="{C78BDD58-A0CD-6D49-B29F-806880D21D7B}"/>
                </a:ext>
              </a:extLst>
            </p:cNvPr>
            <p:cNvSpPr/>
            <p:nvPr/>
          </p:nvSpPr>
          <p:spPr>
            <a:xfrm>
              <a:off x="5456575" y="2429500"/>
              <a:ext cx="532825" cy="629075"/>
            </a:xfrm>
            <a:custGeom>
              <a:avLst/>
              <a:gdLst/>
              <a:ahLst/>
              <a:cxnLst/>
              <a:rect l="l" t="t" r="r" b="b"/>
              <a:pathLst>
                <a:path w="21313" h="25163" extrusionOk="0">
                  <a:moveTo>
                    <a:pt x="0" y="22215"/>
                  </a:moveTo>
                  <a:cubicBezTo>
                    <a:pt x="1" y="22215"/>
                    <a:pt x="1" y="22215"/>
                    <a:pt x="1" y="22215"/>
                  </a:cubicBezTo>
                  <a:lnTo>
                    <a:pt x="1" y="22215"/>
                  </a:lnTo>
                  <a:cubicBezTo>
                    <a:pt x="1" y="22215"/>
                    <a:pt x="0" y="22215"/>
                    <a:pt x="0" y="22215"/>
                  </a:cubicBezTo>
                  <a:close/>
                  <a:moveTo>
                    <a:pt x="4328" y="0"/>
                  </a:moveTo>
                  <a:cubicBezTo>
                    <a:pt x="3989" y="0"/>
                    <a:pt x="3665" y="20"/>
                    <a:pt x="3376" y="67"/>
                  </a:cubicBezTo>
                  <a:cubicBezTo>
                    <a:pt x="1640" y="357"/>
                    <a:pt x="965" y="5403"/>
                    <a:pt x="2058" y="8264"/>
                  </a:cubicBezTo>
                  <a:cubicBezTo>
                    <a:pt x="2508" y="9454"/>
                    <a:pt x="3311" y="10193"/>
                    <a:pt x="4083" y="10643"/>
                  </a:cubicBezTo>
                  <a:cubicBezTo>
                    <a:pt x="3922" y="10482"/>
                    <a:pt x="2861" y="9486"/>
                    <a:pt x="3890" y="8714"/>
                  </a:cubicBezTo>
                  <a:cubicBezTo>
                    <a:pt x="4983" y="7879"/>
                    <a:pt x="5947" y="7750"/>
                    <a:pt x="5947" y="7750"/>
                  </a:cubicBezTo>
                  <a:lnTo>
                    <a:pt x="5947" y="7750"/>
                  </a:lnTo>
                  <a:cubicBezTo>
                    <a:pt x="5947" y="7750"/>
                    <a:pt x="5079" y="10546"/>
                    <a:pt x="5465" y="11029"/>
                  </a:cubicBezTo>
                  <a:cubicBezTo>
                    <a:pt x="6931" y="13005"/>
                    <a:pt x="371" y="22217"/>
                    <a:pt x="8" y="22217"/>
                  </a:cubicBezTo>
                  <a:cubicBezTo>
                    <a:pt x="6" y="22217"/>
                    <a:pt x="3" y="22216"/>
                    <a:pt x="1" y="22215"/>
                  </a:cubicBezTo>
                  <a:lnTo>
                    <a:pt x="1" y="22215"/>
                  </a:lnTo>
                  <a:cubicBezTo>
                    <a:pt x="49" y="22242"/>
                    <a:pt x="1960" y="23323"/>
                    <a:pt x="4404" y="24497"/>
                  </a:cubicBezTo>
                  <a:cubicBezTo>
                    <a:pt x="5359" y="24958"/>
                    <a:pt x="6344" y="25163"/>
                    <a:pt x="7330" y="25163"/>
                  </a:cubicBezTo>
                  <a:cubicBezTo>
                    <a:pt x="11919" y="25163"/>
                    <a:pt x="16527" y="20716"/>
                    <a:pt x="18194" y="16879"/>
                  </a:cubicBezTo>
                  <a:cubicBezTo>
                    <a:pt x="19769" y="13182"/>
                    <a:pt x="21312" y="6496"/>
                    <a:pt x="18098" y="3153"/>
                  </a:cubicBezTo>
                  <a:cubicBezTo>
                    <a:pt x="15773" y="787"/>
                    <a:pt x="12697" y="291"/>
                    <a:pt x="10574" y="291"/>
                  </a:cubicBezTo>
                  <a:cubicBezTo>
                    <a:pt x="9379" y="291"/>
                    <a:pt x="8486" y="448"/>
                    <a:pt x="8197" y="517"/>
                  </a:cubicBezTo>
                  <a:cubicBezTo>
                    <a:pt x="8197" y="517"/>
                    <a:pt x="6061" y="0"/>
                    <a:pt x="4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4451;p64">
              <a:extLst>
                <a:ext uri="{FF2B5EF4-FFF2-40B4-BE49-F238E27FC236}">
                  <a16:creationId xmlns:a16="http://schemas.microsoft.com/office/drawing/2014/main" id="{7BA5B572-6062-1097-11F6-FD0DB9C364DE}"/>
                </a:ext>
              </a:extLst>
            </p:cNvPr>
            <p:cNvSpPr/>
            <p:nvPr/>
          </p:nvSpPr>
          <p:spPr>
            <a:xfrm>
              <a:off x="5449350" y="2423125"/>
              <a:ext cx="513525" cy="642125"/>
            </a:xfrm>
            <a:custGeom>
              <a:avLst/>
              <a:gdLst/>
              <a:ahLst/>
              <a:cxnLst/>
              <a:rect l="l" t="t" r="r" b="b"/>
              <a:pathLst>
                <a:path w="20541" h="25685" extrusionOk="0">
                  <a:moveTo>
                    <a:pt x="4629" y="547"/>
                  </a:moveTo>
                  <a:cubicBezTo>
                    <a:pt x="5465" y="547"/>
                    <a:pt x="6429" y="644"/>
                    <a:pt x="7168" y="772"/>
                  </a:cubicBezTo>
                  <a:cubicBezTo>
                    <a:pt x="7522" y="837"/>
                    <a:pt x="7843" y="901"/>
                    <a:pt x="8068" y="965"/>
                  </a:cubicBezTo>
                  <a:cubicBezTo>
                    <a:pt x="8293" y="997"/>
                    <a:pt x="8422" y="1030"/>
                    <a:pt x="8422" y="1030"/>
                  </a:cubicBezTo>
                  <a:lnTo>
                    <a:pt x="8550" y="1030"/>
                  </a:lnTo>
                  <a:cubicBezTo>
                    <a:pt x="8808" y="965"/>
                    <a:pt x="9708" y="805"/>
                    <a:pt x="10865" y="805"/>
                  </a:cubicBezTo>
                  <a:cubicBezTo>
                    <a:pt x="12954" y="805"/>
                    <a:pt x="15944" y="1319"/>
                    <a:pt x="18194" y="3601"/>
                  </a:cubicBezTo>
                  <a:cubicBezTo>
                    <a:pt x="19512" y="4951"/>
                    <a:pt x="19994" y="6944"/>
                    <a:pt x="19994" y="9066"/>
                  </a:cubicBezTo>
                  <a:cubicBezTo>
                    <a:pt x="19994" y="11894"/>
                    <a:pt x="19126" y="14948"/>
                    <a:pt x="18226" y="17005"/>
                  </a:cubicBezTo>
                  <a:cubicBezTo>
                    <a:pt x="17422" y="18902"/>
                    <a:pt x="15879" y="20927"/>
                    <a:pt x="13983" y="22502"/>
                  </a:cubicBezTo>
                  <a:cubicBezTo>
                    <a:pt x="12054" y="24077"/>
                    <a:pt x="9804" y="25138"/>
                    <a:pt x="7618" y="25138"/>
                  </a:cubicBezTo>
                  <a:cubicBezTo>
                    <a:pt x="6654" y="25138"/>
                    <a:pt x="5722" y="24945"/>
                    <a:pt x="4790" y="24495"/>
                  </a:cubicBezTo>
                  <a:cubicBezTo>
                    <a:pt x="3568" y="23916"/>
                    <a:pt x="2475" y="23338"/>
                    <a:pt x="1672" y="22920"/>
                  </a:cubicBezTo>
                  <a:cubicBezTo>
                    <a:pt x="1286" y="22727"/>
                    <a:pt x="964" y="22534"/>
                    <a:pt x="739" y="22438"/>
                  </a:cubicBezTo>
                  <a:cubicBezTo>
                    <a:pt x="736" y="22435"/>
                    <a:pt x="732" y="22433"/>
                    <a:pt x="728" y="22430"/>
                  </a:cubicBezTo>
                  <a:lnTo>
                    <a:pt x="728" y="22430"/>
                  </a:lnTo>
                  <a:cubicBezTo>
                    <a:pt x="811" y="22336"/>
                    <a:pt x="911" y="22219"/>
                    <a:pt x="1029" y="22084"/>
                  </a:cubicBezTo>
                  <a:cubicBezTo>
                    <a:pt x="1736" y="21184"/>
                    <a:pt x="3022" y="19320"/>
                    <a:pt x="4147" y="17391"/>
                  </a:cubicBezTo>
                  <a:cubicBezTo>
                    <a:pt x="4725" y="16395"/>
                    <a:pt x="5240" y="15430"/>
                    <a:pt x="5593" y="14498"/>
                  </a:cubicBezTo>
                  <a:cubicBezTo>
                    <a:pt x="5979" y="13598"/>
                    <a:pt x="6236" y="12762"/>
                    <a:pt x="6236" y="12087"/>
                  </a:cubicBezTo>
                  <a:cubicBezTo>
                    <a:pt x="6236" y="11734"/>
                    <a:pt x="6172" y="11380"/>
                    <a:pt x="5979" y="11123"/>
                  </a:cubicBezTo>
                  <a:lnTo>
                    <a:pt x="5947" y="11123"/>
                  </a:lnTo>
                  <a:cubicBezTo>
                    <a:pt x="5947" y="11123"/>
                    <a:pt x="5915" y="10994"/>
                    <a:pt x="5915" y="10834"/>
                  </a:cubicBezTo>
                  <a:cubicBezTo>
                    <a:pt x="5915" y="10416"/>
                    <a:pt x="6075" y="9709"/>
                    <a:pt x="6204" y="9130"/>
                  </a:cubicBezTo>
                  <a:cubicBezTo>
                    <a:pt x="6268" y="8841"/>
                    <a:pt x="6332" y="8583"/>
                    <a:pt x="6397" y="8391"/>
                  </a:cubicBezTo>
                  <a:cubicBezTo>
                    <a:pt x="6461" y="8198"/>
                    <a:pt x="6493" y="8069"/>
                    <a:pt x="6493" y="8069"/>
                  </a:cubicBezTo>
                  <a:cubicBezTo>
                    <a:pt x="6525" y="8005"/>
                    <a:pt x="6493" y="7908"/>
                    <a:pt x="6429" y="7812"/>
                  </a:cubicBezTo>
                  <a:cubicBezTo>
                    <a:pt x="6382" y="7765"/>
                    <a:pt x="6335" y="7735"/>
                    <a:pt x="6275" y="7735"/>
                  </a:cubicBezTo>
                  <a:cubicBezTo>
                    <a:pt x="6253" y="7735"/>
                    <a:pt x="6230" y="7739"/>
                    <a:pt x="6204" y="7748"/>
                  </a:cubicBezTo>
                  <a:cubicBezTo>
                    <a:pt x="6172" y="7748"/>
                    <a:pt x="5143" y="7876"/>
                    <a:pt x="3986" y="8776"/>
                  </a:cubicBezTo>
                  <a:lnTo>
                    <a:pt x="3986" y="8744"/>
                  </a:lnTo>
                  <a:cubicBezTo>
                    <a:pt x="3632" y="9034"/>
                    <a:pt x="3472" y="9419"/>
                    <a:pt x="3472" y="9741"/>
                  </a:cubicBezTo>
                  <a:cubicBezTo>
                    <a:pt x="3472" y="9777"/>
                    <a:pt x="3473" y="9813"/>
                    <a:pt x="3477" y="9849"/>
                  </a:cubicBezTo>
                  <a:lnTo>
                    <a:pt x="3477" y="9849"/>
                  </a:lnTo>
                  <a:cubicBezTo>
                    <a:pt x="3120" y="9475"/>
                    <a:pt x="2807" y="9010"/>
                    <a:pt x="2572" y="8423"/>
                  </a:cubicBezTo>
                  <a:cubicBezTo>
                    <a:pt x="2250" y="7523"/>
                    <a:pt x="2089" y="6366"/>
                    <a:pt x="2089" y="5240"/>
                  </a:cubicBezTo>
                  <a:cubicBezTo>
                    <a:pt x="2089" y="4083"/>
                    <a:pt x="2250" y="2926"/>
                    <a:pt x="2539" y="2058"/>
                  </a:cubicBezTo>
                  <a:cubicBezTo>
                    <a:pt x="2700" y="1640"/>
                    <a:pt x="2893" y="1255"/>
                    <a:pt x="3086" y="1030"/>
                  </a:cubicBezTo>
                  <a:cubicBezTo>
                    <a:pt x="3311" y="772"/>
                    <a:pt x="3504" y="644"/>
                    <a:pt x="3729" y="612"/>
                  </a:cubicBezTo>
                  <a:cubicBezTo>
                    <a:pt x="3986" y="547"/>
                    <a:pt x="4307" y="547"/>
                    <a:pt x="4629" y="547"/>
                  </a:cubicBezTo>
                  <a:close/>
                  <a:moveTo>
                    <a:pt x="4629" y="1"/>
                  </a:moveTo>
                  <a:cubicBezTo>
                    <a:pt x="4275" y="1"/>
                    <a:pt x="3954" y="1"/>
                    <a:pt x="3632" y="65"/>
                  </a:cubicBezTo>
                  <a:cubicBezTo>
                    <a:pt x="3247" y="129"/>
                    <a:pt x="2925" y="354"/>
                    <a:pt x="2668" y="676"/>
                  </a:cubicBezTo>
                  <a:cubicBezTo>
                    <a:pt x="2282" y="1158"/>
                    <a:pt x="2025" y="1833"/>
                    <a:pt x="1832" y="2637"/>
                  </a:cubicBezTo>
                  <a:cubicBezTo>
                    <a:pt x="1639" y="3408"/>
                    <a:pt x="1543" y="4340"/>
                    <a:pt x="1543" y="5240"/>
                  </a:cubicBezTo>
                  <a:cubicBezTo>
                    <a:pt x="1543" y="6430"/>
                    <a:pt x="1704" y="7619"/>
                    <a:pt x="2089" y="8616"/>
                  </a:cubicBezTo>
                  <a:cubicBezTo>
                    <a:pt x="2539" y="9869"/>
                    <a:pt x="3407" y="10641"/>
                    <a:pt x="4243" y="11123"/>
                  </a:cubicBezTo>
                  <a:cubicBezTo>
                    <a:pt x="4289" y="11146"/>
                    <a:pt x="4338" y="11156"/>
                    <a:pt x="4386" y="11156"/>
                  </a:cubicBezTo>
                  <a:cubicBezTo>
                    <a:pt x="4473" y="11156"/>
                    <a:pt x="4555" y="11121"/>
                    <a:pt x="4597" y="11059"/>
                  </a:cubicBezTo>
                  <a:cubicBezTo>
                    <a:pt x="4693" y="10930"/>
                    <a:pt x="4661" y="10769"/>
                    <a:pt x="4565" y="10705"/>
                  </a:cubicBezTo>
                  <a:cubicBezTo>
                    <a:pt x="4500" y="10641"/>
                    <a:pt x="4372" y="10512"/>
                    <a:pt x="4243" y="10319"/>
                  </a:cubicBezTo>
                  <a:cubicBezTo>
                    <a:pt x="4115" y="10159"/>
                    <a:pt x="3986" y="9934"/>
                    <a:pt x="3986" y="9741"/>
                  </a:cubicBezTo>
                  <a:cubicBezTo>
                    <a:pt x="4018" y="9580"/>
                    <a:pt x="4050" y="9387"/>
                    <a:pt x="4340" y="9194"/>
                  </a:cubicBezTo>
                  <a:cubicBezTo>
                    <a:pt x="4854" y="8776"/>
                    <a:pt x="5336" y="8551"/>
                    <a:pt x="5690" y="8423"/>
                  </a:cubicBezTo>
                  <a:cubicBezTo>
                    <a:pt x="5745" y="8404"/>
                    <a:pt x="5795" y="8389"/>
                    <a:pt x="5841" y="8375"/>
                  </a:cubicBezTo>
                  <a:lnTo>
                    <a:pt x="5841" y="8375"/>
                  </a:lnTo>
                  <a:cubicBezTo>
                    <a:pt x="5793" y="8551"/>
                    <a:pt x="5739" y="8767"/>
                    <a:pt x="5690" y="9001"/>
                  </a:cubicBezTo>
                  <a:cubicBezTo>
                    <a:pt x="5529" y="9612"/>
                    <a:pt x="5400" y="10319"/>
                    <a:pt x="5400" y="10834"/>
                  </a:cubicBezTo>
                  <a:cubicBezTo>
                    <a:pt x="5400" y="11059"/>
                    <a:pt x="5400" y="11251"/>
                    <a:pt x="5529" y="11444"/>
                  </a:cubicBezTo>
                  <a:cubicBezTo>
                    <a:pt x="5625" y="11573"/>
                    <a:pt x="5690" y="11798"/>
                    <a:pt x="5690" y="12087"/>
                  </a:cubicBezTo>
                  <a:cubicBezTo>
                    <a:pt x="5690" y="12730"/>
                    <a:pt x="5368" y="13727"/>
                    <a:pt x="4886" y="14820"/>
                  </a:cubicBezTo>
                  <a:cubicBezTo>
                    <a:pt x="4115" y="16491"/>
                    <a:pt x="2989" y="18355"/>
                    <a:pt x="1993" y="19802"/>
                  </a:cubicBezTo>
                  <a:cubicBezTo>
                    <a:pt x="1511" y="20541"/>
                    <a:pt x="1061" y="21152"/>
                    <a:pt x="707" y="21602"/>
                  </a:cubicBezTo>
                  <a:cubicBezTo>
                    <a:pt x="546" y="21827"/>
                    <a:pt x="386" y="21988"/>
                    <a:pt x="289" y="22116"/>
                  </a:cubicBezTo>
                  <a:cubicBezTo>
                    <a:pt x="257" y="22148"/>
                    <a:pt x="193" y="22213"/>
                    <a:pt x="193" y="22213"/>
                  </a:cubicBezTo>
                  <a:lnTo>
                    <a:pt x="182" y="22223"/>
                  </a:lnTo>
                  <a:lnTo>
                    <a:pt x="182" y="22223"/>
                  </a:lnTo>
                  <a:cubicBezTo>
                    <a:pt x="120" y="22247"/>
                    <a:pt x="67" y="22289"/>
                    <a:pt x="32" y="22341"/>
                  </a:cubicBezTo>
                  <a:cubicBezTo>
                    <a:pt x="0" y="22438"/>
                    <a:pt x="0" y="22566"/>
                    <a:pt x="96" y="22663"/>
                  </a:cubicBezTo>
                  <a:cubicBezTo>
                    <a:pt x="114" y="22697"/>
                    <a:pt x="140" y="22713"/>
                    <a:pt x="161" y="22721"/>
                  </a:cubicBezTo>
                  <a:lnTo>
                    <a:pt x="161" y="22721"/>
                  </a:lnTo>
                  <a:lnTo>
                    <a:pt x="161" y="22727"/>
                  </a:lnTo>
                  <a:lnTo>
                    <a:pt x="212" y="22727"/>
                  </a:lnTo>
                  <a:cubicBezTo>
                    <a:pt x="534" y="22919"/>
                    <a:pt x="2335" y="23921"/>
                    <a:pt x="4565" y="24977"/>
                  </a:cubicBezTo>
                  <a:cubicBezTo>
                    <a:pt x="5561" y="25459"/>
                    <a:pt x="6590" y="25684"/>
                    <a:pt x="7618" y="25684"/>
                  </a:cubicBezTo>
                  <a:cubicBezTo>
                    <a:pt x="9997" y="25684"/>
                    <a:pt x="12343" y="24527"/>
                    <a:pt x="14304" y="22920"/>
                  </a:cubicBezTo>
                  <a:cubicBezTo>
                    <a:pt x="16265" y="21281"/>
                    <a:pt x="17872" y="19191"/>
                    <a:pt x="18708" y="17230"/>
                  </a:cubicBezTo>
                  <a:cubicBezTo>
                    <a:pt x="19640" y="15077"/>
                    <a:pt x="20540" y="11991"/>
                    <a:pt x="20540" y="9066"/>
                  </a:cubicBezTo>
                  <a:cubicBezTo>
                    <a:pt x="20540" y="6848"/>
                    <a:pt x="20026" y="4726"/>
                    <a:pt x="18579" y="3247"/>
                  </a:cubicBezTo>
                  <a:cubicBezTo>
                    <a:pt x="16169" y="772"/>
                    <a:pt x="13019" y="290"/>
                    <a:pt x="10865" y="290"/>
                  </a:cubicBezTo>
                  <a:cubicBezTo>
                    <a:pt x="9723" y="290"/>
                    <a:pt x="8862" y="431"/>
                    <a:pt x="8492" y="501"/>
                  </a:cubicBezTo>
                  <a:lnTo>
                    <a:pt x="8492" y="501"/>
                  </a:lnTo>
                  <a:cubicBezTo>
                    <a:pt x="8139" y="420"/>
                    <a:pt x="6253" y="1"/>
                    <a:pt x="4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4452;p64">
              <a:extLst>
                <a:ext uri="{FF2B5EF4-FFF2-40B4-BE49-F238E27FC236}">
                  <a16:creationId xmlns:a16="http://schemas.microsoft.com/office/drawing/2014/main" id="{B8C0B8AA-625F-8593-472A-C64B0D15EE60}"/>
                </a:ext>
              </a:extLst>
            </p:cNvPr>
            <p:cNvSpPr/>
            <p:nvPr/>
          </p:nvSpPr>
          <p:spPr>
            <a:xfrm>
              <a:off x="4468125" y="2857075"/>
              <a:ext cx="348000" cy="631675"/>
            </a:xfrm>
            <a:custGeom>
              <a:avLst/>
              <a:gdLst/>
              <a:ahLst/>
              <a:cxnLst/>
              <a:rect l="l" t="t" r="r" b="b"/>
              <a:pathLst>
                <a:path w="13920" h="25267" extrusionOk="0">
                  <a:moveTo>
                    <a:pt x="4951" y="1"/>
                  </a:moveTo>
                  <a:lnTo>
                    <a:pt x="1" y="20670"/>
                  </a:lnTo>
                  <a:lnTo>
                    <a:pt x="10126" y="25267"/>
                  </a:lnTo>
                  <a:lnTo>
                    <a:pt x="13919" y="5851"/>
                  </a:lnTo>
                  <a:lnTo>
                    <a:pt x="4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4453;p64">
              <a:extLst>
                <a:ext uri="{FF2B5EF4-FFF2-40B4-BE49-F238E27FC236}">
                  <a16:creationId xmlns:a16="http://schemas.microsoft.com/office/drawing/2014/main" id="{18D66FDB-706F-AED7-1F5B-CD2CFB19C8F0}"/>
                </a:ext>
              </a:extLst>
            </p:cNvPr>
            <p:cNvSpPr/>
            <p:nvPr/>
          </p:nvSpPr>
          <p:spPr>
            <a:xfrm>
              <a:off x="4460900" y="2850325"/>
              <a:ext cx="362450" cy="645450"/>
            </a:xfrm>
            <a:custGeom>
              <a:avLst/>
              <a:gdLst/>
              <a:ahLst/>
              <a:cxnLst/>
              <a:rect l="l" t="t" r="r" b="b"/>
              <a:pathLst>
                <a:path w="14498" h="25818" extrusionOk="0">
                  <a:moveTo>
                    <a:pt x="5408" y="710"/>
                  </a:moveTo>
                  <a:lnTo>
                    <a:pt x="13919" y="6250"/>
                  </a:lnTo>
                  <a:lnTo>
                    <a:pt x="10222" y="25151"/>
                  </a:lnTo>
                  <a:lnTo>
                    <a:pt x="611" y="20779"/>
                  </a:lnTo>
                  <a:lnTo>
                    <a:pt x="5408" y="710"/>
                  </a:lnTo>
                  <a:close/>
                  <a:moveTo>
                    <a:pt x="5208" y="0"/>
                  </a:moveTo>
                  <a:cubicBezTo>
                    <a:pt x="5184" y="0"/>
                    <a:pt x="5162" y="4"/>
                    <a:pt x="5144" y="14"/>
                  </a:cubicBezTo>
                  <a:cubicBezTo>
                    <a:pt x="5047" y="46"/>
                    <a:pt x="5015" y="142"/>
                    <a:pt x="4983" y="207"/>
                  </a:cubicBezTo>
                  <a:lnTo>
                    <a:pt x="33" y="20876"/>
                  </a:lnTo>
                  <a:cubicBezTo>
                    <a:pt x="0" y="21004"/>
                    <a:pt x="65" y="21133"/>
                    <a:pt x="193" y="21165"/>
                  </a:cubicBezTo>
                  <a:lnTo>
                    <a:pt x="10287" y="25794"/>
                  </a:lnTo>
                  <a:cubicBezTo>
                    <a:pt x="10335" y="25810"/>
                    <a:pt x="10375" y="25818"/>
                    <a:pt x="10415" y="25818"/>
                  </a:cubicBezTo>
                  <a:cubicBezTo>
                    <a:pt x="10455" y="25818"/>
                    <a:pt x="10496" y="25810"/>
                    <a:pt x="10544" y="25794"/>
                  </a:cubicBezTo>
                  <a:cubicBezTo>
                    <a:pt x="10608" y="25729"/>
                    <a:pt x="10640" y="25665"/>
                    <a:pt x="10672" y="25601"/>
                  </a:cubicBezTo>
                  <a:lnTo>
                    <a:pt x="14498" y="6153"/>
                  </a:lnTo>
                  <a:cubicBezTo>
                    <a:pt x="14498" y="6057"/>
                    <a:pt x="14465" y="5961"/>
                    <a:pt x="14369" y="5896"/>
                  </a:cubicBezTo>
                  <a:lnTo>
                    <a:pt x="5401" y="46"/>
                  </a:lnTo>
                  <a:cubicBezTo>
                    <a:pt x="5333" y="23"/>
                    <a:pt x="5264" y="0"/>
                    <a:pt x="5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4454;p64">
              <a:extLst>
                <a:ext uri="{FF2B5EF4-FFF2-40B4-BE49-F238E27FC236}">
                  <a16:creationId xmlns:a16="http://schemas.microsoft.com/office/drawing/2014/main" id="{525089C3-4FDA-5165-BD59-1847E7A2F930}"/>
                </a:ext>
              </a:extLst>
            </p:cNvPr>
            <p:cNvSpPr/>
            <p:nvPr/>
          </p:nvSpPr>
          <p:spPr>
            <a:xfrm>
              <a:off x="4497875" y="2910925"/>
              <a:ext cx="289325" cy="524775"/>
            </a:xfrm>
            <a:custGeom>
              <a:avLst/>
              <a:gdLst/>
              <a:ahLst/>
              <a:cxnLst/>
              <a:rect l="l" t="t" r="r" b="b"/>
              <a:pathLst>
                <a:path w="11573" h="20991" extrusionOk="0">
                  <a:moveTo>
                    <a:pt x="4115" y="1"/>
                  </a:moveTo>
                  <a:lnTo>
                    <a:pt x="0" y="17166"/>
                  </a:lnTo>
                  <a:lnTo>
                    <a:pt x="8390" y="20991"/>
                  </a:lnTo>
                  <a:lnTo>
                    <a:pt x="11572" y="4854"/>
                  </a:lnTo>
                  <a:lnTo>
                    <a:pt x="41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4455;p64">
              <a:extLst>
                <a:ext uri="{FF2B5EF4-FFF2-40B4-BE49-F238E27FC236}">
                  <a16:creationId xmlns:a16="http://schemas.microsoft.com/office/drawing/2014/main" id="{9951D7FB-151C-4EEE-06B4-2B382FC15BE2}"/>
                </a:ext>
              </a:extLst>
            </p:cNvPr>
            <p:cNvSpPr/>
            <p:nvPr/>
          </p:nvSpPr>
          <p:spPr>
            <a:xfrm>
              <a:off x="4490625" y="2903975"/>
              <a:ext cx="303800" cy="537975"/>
            </a:xfrm>
            <a:custGeom>
              <a:avLst/>
              <a:gdLst/>
              <a:ahLst/>
              <a:cxnLst/>
              <a:rect l="l" t="t" r="r" b="b"/>
              <a:pathLst>
                <a:path w="12152" h="21519" extrusionOk="0">
                  <a:moveTo>
                    <a:pt x="4566" y="711"/>
                  </a:moveTo>
                  <a:lnTo>
                    <a:pt x="11573" y="5229"/>
                  </a:lnTo>
                  <a:lnTo>
                    <a:pt x="8487" y="20883"/>
                  </a:lnTo>
                  <a:lnTo>
                    <a:pt x="612" y="17283"/>
                  </a:lnTo>
                  <a:lnTo>
                    <a:pt x="4566" y="711"/>
                  </a:lnTo>
                  <a:close/>
                  <a:moveTo>
                    <a:pt x="4400" y="0"/>
                  </a:moveTo>
                  <a:cubicBezTo>
                    <a:pt x="4367" y="0"/>
                    <a:pt x="4335" y="8"/>
                    <a:pt x="4308" y="21"/>
                  </a:cubicBezTo>
                  <a:cubicBezTo>
                    <a:pt x="4212" y="54"/>
                    <a:pt x="4147" y="118"/>
                    <a:pt x="4147" y="214"/>
                  </a:cubicBezTo>
                  <a:lnTo>
                    <a:pt x="33" y="17379"/>
                  </a:lnTo>
                  <a:cubicBezTo>
                    <a:pt x="1" y="17508"/>
                    <a:pt x="65" y="17637"/>
                    <a:pt x="162" y="17669"/>
                  </a:cubicBezTo>
                  <a:lnTo>
                    <a:pt x="8583" y="21494"/>
                  </a:lnTo>
                  <a:cubicBezTo>
                    <a:pt x="8615" y="21510"/>
                    <a:pt x="8656" y="21518"/>
                    <a:pt x="8696" y="21518"/>
                  </a:cubicBezTo>
                  <a:cubicBezTo>
                    <a:pt x="8736" y="21518"/>
                    <a:pt x="8776" y="21510"/>
                    <a:pt x="8808" y="21494"/>
                  </a:cubicBezTo>
                  <a:cubicBezTo>
                    <a:pt x="8873" y="21462"/>
                    <a:pt x="8937" y="21398"/>
                    <a:pt x="8937" y="21301"/>
                  </a:cubicBezTo>
                  <a:lnTo>
                    <a:pt x="12119" y="5165"/>
                  </a:lnTo>
                  <a:cubicBezTo>
                    <a:pt x="12151" y="5068"/>
                    <a:pt x="12087" y="4940"/>
                    <a:pt x="11991" y="4907"/>
                  </a:cubicBezTo>
                  <a:lnTo>
                    <a:pt x="4533" y="54"/>
                  </a:lnTo>
                  <a:cubicBezTo>
                    <a:pt x="4495" y="16"/>
                    <a:pt x="4447" y="0"/>
                    <a:pt x="4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4456;p64">
              <a:extLst>
                <a:ext uri="{FF2B5EF4-FFF2-40B4-BE49-F238E27FC236}">
                  <a16:creationId xmlns:a16="http://schemas.microsoft.com/office/drawing/2014/main" id="{5DC1A54F-240D-0D5B-C8BC-D108F87C79CF}"/>
                </a:ext>
              </a:extLst>
            </p:cNvPr>
            <p:cNvSpPr/>
            <p:nvPr/>
          </p:nvSpPr>
          <p:spPr>
            <a:xfrm>
              <a:off x="4721275" y="3003350"/>
              <a:ext cx="440400" cy="513525"/>
            </a:xfrm>
            <a:custGeom>
              <a:avLst/>
              <a:gdLst/>
              <a:ahLst/>
              <a:cxnLst/>
              <a:rect l="l" t="t" r="r" b="b"/>
              <a:pathLst>
                <a:path w="17616" h="20541" extrusionOk="0">
                  <a:moveTo>
                    <a:pt x="3793" y="0"/>
                  </a:moveTo>
                  <a:lnTo>
                    <a:pt x="0" y="19416"/>
                  </a:lnTo>
                  <a:lnTo>
                    <a:pt x="14915" y="20541"/>
                  </a:lnTo>
                  <a:lnTo>
                    <a:pt x="17615" y="675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4457;p64">
              <a:extLst>
                <a:ext uri="{FF2B5EF4-FFF2-40B4-BE49-F238E27FC236}">
                  <a16:creationId xmlns:a16="http://schemas.microsoft.com/office/drawing/2014/main" id="{C12B0328-42B6-C58F-41A0-A0B83C7229F1}"/>
                </a:ext>
              </a:extLst>
            </p:cNvPr>
            <p:cNvSpPr/>
            <p:nvPr/>
          </p:nvSpPr>
          <p:spPr>
            <a:xfrm>
              <a:off x="4714025" y="2996100"/>
              <a:ext cx="454875" cy="527350"/>
            </a:xfrm>
            <a:custGeom>
              <a:avLst/>
              <a:gdLst/>
              <a:ahLst/>
              <a:cxnLst/>
              <a:rect l="l" t="t" r="r" b="b"/>
              <a:pathLst>
                <a:path w="18195" h="21094" extrusionOk="0">
                  <a:moveTo>
                    <a:pt x="4326" y="559"/>
                  </a:moveTo>
                  <a:lnTo>
                    <a:pt x="17616" y="1222"/>
                  </a:lnTo>
                  <a:lnTo>
                    <a:pt x="14980" y="20541"/>
                  </a:lnTo>
                  <a:lnTo>
                    <a:pt x="612" y="19481"/>
                  </a:lnTo>
                  <a:lnTo>
                    <a:pt x="4326" y="559"/>
                  </a:lnTo>
                  <a:close/>
                  <a:moveTo>
                    <a:pt x="4115" y="1"/>
                  </a:moveTo>
                  <a:cubicBezTo>
                    <a:pt x="3987" y="1"/>
                    <a:pt x="3858" y="97"/>
                    <a:pt x="3826" y="226"/>
                  </a:cubicBezTo>
                  <a:lnTo>
                    <a:pt x="33" y="19673"/>
                  </a:lnTo>
                  <a:cubicBezTo>
                    <a:pt x="1" y="19738"/>
                    <a:pt x="33" y="19802"/>
                    <a:pt x="65" y="19866"/>
                  </a:cubicBezTo>
                  <a:cubicBezTo>
                    <a:pt x="130" y="19931"/>
                    <a:pt x="194" y="19963"/>
                    <a:pt x="258" y="19963"/>
                  </a:cubicBezTo>
                  <a:lnTo>
                    <a:pt x="15205" y="21088"/>
                  </a:lnTo>
                  <a:cubicBezTo>
                    <a:pt x="15222" y="21092"/>
                    <a:pt x="15238" y="21094"/>
                    <a:pt x="15255" y="21094"/>
                  </a:cubicBezTo>
                  <a:cubicBezTo>
                    <a:pt x="15365" y="21094"/>
                    <a:pt x="15467" y="21003"/>
                    <a:pt x="15495" y="20863"/>
                  </a:cubicBezTo>
                  <a:lnTo>
                    <a:pt x="18163" y="997"/>
                  </a:lnTo>
                  <a:cubicBezTo>
                    <a:pt x="18195" y="933"/>
                    <a:pt x="18163" y="837"/>
                    <a:pt x="18130" y="772"/>
                  </a:cubicBezTo>
                  <a:cubicBezTo>
                    <a:pt x="18066" y="740"/>
                    <a:pt x="18002" y="708"/>
                    <a:pt x="17937" y="676"/>
                  </a:cubicBezTo>
                  <a:lnTo>
                    <a:pt x="41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4458;p64">
              <a:extLst>
                <a:ext uri="{FF2B5EF4-FFF2-40B4-BE49-F238E27FC236}">
                  <a16:creationId xmlns:a16="http://schemas.microsoft.com/office/drawing/2014/main" id="{21602B8B-572E-0E1E-5436-5085429199AB}"/>
                </a:ext>
              </a:extLst>
            </p:cNvPr>
            <p:cNvSpPr/>
            <p:nvPr/>
          </p:nvSpPr>
          <p:spPr>
            <a:xfrm>
              <a:off x="4918150" y="3207450"/>
              <a:ext cx="27350" cy="17725"/>
            </a:xfrm>
            <a:custGeom>
              <a:avLst/>
              <a:gdLst/>
              <a:ahLst/>
              <a:cxnLst/>
              <a:rect l="l" t="t" r="r" b="b"/>
              <a:pathLst>
                <a:path w="1094" h="709" extrusionOk="0">
                  <a:moveTo>
                    <a:pt x="129" y="1"/>
                  </a:moveTo>
                  <a:lnTo>
                    <a:pt x="1" y="644"/>
                  </a:lnTo>
                  <a:lnTo>
                    <a:pt x="997" y="708"/>
                  </a:lnTo>
                  <a:lnTo>
                    <a:pt x="1094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4459;p64">
              <a:extLst>
                <a:ext uri="{FF2B5EF4-FFF2-40B4-BE49-F238E27FC236}">
                  <a16:creationId xmlns:a16="http://schemas.microsoft.com/office/drawing/2014/main" id="{C5DB89F1-A124-8AC8-B4C5-9E2E50DFD814}"/>
                </a:ext>
              </a:extLst>
            </p:cNvPr>
            <p:cNvSpPr/>
            <p:nvPr/>
          </p:nvSpPr>
          <p:spPr>
            <a:xfrm>
              <a:off x="4941450" y="3310325"/>
              <a:ext cx="38600" cy="26550"/>
            </a:xfrm>
            <a:custGeom>
              <a:avLst/>
              <a:gdLst/>
              <a:ahLst/>
              <a:cxnLst/>
              <a:rect l="l" t="t" r="r" b="b"/>
              <a:pathLst>
                <a:path w="1544" h="1062" extrusionOk="0">
                  <a:moveTo>
                    <a:pt x="162" y="0"/>
                  </a:moveTo>
                  <a:lnTo>
                    <a:pt x="1" y="965"/>
                  </a:lnTo>
                  <a:lnTo>
                    <a:pt x="1383" y="1061"/>
                  </a:lnTo>
                  <a:lnTo>
                    <a:pt x="1544" y="6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4460;p64">
              <a:extLst>
                <a:ext uri="{FF2B5EF4-FFF2-40B4-BE49-F238E27FC236}">
                  <a16:creationId xmlns:a16="http://schemas.microsoft.com/office/drawing/2014/main" id="{6A431902-91E8-36D3-64CC-719D3A312C3D}"/>
                </a:ext>
              </a:extLst>
            </p:cNvPr>
            <p:cNvSpPr/>
            <p:nvPr/>
          </p:nvSpPr>
          <p:spPr>
            <a:xfrm>
              <a:off x="4882800" y="3134325"/>
              <a:ext cx="34575" cy="19325"/>
            </a:xfrm>
            <a:custGeom>
              <a:avLst/>
              <a:gdLst/>
              <a:ahLst/>
              <a:cxnLst/>
              <a:rect l="l" t="t" r="r" b="b"/>
              <a:pathLst>
                <a:path w="1383" h="773" extrusionOk="0">
                  <a:moveTo>
                    <a:pt x="129" y="1"/>
                  </a:moveTo>
                  <a:lnTo>
                    <a:pt x="0" y="708"/>
                  </a:lnTo>
                  <a:lnTo>
                    <a:pt x="1286" y="772"/>
                  </a:lnTo>
                  <a:lnTo>
                    <a:pt x="1382" y="97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4461;p64">
              <a:extLst>
                <a:ext uri="{FF2B5EF4-FFF2-40B4-BE49-F238E27FC236}">
                  <a16:creationId xmlns:a16="http://schemas.microsoft.com/office/drawing/2014/main" id="{B36BD86D-8A45-8450-E853-BBFCFF3F1613}"/>
                </a:ext>
              </a:extLst>
            </p:cNvPr>
            <p:cNvSpPr/>
            <p:nvPr/>
          </p:nvSpPr>
          <p:spPr>
            <a:xfrm>
              <a:off x="4930200" y="3137550"/>
              <a:ext cx="26550" cy="17700"/>
            </a:xfrm>
            <a:custGeom>
              <a:avLst/>
              <a:gdLst/>
              <a:ahLst/>
              <a:cxnLst/>
              <a:rect l="l" t="t" r="r" b="b"/>
              <a:pathLst>
                <a:path w="1062" h="708" extrusionOk="0">
                  <a:moveTo>
                    <a:pt x="129" y="0"/>
                  </a:moveTo>
                  <a:lnTo>
                    <a:pt x="1" y="675"/>
                  </a:lnTo>
                  <a:lnTo>
                    <a:pt x="965" y="708"/>
                  </a:lnTo>
                  <a:lnTo>
                    <a:pt x="1062" y="65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4462;p64">
              <a:extLst>
                <a:ext uri="{FF2B5EF4-FFF2-40B4-BE49-F238E27FC236}">
                  <a16:creationId xmlns:a16="http://schemas.microsoft.com/office/drawing/2014/main" id="{B7322FE0-EB2D-AE33-B0E5-9C6911108D03}"/>
                </a:ext>
              </a:extLst>
            </p:cNvPr>
            <p:cNvSpPr/>
            <p:nvPr/>
          </p:nvSpPr>
          <p:spPr>
            <a:xfrm>
              <a:off x="4911725" y="3238800"/>
              <a:ext cx="28950" cy="24950"/>
            </a:xfrm>
            <a:custGeom>
              <a:avLst/>
              <a:gdLst/>
              <a:ahLst/>
              <a:cxnLst/>
              <a:rect l="l" t="t" r="r" b="b"/>
              <a:pathLst>
                <a:path w="1158" h="998" extrusionOk="0">
                  <a:moveTo>
                    <a:pt x="161" y="1"/>
                  </a:moveTo>
                  <a:lnTo>
                    <a:pt x="0" y="901"/>
                  </a:lnTo>
                  <a:lnTo>
                    <a:pt x="1029" y="997"/>
                  </a:lnTo>
                  <a:lnTo>
                    <a:pt x="1158" y="65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4463;p64">
              <a:extLst>
                <a:ext uri="{FF2B5EF4-FFF2-40B4-BE49-F238E27FC236}">
                  <a16:creationId xmlns:a16="http://schemas.microsoft.com/office/drawing/2014/main" id="{753F8585-3C0C-AA62-25C7-820600C9D520}"/>
                </a:ext>
              </a:extLst>
            </p:cNvPr>
            <p:cNvSpPr/>
            <p:nvPr/>
          </p:nvSpPr>
          <p:spPr>
            <a:xfrm>
              <a:off x="4963150" y="3171300"/>
              <a:ext cx="40200" cy="25750"/>
            </a:xfrm>
            <a:custGeom>
              <a:avLst/>
              <a:gdLst/>
              <a:ahLst/>
              <a:cxnLst/>
              <a:rect l="l" t="t" r="r" b="b"/>
              <a:pathLst>
                <a:path w="1608" h="1030" extrusionOk="0">
                  <a:moveTo>
                    <a:pt x="161" y="0"/>
                  </a:moveTo>
                  <a:lnTo>
                    <a:pt x="1" y="933"/>
                  </a:lnTo>
                  <a:lnTo>
                    <a:pt x="1447" y="1029"/>
                  </a:lnTo>
                  <a:lnTo>
                    <a:pt x="1608" y="65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4464;p64">
              <a:extLst>
                <a:ext uri="{FF2B5EF4-FFF2-40B4-BE49-F238E27FC236}">
                  <a16:creationId xmlns:a16="http://schemas.microsoft.com/office/drawing/2014/main" id="{88A8F413-BB82-E49A-7A2D-CAFFCF7E0C24}"/>
                </a:ext>
              </a:extLst>
            </p:cNvPr>
            <p:cNvSpPr/>
            <p:nvPr/>
          </p:nvSpPr>
          <p:spPr>
            <a:xfrm>
              <a:off x="4895650" y="3055575"/>
              <a:ext cx="35375" cy="28950"/>
            </a:xfrm>
            <a:custGeom>
              <a:avLst/>
              <a:gdLst/>
              <a:ahLst/>
              <a:cxnLst/>
              <a:rect l="l" t="t" r="r" b="b"/>
              <a:pathLst>
                <a:path w="1415" h="1158" extrusionOk="0">
                  <a:moveTo>
                    <a:pt x="193" y="1"/>
                  </a:moveTo>
                  <a:lnTo>
                    <a:pt x="1" y="1094"/>
                  </a:lnTo>
                  <a:lnTo>
                    <a:pt x="1254" y="1158"/>
                  </a:lnTo>
                  <a:lnTo>
                    <a:pt x="1415" y="65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4465;p64">
              <a:extLst>
                <a:ext uri="{FF2B5EF4-FFF2-40B4-BE49-F238E27FC236}">
                  <a16:creationId xmlns:a16="http://schemas.microsoft.com/office/drawing/2014/main" id="{824EBC14-B4C9-28CD-7B22-25753A4B34AE}"/>
                </a:ext>
              </a:extLst>
            </p:cNvPr>
            <p:cNvSpPr/>
            <p:nvPr/>
          </p:nvSpPr>
          <p:spPr>
            <a:xfrm>
              <a:off x="4942250" y="3058000"/>
              <a:ext cx="26550" cy="28150"/>
            </a:xfrm>
            <a:custGeom>
              <a:avLst/>
              <a:gdLst/>
              <a:ahLst/>
              <a:cxnLst/>
              <a:rect l="l" t="t" r="r" b="b"/>
              <a:pathLst>
                <a:path w="1062" h="1126" extrusionOk="0">
                  <a:moveTo>
                    <a:pt x="194" y="0"/>
                  </a:moveTo>
                  <a:lnTo>
                    <a:pt x="1" y="1061"/>
                  </a:lnTo>
                  <a:lnTo>
                    <a:pt x="901" y="1125"/>
                  </a:lnTo>
                  <a:lnTo>
                    <a:pt x="1062" y="64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4466;p64">
              <a:extLst>
                <a:ext uri="{FF2B5EF4-FFF2-40B4-BE49-F238E27FC236}">
                  <a16:creationId xmlns:a16="http://schemas.microsoft.com/office/drawing/2014/main" id="{EAC80382-E62C-5D52-14B0-84B4EC2EFD61}"/>
                </a:ext>
              </a:extLst>
            </p:cNvPr>
            <p:cNvSpPr/>
            <p:nvPr/>
          </p:nvSpPr>
          <p:spPr>
            <a:xfrm>
              <a:off x="4889225" y="3098175"/>
              <a:ext cx="34575" cy="23325"/>
            </a:xfrm>
            <a:custGeom>
              <a:avLst/>
              <a:gdLst/>
              <a:ahLst/>
              <a:cxnLst/>
              <a:rect l="l" t="t" r="r" b="b"/>
              <a:pathLst>
                <a:path w="1383" h="933" extrusionOk="0">
                  <a:moveTo>
                    <a:pt x="129" y="0"/>
                  </a:moveTo>
                  <a:lnTo>
                    <a:pt x="0" y="836"/>
                  </a:lnTo>
                  <a:lnTo>
                    <a:pt x="1254" y="932"/>
                  </a:lnTo>
                  <a:lnTo>
                    <a:pt x="1383" y="65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4467;p64">
              <a:extLst>
                <a:ext uri="{FF2B5EF4-FFF2-40B4-BE49-F238E27FC236}">
                  <a16:creationId xmlns:a16="http://schemas.microsoft.com/office/drawing/2014/main" id="{6157B551-AED4-3FD8-222B-4DE5787AC430}"/>
                </a:ext>
              </a:extLst>
            </p:cNvPr>
            <p:cNvSpPr/>
            <p:nvPr/>
          </p:nvSpPr>
          <p:spPr>
            <a:xfrm>
              <a:off x="4923775" y="3169700"/>
              <a:ext cx="28150" cy="24125"/>
            </a:xfrm>
            <a:custGeom>
              <a:avLst/>
              <a:gdLst/>
              <a:ahLst/>
              <a:cxnLst/>
              <a:rect l="l" t="t" r="r" b="b"/>
              <a:pathLst>
                <a:path w="1126" h="965" extrusionOk="0">
                  <a:moveTo>
                    <a:pt x="161" y="0"/>
                  </a:moveTo>
                  <a:lnTo>
                    <a:pt x="1" y="900"/>
                  </a:lnTo>
                  <a:lnTo>
                    <a:pt x="965" y="964"/>
                  </a:lnTo>
                  <a:lnTo>
                    <a:pt x="1126" y="3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4468;p64">
              <a:extLst>
                <a:ext uri="{FF2B5EF4-FFF2-40B4-BE49-F238E27FC236}">
                  <a16:creationId xmlns:a16="http://schemas.microsoft.com/office/drawing/2014/main" id="{47AF0195-27C4-D3B5-31D6-6044534E6B81}"/>
                </a:ext>
              </a:extLst>
            </p:cNvPr>
            <p:cNvSpPr/>
            <p:nvPr/>
          </p:nvSpPr>
          <p:spPr>
            <a:xfrm>
              <a:off x="4935825" y="3099775"/>
              <a:ext cx="26550" cy="24125"/>
            </a:xfrm>
            <a:custGeom>
              <a:avLst/>
              <a:gdLst/>
              <a:ahLst/>
              <a:cxnLst/>
              <a:rect l="l" t="t" r="r" b="b"/>
              <a:pathLst>
                <a:path w="1062" h="965" extrusionOk="0">
                  <a:moveTo>
                    <a:pt x="162" y="1"/>
                  </a:moveTo>
                  <a:lnTo>
                    <a:pt x="1" y="901"/>
                  </a:lnTo>
                  <a:lnTo>
                    <a:pt x="933" y="965"/>
                  </a:lnTo>
                  <a:lnTo>
                    <a:pt x="1062" y="65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4469;p64">
              <a:extLst>
                <a:ext uri="{FF2B5EF4-FFF2-40B4-BE49-F238E27FC236}">
                  <a16:creationId xmlns:a16="http://schemas.microsoft.com/office/drawing/2014/main" id="{F2476604-C083-2D5D-DC44-DB01DF351537}"/>
                </a:ext>
              </a:extLst>
            </p:cNvPr>
            <p:cNvSpPr/>
            <p:nvPr/>
          </p:nvSpPr>
          <p:spPr>
            <a:xfrm>
              <a:off x="4952700" y="3241225"/>
              <a:ext cx="39400" cy="25725"/>
            </a:xfrm>
            <a:custGeom>
              <a:avLst/>
              <a:gdLst/>
              <a:ahLst/>
              <a:cxnLst/>
              <a:rect l="l" t="t" r="r" b="b"/>
              <a:pathLst>
                <a:path w="1576" h="1029" extrusionOk="0">
                  <a:moveTo>
                    <a:pt x="129" y="0"/>
                  </a:moveTo>
                  <a:lnTo>
                    <a:pt x="1" y="932"/>
                  </a:lnTo>
                  <a:lnTo>
                    <a:pt x="1415" y="1029"/>
                  </a:lnTo>
                  <a:lnTo>
                    <a:pt x="1576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4470;p64">
              <a:extLst>
                <a:ext uri="{FF2B5EF4-FFF2-40B4-BE49-F238E27FC236}">
                  <a16:creationId xmlns:a16="http://schemas.microsoft.com/office/drawing/2014/main" id="{CEC7F025-CF16-7323-8B8F-6DE653EEB069}"/>
                </a:ext>
              </a:extLst>
            </p:cNvPr>
            <p:cNvSpPr/>
            <p:nvPr/>
          </p:nvSpPr>
          <p:spPr>
            <a:xfrm>
              <a:off x="4817700" y="3270950"/>
              <a:ext cx="28150" cy="19300"/>
            </a:xfrm>
            <a:custGeom>
              <a:avLst/>
              <a:gdLst/>
              <a:ahLst/>
              <a:cxnLst/>
              <a:rect l="l" t="t" r="r" b="b"/>
              <a:pathLst>
                <a:path w="1126" h="772" extrusionOk="0">
                  <a:moveTo>
                    <a:pt x="129" y="0"/>
                  </a:moveTo>
                  <a:lnTo>
                    <a:pt x="1" y="740"/>
                  </a:lnTo>
                  <a:lnTo>
                    <a:pt x="997" y="772"/>
                  </a:lnTo>
                  <a:lnTo>
                    <a:pt x="1126" y="65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4471;p64">
              <a:extLst>
                <a:ext uri="{FF2B5EF4-FFF2-40B4-BE49-F238E27FC236}">
                  <a16:creationId xmlns:a16="http://schemas.microsoft.com/office/drawing/2014/main" id="{8A995046-2484-E04F-5DF1-ED951919B159}"/>
                </a:ext>
              </a:extLst>
            </p:cNvPr>
            <p:cNvSpPr/>
            <p:nvPr/>
          </p:nvSpPr>
          <p:spPr>
            <a:xfrm>
              <a:off x="4811275" y="3304700"/>
              <a:ext cx="28950" cy="22525"/>
            </a:xfrm>
            <a:custGeom>
              <a:avLst/>
              <a:gdLst/>
              <a:ahLst/>
              <a:cxnLst/>
              <a:rect l="l" t="t" r="r" b="b"/>
              <a:pathLst>
                <a:path w="1158" h="901" extrusionOk="0">
                  <a:moveTo>
                    <a:pt x="129" y="0"/>
                  </a:moveTo>
                  <a:lnTo>
                    <a:pt x="0" y="804"/>
                  </a:lnTo>
                  <a:lnTo>
                    <a:pt x="997" y="900"/>
                  </a:lnTo>
                  <a:lnTo>
                    <a:pt x="1158" y="3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4472;p64">
              <a:extLst>
                <a:ext uri="{FF2B5EF4-FFF2-40B4-BE49-F238E27FC236}">
                  <a16:creationId xmlns:a16="http://schemas.microsoft.com/office/drawing/2014/main" id="{DDE2B684-292B-F354-5437-7E1BC7B5ACEC}"/>
                </a:ext>
              </a:extLst>
            </p:cNvPr>
            <p:cNvSpPr/>
            <p:nvPr/>
          </p:nvSpPr>
          <p:spPr>
            <a:xfrm>
              <a:off x="4804850" y="3340050"/>
              <a:ext cx="28950" cy="20125"/>
            </a:xfrm>
            <a:custGeom>
              <a:avLst/>
              <a:gdLst/>
              <a:ahLst/>
              <a:cxnLst/>
              <a:rect l="l" t="t" r="r" b="b"/>
              <a:pathLst>
                <a:path w="1158" h="805" extrusionOk="0">
                  <a:moveTo>
                    <a:pt x="129" y="1"/>
                  </a:moveTo>
                  <a:lnTo>
                    <a:pt x="0" y="740"/>
                  </a:lnTo>
                  <a:lnTo>
                    <a:pt x="1029" y="804"/>
                  </a:lnTo>
                  <a:lnTo>
                    <a:pt x="1157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4473;p64">
              <a:extLst>
                <a:ext uri="{FF2B5EF4-FFF2-40B4-BE49-F238E27FC236}">
                  <a16:creationId xmlns:a16="http://schemas.microsoft.com/office/drawing/2014/main" id="{5675B574-6986-B439-A0A9-AE2A36FDE3AB}"/>
                </a:ext>
              </a:extLst>
            </p:cNvPr>
            <p:cNvSpPr/>
            <p:nvPr/>
          </p:nvSpPr>
          <p:spPr>
            <a:xfrm>
              <a:off x="4799225" y="3373800"/>
              <a:ext cx="28950" cy="22525"/>
            </a:xfrm>
            <a:custGeom>
              <a:avLst/>
              <a:gdLst/>
              <a:ahLst/>
              <a:cxnLst/>
              <a:rect l="l" t="t" r="r" b="b"/>
              <a:pathLst>
                <a:path w="1158" h="901" extrusionOk="0">
                  <a:moveTo>
                    <a:pt x="129" y="1"/>
                  </a:moveTo>
                  <a:lnTo>
                    <a:pt x="0" y="837"/>
                  </a:lnTo>
                  <a:lnTo>
                    <a:pt x="997" y="901"/>
                  </a:lnTo>
                  <a:lnTo>
                    <a:pt x="1157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4474;p64">
              <a:extLst>
                <a:ext uri="{FF2B5EF4-FFF2-40B4-BE49-F238E27FC236}">
                  <a16:creationId xmlns:a16="http://schemas.microsoft.com/office/drawing/2014/main" id="{74770491-B7E9-6DD6-9092-D1108498BA01}"/>
                </a:ext>
              </a:extLst>
            </p:cNvPr>
            <p:cNvSpPr/>
            <p:nvPr/>
          </p:nvSpPr>
          <p:spPr>
            <a:xfrm>
              <a:off x="4823325" y="3234775"/>
              <a:ext cx="28950" cy="22525"/>
            </a:xfrm>
            <a:custGeom>
              <a:avLst/>
              <a:gdLst/>
              <a:ahLst/>
              <a:cxnLst/>
              <a:rect l="l" t="t" r="r" b="b"/>
              <a:pathLst>
                <a:path w="1158" h="901" extrusionOk="0">
                  <a:moveTo>
                    <a:pt x="129" y="1"/>
                  </a:moveTo>
                  <a:lnTo>
                    <a:pt x="1" y="837"/>
                  </a:lnTo>
                  <a:lnTo>
                    <a:pt x="1029" y="901"/>
                  </a:lnTo>
                  <a:lnTo>
                    <a:pt x="1158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4475;p64">
              <a:extLst>
                <a:ext uri="{FF2B5EF4-FFF2-40B4-BE49-F238E27FC236}">
                  <a16:creationId xmlns:a16="http://schemas.microsoft.com/office/drawing/2014/main" id="{7FD52BE0-C04B-2CFC-1A48-C723C30579E9}"/>
                </a:ext>
              </a:extLst>
            </p:cNvPr>
            <p:cNvSpPr/>
            <p:nvPr/>
          </p:nvSpPr>
          <p:spPr>
            <a:xfrm>
              <a:off x="4835375" y="3165675"/>
              <a:ext cx="29775" cy="21725"/>
            </a:xfrm>
            <a:custGeom>
              <a:avLst/>
              <a:gdLst/>
              <a:ahLst/>
              <a:cxnLst/>
              <a:rect l="l" t="t" r="r" b="b"/>
              <a:pathLst>
                <a:path w="1191" h="869" extrusionOk="0">
                  <a:moveTo>
                    <a:pt x="129" y="0"/>
                  </a:moveTo>
                  <a:lnTo>
                    <a:pt x="1" y="804"/>
                  </a:lnTo>
                  <a:lnTo>
                    <a:pt x="1029" y="868"/>
                  </a:lnTo>
                  <a:lnTo>
                    <a:pt x="1190" y="3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4476;p64">
              <a:extLst>
                <a:ext uri="{FF2B5EF4-FFF2-40B4-BE49-F238E27FC236}">
                  <a16:creationId xmlns:a16="http://schemas.microsoft.com/office/drawing/2014/main" id="{33E41A78-958D-DAA1-72A0-7B356A525629}"/>
                </a:ext>
              </a:extLst>
            </p:cNvPr>
            <p:cNvSpPr/>
            <p:nvPr/>
          </p:nvSpPr>
          <p:spPr>
            <a:xfrm>
              <a:off x="4847425" y="3095750"/>
              <a:ext cx="29775" cy="22525"/>
            </a:xfrm>
            <a:custGeom>
              <a:avLst/>
              <a:gdLst/>
              <a:ahLst/>
              <a:cxnLst/>
              <a:rect l="l" t="t" r="r" b="b"/>
              <a:pathLst>
                <a:path w="1191" h="901" extrusionOk="0">
                  <a:moveTo>
                    <a:pt x="162" y="1"/>
                  </a:moveTo>
                  <a:lnTo>
                    <a:pt x="1" y="804"/>
                  </a:lnTo>
                  <a:lnTo>
                    <a:pt x="1062" y="901"/>
                  </a:lnTo>
                  <a:lnTo>
                    <a:pt x="1190" y="65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4477;p64">
              <a:extLst>
                <a:ext uri="{FF2B5EF4-FFF2-40B4-BE49-F238E27FC236}">
                  <a16:creationId xmlns:a16="http://schemas.microsoft.com/office/drawing/2014/main" id="{768732D4-3946-0FED-FAEE-61D3B5DCC7E4}"/>
                </a:ext>
              </a:extLst>
            </p:cNvPr>
            <p:cNvSpPr/>
            <p:nvPr/>
          </p:nvSpPr>
          <p:spPr>
            <a:xfrm>
              <a:off x="4829750" y="3201025"/>
              <a:ext cx="28950" cy="20125"/>
            </a:xfrm>
            <a:custGeom>
              <a:avLst/>
              <a:gdLst/>
              <a:ahLst/>
              <a:cxnLst/>
              <a:rect l="l" t="t" r="r" b="b"/>
              <a:pathLst>
                <a:path w="1158" h="805" extrusionOk="0">
                  <a:moveTo>
                    <a:pt x="129" y="1"/>
                  </a:moveTo>
                  <a:lnTo>
                    <a:pt x="1" y="740"/>
                  </a:lnTo>
                  <a:lnTo>
                    <a:pt x="1029" y="804"/>
                  </a:lnTo>
                  <a:lnTo>
                    <a:pt x="1158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4478;p64">
              <a:extLst>
                <a:ext uri="{FF2B5EF4-FFF2-40B4-BE49-F238E27FC236}">
                  <a16:creationId xmlns:a16="http://schemas.microsoft.com/office/drawing/2014/main" id="{AD75DDAD-2377-B652-F5DF-029C7D1B6ABD}"/>
                </a:ext>
              </a:extLst>
            </p:cNvPr>
            <p:cNvSpPr/>
            <p:nvPr/>
          </p:nvSpPr>
          <p:spPr>
            <a:xfrm>
              <a:off x="4841800" y="3131125"/>
              <a:ext cx="28975" cy="20100"/>
            </a:xfrm>
            <a:custGeom>
              <a:avLst/>
              <a:gdLst/>
              <a:ahLst/>
              <a:cxnLst/>
              <a:rect l="l" t="t" r="r" b="b"/>
              <a:pathLst>
                <a:path w="1159" h="804" extrusionOk="0">
                  <a:moveTo>
                    <a:pt x="129" y="0"/>
                  </a:moveTo>
                  <a:lnTo>
                    <a:pt x="1" y="772"/>
                  </a:lnTo>
                  <a:lnTo>
                    <a:pt x="1030" y="804"/>
                  </a:lnTo>
                  <a:lnTo>
                    <a:pt x="1158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4479;p64">
              <a:extLst>
                <a:ext uri="{FF2B5EF4-FFF2-40B4-BE49-F238E27FC236}">
                  <a16:creationId xmlns:a16="http://schemas.microsoft.com/office/drawing/2014/main" id="{0968D028-484E-7CB8-4315-157CE07BA357}"/>
                </a:ext>
              </a:extLst>
            </p:cNvPr>
            <p:cNvSpPr/>
            <p:nvPr/>
          </p:nvSpPr>
          <p:spPr>
            <a:xfrm>
              <a:off x="4974400" y="3102200"/>
              <a:ext cx="40200" cy="24925"/>
            </a:xfrm>
            <a:custGeom>
              <a:avLst/>
              <a:gdLst/>
              <a:ahLst/>
              <a:cxnLst/>
              <a:rect l="l" t="t" r="r" b="b"/>
              <a:pathLst>
                <a:path w="1608" h="997" extrusionOk="0">
                  <a:moveTo>
                    <a:pt x="129" y="0"/>
                  </a:moveTo>
                  <a:lnTo>
                    <a:pt x="1" y="900"/>
                  </a:lnTo>
                  <a:lnTo>
                    <a:pt x="1447" y="996"/>
                  </a:lnTo>
                  <a:lnTo>
                    <a:pt x="1608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4480;p64">
              <a:extLst>
                <a:ext uri="{FF2B5EF4-FFF2-40B4-BE49-F238E27FC236}">
                  <a16:creationId xmlns:a16="http://schemas.microsoft.com/office/drawing/2014/main" id="{05AA800D-654F-A150-D190-CA85C549A210}"/>
                </a:ext>
              </a:extLst>
            </p:cNvPr>
            <p:cNvSpPr/>
            <p:nvPr/>
          </p:nvSpPr>
          <p:spPr>
            <a:xfrm>
              <a:off x="4791175" y="3409975"/>
              <a:ext cx="30575" cy="30550"/>
            </a:xfrm>
            <a:custGeom>
              <a:avLst/>
              <a:gdLst/>
              <a:ahLst/>
              <a:cxnLst/>
              <a:rect l="l" t="t" r="r" b="b"/>
              <a:pathLst>
                <a:path w="1223" h="1222" extrusionOk="0">
                  <a:moveTo>
                    <a:pt x="194" y="0"/>
                  </a:moveTo>
                  <a:lnTo>
                    <a:pt x="1" y="1125"/>
                  </a:lnTo>
                  <a:lnTo>
                    <a:pt x="997" y="1222"/>
                  </a:lnTo>
                  <a:lnTo>
                    <a:pt x="1222" y="65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4481;p64">
              <a:extLst>
                <a:ext uri="{FF2B5EF4-FFF2-40B4-BE49-F238E27FC236}">
                  <a16:creationId xmlns:a16="http://schemas.microsoft.com/office/drawing/2014/main" id="{D08FA318-1C4C-2EF5-175E-CA7763818C0F}"/>
                </a:ext>
              </a:extLst>
            </p:cNvPr>
            <p:cNvSpPr/>
            <p:nvPr/>
          </p:nvSpPr>
          <p:spPr>
            <a:xfrm>
              <a:off x="4958325" y="3209875"/>
              <a:ext cx="38600" cy="17700"/>
            </a:xfrm>
            <a:custGeom>
              <a:avLst/>
              <a:gdLst/>
              <a:ahLst/>
              <a:cxnLst/>
              <a:rect l="l" t="t" r="r" b="b"/>
              <a:pathLst>
                <a:path w="1544" h="708" extrusionOk="0">
                  <a:moveTo>
                    <a:pt x="97" y="0"/>
                  </a:moveTo>
                  <a:lnTo>
                    <a:pt x="1" y="643"/>
                  </a:lnTo>
                  <a:lnTo>
                    <a:pt x="1447" y="708"/>
                  </a:lnTo>
                  <a:lnTo>
                    <a:pt x="1544" y="97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4482;p64">
              <a:extLst>
                <a:ext uri="{FF2B5EF4-FFF2-40B4-BE49-F238E27FC236}">
                  <a16:creationId xmlns:a16="http://schemas.microsoft.com/office/drawing/2014/main" id="{43D5586C-AD74-D244-39E5-7C2C14C7064C}"/>
                </a:ext>
              </a:extLst>
            </p:cNvPr>
            <p:cNvSpPr/>
            <p:nvPr/>
          </p:nvSpPr>
          <p:spPr>
            <a:xfrm>
              <a:off x="4936625" y="3349700"/>
              <a:ext cx="37000" cy="16900"/>
            </a:xfrm>
            <a:custGeom>
              <a:avLst/>
              <a:gdLst/>
              <a:ahLst/>
              <a:cxnLst/>
              <a:rect l="l" t="t" r="r" b="b"/>
              <a:pathLst>
                <a:path w="1480" h="676" extrusionOk="0">
                  <a:moveTo>
                    <a:pt x="97" y="1"/>
                  </a:moveTo>
                  <a:lnTo>
                    <a:pt x="1" y="611"/>
                  </a:lnTo>
                  <a:lnTo>
                    <a:pt x="1383" y="676"/>
                  </a:lnTo>
                  <a:lnTo>
                    <a:pt x="1480" y="97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4483;p64">
              <a:extLst>
                <a:ext uri="{FF2B5EF4-FFF2-40B4-BE49-F238E27FC236}">
                  <a16:creationId xmlns:a16="http://schemas.microsoft.com/office/drawing/2014/main" id="{D9A37D3B-01F7-50B4-B829-6DCF121ABE90}"/>
                </a:ext>
              </a:extLst>
            </p:cNvPr>
            <p:cNvSpPr/>
            <p:nvPr/>
          </p:nvSpPr>
          <p:spPr>
            <a:xfrm>
              <a:off x="4947875" y="3279775"/>
              <a:ext cx="37000" cy="16900"/>
            </a:xfrm>
            <a:custGeom>
              <a:avLst/>
              <a:gdLst/>
              <a:ahLst/>
              <a:cxnLst/>
              <a:rect l="l" t="t" r="r" b="b"/>
              <a:pathLst>
                <a:path w="1480" h="676" extrusionOk="0">
                  <a:moveTo>
                    <a:pt x="97" y="1"/>
                  </a:moveTo>
                  <a:lnTo>
                    <a:pt x="1" y="612"/>
                  </a:lnTo>
                  <a:lnTo>
                    <a:pt x="1383" y="676"/>
                  </a:lnTo>
                  <a:lnTo>
                    <a:pt x="1480" y="97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4484;p64">
              <a:extLst>
                <a:ext uri="{FF2B5EF4-FFF2-40B4-BE49-F238E27FC236}">
                  <a16:creationId xmlns:a16="http://schemas.microsoft.com/office/drawing/2014/main" id="{EB1BD504-B5AD-EC95-D620-0B90658C5F10}"/>
                </a:ext>
              </a:extLst>
            </p:cNvPr>
            <p:cNvSpPr/>
            <p:nvPr/>
          </p:nvSpPr>
          <p:spPr>
            <a:xfrm>
              <a:off x="4906100" y="3276575"/>
              <a:ext cx="28950" cy="17700"/>
            </a:xfrm>
            <a:custGeom>
              <a:avLst/>
              <a:gdLst/>
              <a:ahLst/>
              <a:cxnLst/>
              <a:rect l="l" t="t" r="r" b="b"/>
              <a:pathLst>
                <a:path w="1158" h="708" extrusionOk="0">
                  <a:moveTo>
                    <a:pt x="129" y="0"/>
                  </a:moveTo>
                  <a:lnTo>
                    <a:pt x="0" y="675"/>
                  </a:lnTo>
                  <a:lnTo>
                    <a:pt x="1061" y="708"/>
                  </a:lnTo>
                  <a:lnTo>
                    <a:pt x="1158" y="97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4485;p64">
              <a:extLst>
                <a:ext uri="{FF2B5EF4-FFF2-40B4-BE49-F238E27FC236}">
                  <a16:creationId xmlns:a16="http://schemas.microsoft.com/office/drawing/2014/main" id="{C77F35B1-C2B4-B011-930C-223BE837D627}"/>
                </a:ext>
              </a:extLst>
            </p:cNvPr>
            <p:cNvSpPr/>
            <p:nvPr/>
          </p:nvSpPr>
          <p:spPr>
            <a:xfrm>
              <a:off x="4931000" y="3380250"/>
              <a:ext cx="37800" cy="25725"/>
            </a:xfrm>
            <a:custGeom>
              <a:avLst/>
              <a:gdLst/>
              <a:ahLst/>
              <a:cxnLst/>
              <a:rect l="l" t="t" r="r" b="b"/>
              <a:pathLst>
                <a:path w="1512" h="1029" extrusionOk="0">
                  <a:moveTo>
                    <a:pt x="129" y="0"/>
                  </a:moveTo>
                  <a:lnTo>
                    <a:pt x="1" y="964"/>
                  </a:lnTo>
                  <a:lnTo>
                    <a:pt x="1351" y="1029"/>
                  </a:lnTo>
                  <a:lnTo>
                    <a:pt x="1512" y="6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4486;p64">
              <a:extLst>
                <a:ext uri="{FF2B5EF4-FFF2-40B4-BE49-F238E27FC236}">
                  <a16:creationId xmlns:a16="http://schemas.microsoft.com/office/drawing/2014/main" id="{470BAE14-9861-325B-89D8-C2ABA0485B23}"/>
                </a:ext>
              </a:extLst>
            </p:cNvPr>
            <p:cNvSpPr/>
            <p:nvPr/>
          </p:nvSpPr>
          <p:spPr>
            <a:xfrm>
              <a:off x="4923775" y="3418800"/>
              <a:ext cx="38600" cy="36200"/>
            </a:xfrm>
            <a:custGeom>
              <a:avLst/>
              <a:gdLst/>
              <a:ahLst/>
              <a:cxnLst/>
              <a:rect l="l" t="t" r="r" b="b"/>
              <a:pathLst>
                <a:path w="1544" h="1448" extrusionOk="0">
                  <a:moveTo>
                    <a:pt x="193" y="1"/>
                  </a:moveTo>
                  <a:lnTo>
                    <a:pt x="1" y="1319"/>
                  </a:lnTo>
                  <a:lnTo>
                    <a:pt x="1319" y="1447"/>
                  </a:lnTo>
                  <a:lnTo>
                    <a:pt x="1544" y="97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4487;p64">
              <a:extLst>
                <a:ext uri="{FF2B5EF4-FFF2-40B4-BE49-F238E27FC236}">
                  <a16:creationId xmlns:a16="http://schemas.microsoft.com/office/drawing/2014/main" id="{3EB46580-EFA8-1F98-693A-9D3C211B985C}"/>
                </a:ext>
              </a:extLst>
            </p:cNvPr>
            <p:cNvSpPr/>
            <p:nvPr/>
          </p:nvSpPr>
          <p:spPr>
            <a:xfrm>
              <a:off x="4876375" y="3167275"/>
              <a:ext cx="35375" cy="23325"/>
            </a:xfrm>
            <a:custGeom>
              <a:avLst/>
              <a:gdLst/>
              <a:ahLst/>
              <a:cxnLst/>
              <a:rect l="l" t="t" r="r" b="b"/>
              <a:pathLst>
                <a:path w="1415" h="933" extrusionOk="0">
                  <a:moveTo>
                    <a:pt x="161" y="1"/>
                  </a:moveTo>
                  <a:lnTo>
                    <a:pt x="0" y="869"/>
                  </a:lnTo>
                  <a:lnTo>
                    <a:pt x="1286" y="933"/>
                  </a:lnTo>
                  <a:lnTo>
                    <a:pt x="1414" y="65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4488;p64">
              <a:extLst>
                <a:ext uri="{FF2B5EF4-FFF2-40B4-BE49-F238E27FC236}">
                  <a16:creationId xmlns:a16="http://schemas.microsoft.com/office/drawing/2014/main" id="{4B3D0C01-C12D-D4CC-BBB2-AA22D9D062A9}"/>
                </a:ext>
              </a:extLst>
            </p:cNvPr>
            <p:cNvSpPr/>
            <p:nvPr/>
          </p:nvSpPr>
          <p:spPr>
            <a:xfrm>
              <a:off x="4853875" y="3053975"/>
              <a:ext cx="31350" cy="28150"/>
            </a:xfrm>
            <a:custGeom>
              <a:avLst/>
              <a:gdLst/>
              <a:ahLst/>
              <a:cxnLst/>
              <a:rect l="l" t="t" r="r" b="b"/>
              <a:pathLst>
                <a:path w="1254" h="1126" extrusionOk="0">
                  <a:moveTo>
                    <a:pt x="193" y="0"/>
                  </a:moveTo>
                  <a:lnTo>
                    <a:pt x="0" y="1061"/>
                  </a:lnTo>
                  <a:lnTo>
                    <a:pt x="1061" y="1125"/>
                  </a:lnTo>
                  <a:lnTo>
                    <a:pt x="1254" y="32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4489;p64">
              <a:extLst>
                <a:ext uri="{FF2B5EF4-FFF2-40B4-BE49-F238E27FC236}">
                  <a16:creationId xmlns:a16="http://schemas.microsoft.com/office/drawing/2014/main" id="{FACEFE35-5E34-8021-B595-E20DFDF3B504}"/>
                </a:ext>
              </a:extLst>
            </p:cNvPr>
            <p:cNvSpPr/>
            <p:nvPr/>
          </p:nvSpPr>
          <p:spPr>
            <a:xfrm>
              <a:off x="4969575" y="3139950"/>
              <a:ext cx="38600" cy="17700"/>
            </a:xfrm>
            <a:custGeom>
              <a:avLst/>
              <a:gdLst/>
              <a:ahLst/>
              <a:cxnLst/>
              <a:rect l="l" t="t" r="r" b="b"/>
              <a:pathLst>
                <a:path w="1544" h="708" extrusionOk="0">
                  <a:moveTo>
                    <a:pt x="97" y="1"/>
                  </a:moveTo>
                  <a:lnTo>
                    <a:pt x="1" y="644"/>
                  </a:lnTo>
                  <a:lnTo>
                    <a:pt x="1447" y="708"/>
                  </a:lnTo>
                  <a:lnTo>
                    <a:pt x="1544" y="97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4490;p64">
              <a:extLst>
                <a:ext uri="{FF2B5EF4-FFF2-40B4-BE49-F238E27FC236}">
                  <a16:creationId xmlns:a16="http://schemas.microsoft.com/office/drawing/2014/main" id="{9302222C-B272-9358-4B0A-81DF9809EF3C}"/>
                </a:ext>
              </a:extLst>
            </p:cNvPr>
            <p:cNvSpPr/>
            <p:nvPr/>
          </p:nvSpPr>
          <p:spPr>
            <a:xfrm>
              <a:off x="4980025" y="3060400"/>
              <a:ext cx="41025" cy="28150"/>
            </a:xfrm>
            <a:custGeom>
              <a:avLst/>
              <a:gdLst/>
              <a:ahLst/>
              <a:cxnLst/>
              <a:rect l="l" t="t" r="r" b="b"/>
              <a:pathLst>
                <a:path w="1641" h="1126" extrusionOk="0">
                  <a:moveTo>
                    <a:pt x="194" y="0"/>
                  </a:moveTo>
                  <a:lnTo>
                    <a:pt x="1" y="1061"/>
                  </a:lnTo>
                  <a:lnTo>
                    <a:pt x="1479" y="1126"/>
                  </a:lnTo>
                  <a:lnTo>
                    <a:pt x="1640" y="65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4491;p64">
              <a:extLst>
                <a:ext uri="{FF2B5EF4-FFF2-40B4-BE49-F238E27FC236}">
                  <a16:creationId xmlns:a16="http://schemas.microsoft.com/office/drawing/2014/main" id="{B26C694A-7DD0-EF0B-D67D-445AD80B4E5F}"/>
                </a:ext>
              </a:extLst>
            </p:cNvPr>
            <p:cNvSpPr/>
            <p:nvPr/>
          </p:nvSpPr>
          <p:spPr>
            <a:xfrm>
              <a:off x="4899675" y="3308725"/>
              <a:ext cx="30550" cy="24125"/>
            </a:xfrm>
            <a:custGeom>
              <a:avLst/>
              <a:gdLst/>
              <a:ahLst/>
              <a:cxnLst/>
              <a:rect l="l" t="t" r="r" b="b"/>
              <a:pathLst>
                <a:path w="1222" h="965" extrusionOk="0">
                  <a:moveTo>
                    <a:pt x="161" y="0"/>
                  </a:moveTo>
                  <a:lnTo>
                    <a:pt x="0" y="900"/>
                  </a:lnTo>
                  <a:lnTo>
                    <a:pt x="1061" y="964"/>
                  </a:lnTo>
                  <a:lnTo>
                    <a:pt x="1222" y="3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4492;p64">
              <a:extLst>
                <a:ext uri="{FF2B5EF4-FFF2-40B4-BE49-F238E27FC236}">
                  <a16:creationId xmlns:a16="http://schemas.microsoft.com/office/drawing/2014/main" id="{FD34C2E6-D167-F0D8-96EF-D6C2A96D4028}"/>
                </a:ext>
              </a:extLst>
            </p:cNvPr>
            <p:cNvSpPr/>
            <p:nvPr/>
          </p:nvSpPr>
          <p:spPr>
            <a:xfrm>
              <a:off x="4852250" y="3306300"/>
              <a:ext cx="35400" cy="24150"/>
            </a:xfrm>
            <a:custGeom>
              <a:avLst/>
              <a:gdLst/>
              <a:ahLst/>
              <a:cxnLst/>
              <a:rect l="l" t="t" r="r" b="b"/>
              <a:pathLst>
                <a:path w="1416" h="966" extrusionOk="0">
                  <a:moveTo>
                    <a:pt x="129" y="1"/>
                  </a:moveTo>
                  <a:lnTo>
                    <a:pt x="1" y="869"/>
                  </a:lnTo>
                  <a:lnTo>
                    <a:pt x="1287" y="965"/>
                  </a:lnTo>
                  <a:lnTo>
                    <a:pt x="1415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4493;p64">
              <a:extLst>
                <a:ext uri="{FF2B5EF4-FFF2-40B4-BE49-F238E27FC236}">
                  <a16:creationId xmlns:a16="http://schemas.microsoft.com/office/drawing/2014/main" id="{6E788BE6-ECE1-3E37-D2BD-B7A1411A7AAA}"/>
                </a:ext>
              </a:extLst>
            </p:cNvPr>
            <p:cNvSpPr/>
            <p:nvPr/>
          </p:nvSpPr>
          <p:spPr>
            <a:xfrm>
              <a:off x="4894050" y="3346475"/>
              <a:ext cx="29750" cy="17725"/>
            </a:xfrm>
            <a:custGeom>
              <a:avLst/>
              <a:gdLst/>
              <a:ahLst/>
              <a:cxnLst/>
              <a:rect l="l" t="t" r="r" b="b"/>
              <a:pathLst>
                <a:path w="1190" h="709" extrusionOk="0">
                  <a:moveTo>
                    <a:pt x="129" y="1"/>
                  </a:moveTo>
                  <a:lnTo>
                    <a:pt x="0" y="644"/>
                  </a:lnTo>
                  <a:lnTo>
                    <a:pt x="1093" y="708"/>
                  </a:lnTo>
                  <a:lnTo>
                    <a:pt x="1190" y="65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4494;p64">
              <a:extLst>
                <a:ext uri="{FF2B5EF4-FFF2-40B4-BE49-F238E27FC236}">
                  <a16:creationId xmlns:a16="http://schemas.microsoft.com/office/drawing/2014/main" id="{03411CB7-8BE7-6276-ADE6-AB526DB0C100}"/>
                </a:ext>
              </a:extLst>
            </p:cNvPr>
            <p:cNvSpPr/>
            <p:nvPr/>
          </p:nvSpPr>
          <p:spPr>
            <a:xfrm>
              <a:off x="4887625" y="3377825"/>
              <a:ext cx="31350" cy="24950"/>
            </a:xfrm>
            <a:custGeom>
              <a:avLst/>
              <a:gdLst/>
              <a:ahLst/>
              <a:cxnLst/>
              <a:rect l="l" t="t" r="r" b="b"/>
              <a:pathLst>
                <a:path w="1254" h="998" extrusionOk="0">
                  <a:moveTo>
                    <a:pt x="161" y="1"/>
                  </a:moveTo>
                  <a:lnTo>
                    <a:pt x="0" y="933"/>
                  </a:lnTo>
                  <a:lnTo>
                    <a:pt x="1125" y="997"/>
                  </a:lnTo>
                  <a:lnTo>
                    <a:pt x="1254" y="65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4495;p64">
              <a:extLst>
                <a:ext uri="{FF2B5EF4-FFF2-40B4-BE49-F238E27FC236}">
                  <a16:creationId xmlns:a16="http://schemas.microsoft.com/office/drawing/2014/main" id="{6B1E0620-27D3-55CC-C940-9B7CD565245C}"/>
                </a:ext>
              </a:extLst>
            </p:cNvPr>
            <p:cNvSpPr/>
            <p:nvPr/>
          </p:nvSpPr>
          <p:spPr>
            <a:xfrm>
              <a:off x="4839400" y="3376225"/>
              <a:ext cx="37000" cy="23325"/>
            </a:xfrm>
            <a:custGeom>
              <a:avLst/>
              <a:gdLst/>
              <a:ahLst/>
              <a:cxnLst/>
              <a:rect l="l" t="t" r="r" b="b"/>
              <a:pathLst>
                <a:path w="1480" h="933" extrusionOk="0">
                  <a:moveTo>
                    <a:pt x="161" y="0"/>
                  </a:moveTo>
                  <a:lnTo>
                    <a:pt x="0" y="868"/>
                  </a:lnTo>
                  <a:lnTo>
                    <a:pt x="1318" y="932"/>
                  </a:lnTo>
                  <a:lnTo>
                    <a:pt x="1479" y="3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4496;p64">
              <a:extLst>
                <a:ext uri="{FF2B5EF4-FFF2-40B4-BE49-F238E27FC236}">
                  <a16:creationId xmlns:a16="http://schemas.microsoft.com/office/drawing/2014/main" id="{3A78044A-208C-7642-7EF9-4B8F65B175FB}"/>
                </a:ext>
              </a:extLst>
            </p:cNvPr>
            <p:cNvSpPr/>
            <p:nvPr/>
          </p:nvSpPr>
          <p:spPr>
            <a:xfrm>
              <a:off x="4845825" y="3343275"/>
              <a:ext cx="35375" cy="18500"/>
            </a:xfrm>
            <a:custGeom>
              <a:avLst/>
              <a:gdLst/>
              <a:ahLst/>
              <a:cxnLst/>
              <a:rect l="l" t="t" r="r" b="b"/>
              <a:pathLst>
                <a:path w="1415" h="740" extrusionOk="0">
                  <a:moveTo>
                    <a:pt x="129" y="0"/>
                  </a:moveTo>
                  <a:lnTo>
                    <a:pt x="1" y="708"/>
                  </a:lnTo>
                  <a:lnTo>
                    <a:pt x="1319" y="740"/>
                  </a:lnTo>
                  <a:lnTo>
                    <a:pt x="1415" y="97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4497;p64">
              <a:extLst>
                <a:ext uri="{FF2B5EF4-FFF2-40B4-BE49-F238E27FC236}">
                  <a16:creationId xmlns:a16="http://schemas.microsoft.com/office/drawing/2014/main" id="{06F2C2B6-905E-0621-7F0E-8B05C4C9D681}"/>
                </a:ext>
              </a:extLst>
            </p:cNvPr>
            <p:cNvSpPr/>
            <p:nvPr/>
          </p:nvSpPr>
          <p:spPr>
            <a:xfrm>
              <a:off x="4858675" y="3273350"/>
              <a:ext cx="34600" cy="19325"/>
            </a:xfrm>
            <a:custGeom>
              <a:avLst/>
              <a:gdLst/>
              <a:ahLst/>
              <a:cxnLst/>
              <a:rect l="l" t="t" r="r" b="b"/>
              <a:pathLst>
                <a:path w="1384" h="773" extrusionOk="0">
                  <a:moveTo>
                    <a:pt x="130" y="1"/>
                  </a:moveTo>
                  <a:lnTo>
                    <a:pt x="1" y="708"/>
                  </a:lnTo>
                  <a:lnTo>
                    <a:pt x="1287" y="772"/>
                  </a:lnTo>
                  <a:lnTo>
                    <a:pt x="1383" y="97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4498;p64">
              <a:extLst>
                <a:ext uri="{FF2B5EF4-FFF2-40B4-BE49-F238E27FC236}">
                  <a16:creationId xmlns:a16="http://schemas.microsoft.com/office/drawing/2014/main" id="{0140BA2A-075F-2B92-01BA-D039559DD13A}"/>
                </a:ext>
              </a:extLst>
            </p:cNvPr>
            <p:cNvSpPr/>
            <p:nvPr/>
          </p:nvSpPr>
          <p:spPr>
            <a:xfrm>
              <a:off x="4831375" y="3413175"/>
              <a:ext cx="37775" cy="32175"/>
            </a:xfrm>
            <a:custGeom>
              <a:avLst/>
              <a:gdLst/>
              <a:ahLst/>
              <a:cxnLst/>
              <a:rect l="l" t="t" r="r" b="b"/>
              <a:pathLst>
                <a:path w="1511" h="1287" extrusionOk="0">
                  <a:moveTo>
                    <a:pt x="225" y="1"/>
                  </a:moveTo>
                  <a:lnTo>
                    <a:pt x="0" y="1158"/>
                  </a:lnTo>
                  <a:lnTo>
                    <a:pt x="1318" y="1287"/>
                  </a:lnTo>
                  <a:lnTo>
                    <a:pt x="1511" y="6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4499;p64">
              <a:extLst>
                <a:ext uri="{FF2B5EF4-FFF2-40B4-BE49-F238E27FC236}">
                  <a16:creationId xmlns:a16="http://schemas.microsoft.com/office/drawing/2014/main" id="{5EB278AF-8A0C-7F66-E2F0-BE719823E3E0}"/>
                </a:ext>
              </a:extLst>
            </p:cNvPr>
            <p:cNvSpPr/>
            <p:nvPr/>
          </p:nvSpPr>
          <p:spPr>
            <a:xfrm>
              <a:off x="4879575" y="3416400"/>
              <a:ext cx="33775" cy="33775"/>
            </a:xfrm>
            <a:custGeom>
              <a:avLst/>
              <a:gdLst/>
              <a:ahLst/>
              <a:cxnLst/>
              <a:rect l="l" t="t" r="r" b="b"/>
              <a:pathLst>
                <a:path w="1351" h="1351" extrusionOk="0">
                  <a:moveTo>
                    <a:pt x="226" y="1"/>
                  </a:moveTo>
                  <a:lnTo>
                    <a:pt x="1" y="1222"/>
                  </a:lnTo>
                  <a:lnTo>
                    <a:pt x="1126" y="1351"/>
                  </a:lnTo>
                  <a:lnTo>
                    <a:pt x="1351" y="65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4500;p64">
              <a:extLst>
                <a:ext uri="{FF2B5EF4-FFF2-40B4-BE49-F238E27FC236}">
                  <a16:creationId xmlns:a16="http://schemas.microsoft.com/office/drawing/2014/main" id="{93E687F0-6660-A013-DD81-D23B83DD9A9A}"/>
                </a:ext>
              </a:extLst>
            </p:cNvPr>
            <p:cNvSpPr/>
            <p:nvPr/>
          </p:nvSpPr>
          <p:spPr>
            <a:xfrm>
              <a:off x="4870750" y="3203450"/>
              <a:ext cx="34575" cy="20100"/>
            </a:xfrm>
            <a:custGeom>
              <a:avLst/>
              <a:gdLst/>
              <a:ahLst/>
              <a:cxnLst/>
              <a:rect l="l" t="t" r="r" b="b"/>
              <a:pathLst>
                <a:path w="1383" h="804" extrusionOk="0">
                  <a:moveTo>
                    <a:pt x="129" y="0"/>
                  </a:moveTo>
                  <a:lnTo>
                    <a:pt x="0" y="740"/>
                  </a:lnTo>
                  <a:lnTo>
                    <a:pt x="1286" y="804"/>
                  </a:lnTo>
                  <a:lnTo>
                    <a:pt x="1382" y="97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4501;p64">
              <a:extLst>
                <a:ext uri="{FF2B5EF4-FFF2-40B4-BE49-F238E27FC236}">
                  <a16:creationId xmlns:a16="http://schemas.microsoft.com/office/drawing/2014/main" id="{2CAC85F6-61AF-D75F-B13B-D56F482902BF}"/>
                </a:ext>
              </a:extLst>
            </p:cNvPr>
            <p:cNvSpPr/>
            <p:nvPr/>
          </p:nvSpPr>
          <p:spPr>
            <a:xfrm>
              <a:off x="4864300" y="3237200"/>
              <a:ext cx="35400" cy="23325"/>
            </a:xfrm>
            <a:custGeom>
              <a:avLst/>
              <a:gdLst/>
              <a:ahLst/>
              <a:cxnLst/>
              <a:rect l="l" t="t" r="r" b="b"/>
              <a:pathLst>
                <a:path w="1416" h="933" extrusionOk="0">
                  <a:moveTo>
                    <a:pt x="162" y="0"/>
                  </a:moveTo>
                  <a:lnTo>
                    <a:pt x="1" y="836"/>
                  </a:lnTo>
                  <a:lnTo>
                    <a:pt x="1287" y="932"/>
                  </a:lnTo>
                  <a:lnTo>
                    <a:pt x="1415" y="6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4502;p64">
              <a:extLst>
                <a:ext uri="{FF2B5EF4-FFF2-40B4-BE49-F238E27FC236}">
                  <a16:creationId xmlns:a16="http://schemas.microsoft.com/office/drawing/2014/main" id="{56A6B39B-6C0B-75CB-9238-7DC2D5ED09C0}"/>
                </a:ext>
              </a:extLst>
            </p:cNvPr>
            <p:cNvSpPr/>
            <p:nvPr/>
          </p:nvSpPr>
          <p:spPr>
            <a:xfrm>
              <a:off x="4632075" y="3320775"/>
              <a:ext cx="1076050" cy="688400"/>
            </a:xfrm>
            <a:custGeom>
              <a:avLst/>
              <a:gdLst/>
              <a:ahLst/>
              <a:cxnLst/>
              <a:rect l="l" t="t" r="r" b="b"/>
              <a:pathLst>
                <a:path w="43042" h="27536" extrusionOk="0">
                  <a:moveTo>
                    <a:pt x="36484" y="0"/>
                  </a:moveTo>
                  <a:cubicBezTo>
                    <a:pt x="36484" y="0"/>
                    <a:pt x="35230" y="97"/>
                    <a:pt x="33077" y="1865"/>
                  </a:cubicBezTo>
                  <a:cubicBezTo>
                    <a:pt x="30923" y="3600"/>
                    <a:pt x="22405" y="18483"/>
                    <a:pt x="22405" y="18483"/>
                  </a:cubicBezTo>
                  <a:cubicBezTo>
                    <a:pt x="22405" y="18483"/>
                    <a:pt x="14658" y="13694"/>
                    <a:pt x="12729" y="12312"/>
                  </a:cubicBezTo>
                  <a:cubicBezTo>
                    <a:pt x="10769" y="10962"/>
                    <a:pt x="9194" y="8519"/>
                    <a:pt x="8133" y="7040"/>
                  </a:cubicBezTo>
                  <a:cubicBezTo>
                    <a:pt x="7040" y="5561"/>
                    <a:pt x="6847" y="5368"/>
                    <a:pt x="5368" y="5272"/>
                  </a:cubicBezTo>
                  <a:cubicBezTo>
                    <a:pt x="4292" y="5200"/>
                    <a:pt x="3412" y="4648"/>
                    <a:pt x="2952" y="4648"/>
                  </a:cubicBezTo>
                  <a:cubicBezTo>
                    <a:pt x="2794" y="4648"/>
                    <a:pt x="2685" y="4713"/>
                    <a:pt x="2636" y="4886"/>
                  </a:cubicBezTo>
                  <a:cubicBezTo>
                    <a:pt x="2443" y="5561"/>
                    <a:pt x="3022" y="5851"/>
                    <a:pt x="3440" y="6076"/>
                  </a:cubicBezTo>
                  <a:cubicBezTo>
                    <a:pt x="3825" y="6268"/>
                    <a:pt x="4500" y="6268"/>
                    <a:pt x="4500" y="6268"/>
                  </a:cubicBezTo>
                  <a:cubicBezTo>
                    <a:pt x="4500" y="6268"/>
                    <a:pt x="4318" y="6313"/>
                    <a:pt x="4010" y="6313"/>
                  </a:cubicBezTo>
                  <a:cubicBezTo>
                    <a:pt x="3530" y="6313"/>
                    <a:pt x="2745" y="6206"/>
                    <a:pt x="1865" y="5658"/>
                  </a:cubicBezTo>
                  <a:cubicBezTo>
                    <a:pt x="1067" y="5190"/>
                    <a:pt x="588" y="4918"/>
                    <a:pt x="315" y="4918"/>
                  </a:cubicBezTo>
                  <a:cubicBezTo>
                    <a:pt x="82" y="4918"/>
                    <a:pt x="0" y="5117"/>
                    <a:pt x="0" y="5561"/>
                  </a:cubicBezTo>
                  <a:cubicBezTo>
                    <a:pt x="0" y="6558"/>
                    <a:pt x="1061" y="8101"/>
                    <a:pt x="1865" y="9097"/>
                  </a:cubicBezTo>
                  <a:cubicBezTo>
                    <a:pt x="2636" y="10062"/>
                    <a:pt x="7136" y="10447"/>
                    <a:pt x="7136" y="10447"/>
                  </a:cubicBezTo>
                  <a:cubicBezTo>
                    <a:pt x="7136" y="10447"/>
                    <a:pt x="9676" y="15462"/>
                    <a:pt x="12633" y="19544"/>
                  </a:cubicBezTo>
                  <a:cubicBezTo>
                    <a:pt x="15383" y="23412"/>
                    <a:pt x="21086" y="27535"/>
                    <a:pt x="23203" y="27535"/>
                  </a:cubicBezTo>
                  <a:cubicBezTo>
                    <a:pt x="23338" y="27535"/>
                    <a:pt x="23458" y="27519"/>
                    <a:pt x="23562" y="27484"/>
                  </a:cubicBezTo>
                  <a:cubicBezTo>
                    <a:pt x="25330" y="26905"/>
                    <a:pt x="34620" y="15269"/>
                    <a:pt x="37159" y="12022"/>
                  </a:cubicBezTo>
                  <a:cubicBezTo>
                    <a:pt x="39731" y="8808"/>
                    <a:pt x="43042" y="4983"/>
                    <a:pt x="42270" y="2829"/>
                  </a:cubicBezTo>
                  <a:lnTo>
                    <a:pt x="364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4503;p64">
              <a:extLst>
                <a:ext uri="{FF2B5EF4-FFF2-40B4-BE49-F238E27FC236}">
                  <a16:creationId xmlns:a16="http://schemas.microsoft.com/office/drawing/2014/main" id="{4B12AA32-50FC-FCFE-2303-D9B5A6688252}"/>
                </a:ext>
              </a:extLst>
            </p:cNvPr>
            <p:cNvSpPr/>
            <p:nvPr/>
          </p:nvSpPr>
          <p:spPr>
            <a:xfrm>
              <a:off x="4625650" y="3314225"/>
              <a:ext cx="1072825" cy="701700"/>
            </a:xfrm>
            <a:custGeom>
              <a:avLst/>
              <a:gdLst/>
              <a:ahLst/>
              <a:cxnLst/>
              <a:rect l="l" t="t" r="r" b="b"/>
              <a:pathLst>
                <a:path w="42913" h="28068" extrusionOk="0">
                  <a:moveTo>
                    <a:pt x="36782" y="0"/>
                  </a:moveTo>
                  <a:cubicBezTo>
                    <a:pt x="36768" y="0"/>
                    <a:pt x="36755" y="2"/>
                    <a:pt x="36741" y="5"/>
                  </a:cubicBezTo>
                  <a:lnTo>
                    <a:pt x="36709" y="5"/>
                  </a:lnTo>
                  <a:cubicBezTo>
                    <a:pt x="36677" y="5"/>
                    <a:pt x="35327" y="102"/>
                    <a:pt x="33141" y="1902"/>
                  </a:cubicBezTo>
                  <a:cubicBezTo>
                    <a:pt x="32852" y="2159"/>
                    <a:pt x="32466" y="2577"/>
                    <a:pt x="32048" y="3187"/>
                  </a:cubicBezTo>
                  <a:cubicBezTo>
                    <a:pt x="30473" y="5213"/>
                    <a:pt x="28094" y="9070"/>
                    <a:pt x="26069" y="12413"/>
                  </a:cubicBezTo>
                  <a:cubicBezTo>
                    <a:pt x="24385" y="15193"/>
                    <a:pt x="22990" y="17639"/>
                    <a:pt x="22568" y="18384"/>
                  </a:cubicBezTo>
                  <a:lnTo>
                    <a:pt x="22568" y="18384"/>
                  </a:lnTo>
                  <a:cubicBezTo>
                    <a:pt x="22358" y="18254"/>
                    <a:pt x="22009" y="18036"/>
                    <a:pt x="21569" y="17749"/>
                  </a:cubicBezTo>
                  <a:cubicBezTo>
                    <a:pt x="19287" y="16335"/>
                    <a:pt x="14594" y="13377"/>
                    <a:pt x="13115" y="12349"/>
                  </a:cubicBezTo>
                  <a:cubicBezTo>
                    <a:pt x="11218" y="11031"/>
                    <a:pt x="9676" y="8620"/>
                    <a:pt x="8583" y="7141"/>
                  </a:cubicBezTo>
                  <a:cubicBezTo>
                    <a:pt x="8068" y="6402"/>
                    <a:pt x="7715" y="5984"/>
                    <a:pt x="7297" y="5695"/>
                  </a:cubicBezTo>
                  <a:cubicBezTo>
                    <a:pt x="7104" y="5534"/>
                    <a:pt x="6847" y="5438"/>
                    <a:pt x="6590" y="5373"/>
                  </a:cubicBezTo>
                  <a:cubicBezTo>
                    <a:pt x="6332" y="5341"/>
                    <a:pt x="6011" y="5309"/>
                    <a:pt x="5657" y="5277"/>
                  </a:cubicBezTo>
                  <a:cubicBezTo>
                    <a:pt x="5143" y="5245"/>
                    <a:pt x="4693" y="5084"/>
                    <a:pt x="4275" y="4955"/>
                  </a:cubicBezTo>
                  <a:cubicBezTo>
                    <a:pt x="4082" y="4859"/>
                    <a:pt x="3890" y="4795"/>
                    <a:pt x="3729" y="4730"/>
                  </a:cubicBezTo>
                  <a:cubicBezTo>
                    <a:pt x="3536" y="4698"/>
                    <a:pt x="3375" y="4634"/>
                    <a:pt x="3214" y="4634"/>
                  </a:cubicBezTo>
                  <a:cubicBezTo>
                    <a:pt x="3086" y="4634"/>
                    <a:pt x="2957" y="4666"/>
                    <a:pt x="2861" y="4730"/>
                  </a:cubicBezTo>
                  <a:cubicBezTo>
                    <a:pt x="2732" y="4827"/>
                    <a:pt x="2668" y="4955"/>
                    <a:pt x="2636" y="5084"/>
                  </a:cubicBezTo>
                  <a:cubicBezTo>
                    <a:pt x="2604" y="5180"/>
                    <a:pt x="2604" y="5309"/>
                    <a:pt x="2604" y="5405"/>
                  </a:cubicBezTo>
                  <a:cubicBezTo>
                    <a:pt x="2583" y="5633"/>
                    <a:pt x="2655" y="5820"/>
                    <a:pt x="2761" y="5967"/>
                  </a:cubicBezTo>
                  <a:lnTo>
                    <a:pt x="2761" y="5967"/>
                  </a:lnTo>
                  <a:cubicBezTo>
                    <a:pt x="2597" y="5893"/>
                    <a:pt x="2426" y="5803"/>
                    <a:pt x="2250" y="5695"/>
                  </a:cubicBezTo>
                  <a:cubicBezTo>
                    <a:pt x="1864" y="5470"/>
                    <a:pt x="1543" y="5277"/>
                    <a:pt x="1286" y="5148"/>
                  </a:cubicBezTo>
                  <a:cubicBezTo>
                    <a:pt x="997" y="5020"/>
                    <a:pt x="804" y="4923"/>
                    <a:pt x="579" y="4923"/>
                  </a:cubicBezTo>
                  <a:cubicBezTo>
                    <a:pt x="482" y="4923"/>
                    <a:pt x="386" y="4923"/>
                    <a:pt x="289" y="4988"/>
                  </a:cubicBezTo>
                  <a:cubicBezTo>
                    <a:pt x="129" y="5084"/>
                    <a:pt x="64" y="5213"/>
                    <a:pt x="32" y="5373"/>
                  </a:cubicBezTo>
                  <a:cubicBezTo>
                    <a:pt x="0" y="5502"/>
                    <a:pt x="0" y="5663"/>
                    <a:pt x="0" y="5823"/>
                  </a:cubicBezTo>
                  <a:cubicBezTo>
                    <a:pt x="0" y="6402"/>
                    <a:pt x="289" y="7077"/>
                    <a:pt x="675" y="7720"/>
                  </a:cubicBezTo>
                  <a:cubicBezTo>
                    <a:pt x="1029" y="8395"/>
                    <a:pt x="1511" y="9038"/>
                    <a:pt x="1897" y="9520"/>
                  </a:cubicBezTo>
                  <a:cubicBezTo>
                    <a:pt x="2186" y="9841"/>
                    <a:pt x="2636" y="10034"/>
                    <a:pt x="3182" y="10227"/>
                  </a:cubicBezTo>
                  <a:cubicBezTo>
                    <a:pt x="4613" y="10704"/>
                    <a:pt x="6730" y="10936"/>
                    <a:pt x="7245" y="10987"/>
                  </a:cubicBezTo>
                  <a:lnTo>
                    <a:pt x="7245" y="10987"/>
                  </a:lnTo>
                  <a:cubicBezTo>
                    <a:pt x="7689" y="11849"/>
                    <a:pt x="10009" y="16271"/>
                    <a:pt x="12665" y="19967"/>
                  </a:cubicBezTo>
                  <a:cubicBezTo>
                    <a:pt x="14047" y="21928"/>
                    <a:pt x="16201" y="23953"/>
                    <a:pt x="18226" y="25464"/>
                  </a:cubicBezTo>
                  <a:cubicBezTo>
                    <a:pt x="19255" y="26235"/>
                    <a:pt x="20283" y="26878"/>
                    <a:pt x="21183" y="27328"/>
                  </a:cubicBezTo>
                  <a:cubicBezTo>
                    <a:pt x="22083" y="27778"/>
                    <a:pt x="22855" y="28067"/>
                    <a:pt x="23465" y="28067"/>
                  </a:cubicBezTo>
                  <a:cubicBezTo>
                    <a:pt x="23626" y="28067"/>
                    <a:pt x="23787" y="28035"/>
                    <a:pt x="23915" y="28003"/>
                  </a:cubicBezTo>
                  <a:cubicBezTo>
                    <a:pt x="24205" y="27907"/>
                    <a:pt x="24558" y="27649"/>
                    <a:pt x="25008" y="27232"/>
                  </a:cubicBezTo>
                  <a:cubicBezTo>
                    <a:pt x="26519" y="25881"/>
                    <a:pt x="29123" y="22892"/>
                    <a:pt x="31630" y="19903"/>
                  </a:cubicBezTo>
                  <a:cubicBezTo>
                    <a:pt x="34137" y="16881"/>
                    <a:pt x="36516" y="13859"/>
                    <a:pt x="37641" y="12445"/>
                  </a:cubicBezTo>
                  <a:cubicBezTo>
                    <a:pt x="38766" y="10999"/>
                    <a:pt x="40084" y="9423"/>
                    <a:pt x="41113" y="7945"/>
                  </a:cubicBezTo>
                  <a:cubicBezTo>
                    <a:pt x="42141" y="6434"/>
                    <a:pt x="42881" y="5020"/>
                    <a:pt x="42913" y="3798"/>
                  </a:cubicBezTo>
                  <a:cubicBezTo>
                    <a:pt x="42913" y="3509"/>
                    <a:pt x="42849" y="3252"/>
                    <a:pt x="42784" y="2995"/>
                  </a:cubicBezTo>
                  <a:cubicBezTo>
                    <a:pt x="42731" y="2888"/>
                    <a:pt x="42612" y="2826"/>
                    <a:pt x="42499" y="2826"/>
                  </a:cubicBezTo>
                  <a:cubicBezTo>
                    <a:pt x="42476" y="2826"/>
                    <a:pt x="42453" y="2828"/>
                    <a:pt x="42431" y="2834"/>
                  </a:cubicBezTo>
                  <a:cubicBezTo>
                    <a:pt x="42302" y="2898"/>
                    <a:pt x="42206" y="3059"/>
                    <a:pt x="42270" y="3187"/>
                  </a:cubicBezTo>
                  <a:cubicBezTo>
                    <a:pt x="42334" y="3380"/>
                    <a:pt x="42366" y="3573"/>
                    <a:pt x="42366" y="3798"/>
                  </a:cubicBezTo>
                  <a:cubicBezTo>
                    <a:pt x="42366" y="4795"/>
                    <a:pt x="41691" y="6177"/>
                    <a:pt x="40663" y="7623"/>
                  </a:cubicBezTo>
                  <a:cubicBezTo>
                    <a:pt x="39666" y="9102"/>
                    <a:pt x="38380" y="10677"/>
                    <a:pt x="37223" y="12124"/>
                  </a:cubicBezTo>
                  <a:cubicBezTo>
                    <a:pt x="35937" y="13731"/>
                    <a:pt x="32980" y="17460"/>
                    <a:pt x="30119" y="20835"/>
                  </a:cubicBezTo>
                  <a:cubicBezTo>
                    <a:pt x="28705" y="22538"/>
                    <a:pt x="27291" y="24146"/>
                    <a:pt x="26133" y="25367"/>
                  </a:cubicBezTo>
                  <a:cubicBezTo>
                    <a:pt x="25587" y="25946"/>
                    <a:pt x="25073" y="26460"/>
                    <a:pt x="24655" y="26846"/>
                  </a:cubicBezTo>
                  <a:cubicBezTo>
                    <a:pt x="24237" y="27232"/>
                    <a:pt x="23883" y="27457"/>
                    <a:pt x="23755" y="27489"/>
                  </a:cubicBezTo>
                  <a:cubicBezTo>
                    <a:pt x="23658" y="27521"/>
                    <a:pt x="23594" y="27521"/>
                    <a:pt x="23465" y="27521"/>
                  </a:cubicBezTo>
                  <a:cubicBezTo>
                    <a:pt x="23015" y="27521"/>
                    <a:pt x="22276" y="27296"/>
                    <a:pt x="21408" y="26846"/>
                  </a:cubicBezTo>
                  <a:cubicBezTo>
                    <a:pt x="18837" y="25560"/>
                    <a:pt x="15108" y="22506"/>
                    <a:pt x="13083" y="19678"/>
                  </a:cubicBezTo>
                  <a:cubicBezTo>
                    <a:pt x="11636" y="17620"/>
                    <a:pt x="10254" y="15370"/>
                    <a:pt x="9258" y="13602"/>
                  </a:cubicBezTo>
                  <a:cubicBezTo>
                    <a:pt x="8775" y="12734"/>
                    <a:pt x="8358" y="11963"/>
                    <a:pt x="8068" y="11449"/>
                  </a:cubicBezTo>
                  <a:cubicBezTo>
                    <a:pt x="7779" y="10902"/>
                    <a:pt x="7650" y="10613"/>
                    <a:pt x="7650" y="10613"/>
                  </a:cubicBezTo>
                  <a:cubicBezTo>
                    <a:pt x="7586" y="10516"/>
                    <a:pt x="7522" y="10452"/>
                    <a:pt x="7425" y="10452"/>
                  </a:cubicBezTo>
                  <a:cubicBezTo>
                    <a:pt x="7425" y="10452"/>
                    <a:pt x="7136" y="10420"/>
                    <a:pt x="6718" y="10388"/>
                  </a:cubicBezTo>
                  <a:cubicBezTo>
                    <a:pt x="6075" y="10291"/>
                    <a:pt x="5079" y="10163"/>
                    <a:pt x="4179" y="9970"/>
                  </a:cubicBezTo>
                  <a:cubicBezTo>
                    <a:pt x="3761" y="9841"/>
                    <a:pt x="3343" y="9745"/>
                    <a:pt x="2989" y="9584"/>
                  </a:cubicBezTo>
                  <a:cubicBezTo>
                    <a:pt x="2668" y="9456"/>
                    <a:pt x="2411" y="9295"/>
                    <a:pt x="2314" y="9198"/>
                  </a:cubicBezTo>
                  <a:cubicBezTo>
                    <a:pt x="1929" y="8716"/>
                    <a:pt x="1479" y="8073"/>
                    <a:pt x="1125" y="7463"/>
                  </a:cubicBezTo>
                  <a:cubicBezTo>
                    <a:pt x="772" y="6852"/>
                    <a:pt x="514" y="6241"/>
                    <a:pt x="514" y="5823"/>
                  </a:cubicBezTo>
                  <a:cubicBezTo>
                    <a:pt x="514" y="5630"/>
                    <a:pt x="547" y="5502"/>
                    <a:pt x="579" y="5438"/>
                  </a:cubicBezTo>
                  <a:cubicBezTo>
                    <a:pt x="611" y="5438"/>
                    <a:pt x="804" y="5502"/>
                    <a:pt x="1029" y="5630"/>
                  </a:cubicBezTo>
                  <a:cubicBezTo>
                    <a:pt x="1254" y="5727"/>
                    <a:pt x="1575" y="5920"/>
                    <a:pt x="1993" y="6145"/>
                  </a:cubicBezTo>
                  <a:cubicBezTo>
                    <a:pt x="2893" y="6723"/>
                    <a:pt x="3729" y="6820"/>
                    <a:pt x="4243" y="6820"/>
                  </a:cubicBezTo>
                  <a:cubicBezTo>
                    <a:pt x="4597" y="6820"/>
                    <a:pt x="4790" y="6788"/>
                    <a:pt x="4822" y="6788"/>
                  </a:cubicBezTo>
                  <a:cubicBezTo>
                    <a:pt x="4950" y="6756"/>
                    <a:pt x="5047" y="6627"/>
                    <a:pt x="5015" y="6498"/>
                  </a:cubicBezTo>
                  <a:cubicBezTo>
                    <a:pt x="5015" y="6338"/>
                    <a:pt x="4886" y="6241"/>
                    <a:pt x="4757" y="6241"/>
                  </a:cubicBezTo>
                  <a:lnTo>
                    <a:pt x="4661" y="6241"/>
                  </a:lnTo>
                  <a:cubicBezTo>
                    <a:pt x="4565" y="6241"/>
                    <a:pt x="4404" y="6241"/>
                    <a:pt x="4243" y="6209"/>
                  </a:cubicBezTo>
                  <a:cubicBezTo>
                    <a:pt x="4082" y="6177"/>
                    <a:pt x="3890" y="6145"/>
                    <a:pt x="3793" y="6080"/>
                  </a:cubicBezTo>
                  <a:cubicBezTo>
                    <a:pt x="3632" y="5984"/>
                    <a:pt x="3440" y="5888"/>
                    <a:pt x="3311" y="5791"/>
                  </a:cubicBezTo>
                  <a:cubicBezTo>
                    <a:pt x="3182" y="5663"/>
                    <a:pt x="3118" y="5566"/>
                    <a:pt x="3118" y="5405"/>
                  </a:cubicBezTo>
                  <a:cubicBezTo>
                    <a:pt x="3118" y="5341"/>
                    <a:pt x="3118" y="5309"/>
                    <a:pt x="3150" y="5213"/>
                  </a:cubicBezTo>
                  <a:lnTo>
                    <a:pt x="3182" y="5180"/>
                  </a:lnTo>
                  <a:lnTo>
                    <a:pt x="3214" y="5180"/>
                  </a:lnTo>
                  <a:cubicBezTo>
                    <a:pt x="3279" y="5180"/>
                    <a:pt x="3407" y="5213"/>
                    <a:pt x="3536" y="5245"/>
                  </a:cubicBezTo>
                  <a:cubicBezTo>
                    <a:pt x="4018" y="5405"/>
                    <a:pt x="4725" y="5759"/>
                    <a:pt x="5625" y="5791"/>
                  </a:cubicBezTo>
                  <a:cubicBezTo>
                    <a:pt x="5979" y="5823"/>
                    <a:pt x="6268" y="5855"/>
                    <a:pt x="6461" y="5920"/>
                  </a:cubicBezTo>
                  <a:cubicBezTo>
                    <a:pt x="6815" y="5984"/>
                    <a:pt x="7008" y="6080"/>
                    <a:pt x="7233" y="6305"/>
                  </a:cubicBezTo>
                  <a:cubicBezTo>
                    <a:pt x="7490" y="6530"/>
                    <a:pt x="7747" y="6916"/>
                    <a:pt x="8165" y="7463"/>
                  </a:cubicBezTo>
                  <a:cubicBezTo>
                    <a:pt x="9225" y="8909"/>
                    <a:pt x="10801" y="11384"/>
                    <a:pt x="12826" y="12799"/>
                  </a:cubicBezTo>
                  <a:cubicBezTo>
                    <a:pt x="13822" y="13506"/>
                    <a:pt x="16233" y="15049"/>
                    <a:pt x="18419" y="16399"/>
                  </a:cubicBezTo>
                  <a:cubicBezTo>
                    <a:pt x="20572" y="17781"/>
                    <a:pt x="22533" y="18970"/>
                    <a:pt x="22533" y="18970"/>
                  </a:cubicBezTo>
                  <a:cubicBezTo>
                    <a:pt x="22556" y="18993"/>
                    <a:pt x="22611" y="19016"/>
                    <a:pt x="22664" y="19016"/>
                  </a:cubicBezTo>
                  <a:cubicBezTo>
                    <a:pt x="22686" y="19016"/>
                    <a:pt x="22707" y="19012"/>
                    <a:pt x="22726" y="19003"/>
                  </a:cubicBezTo>
                  <a:cubicBezTo>
                    <a:pt x="22790" y="19003"/>
                    <a:pt x="22855" y="18938"/>
                    <a:pt x="22887" y="18874"/>
                  </a:cubicBezTo>
                  <a:cubicBezTo>
                    <a:pt x="22887" y="18874"/>
                    <a:pt x="23015" y="18649"/>
                    <a:pt x="23273" y="18231"/>
                  </a:cubicBezTo>
                  <a:cubicBezTo>
                    <a:pt x="24076" y="16817"/>
                    <a:pt x="26198" y="13184"/>
                    <a:pt x="28319" y="9745"/>
                  </a:cubicBezTo>
                  <a:cubicBezTo>
                    <a:pt x="29380" y="8041"/>
                    <a:pt x="30441" y="6338"/>
                    <a:pt x="31373" y="5020"/>
                  </a:cubicBezTo>
                  <a:cubicBezTo>
                    <a:pt x="31823" y="4345"/>
                    <a:pt x="32241" y="3766"/>
                    <a:pt x="32627" y="3284"/>
                  </a:cubicBezTo>
                  <a:cubicBezTo>
                    <a:pt x="32980" y="2834"/>
                    <a:pt x="33302" y="2480"/>
                    <a:pt x="33494" y="2320"/>
                  </a:cubicBezTo>
                  <a:cubicBezTo>
                    <a:pt x="34555" y="1452"/>
                    <a:pt x="35391" y="1002"/>
                    <a:pt x="35937" y="777"/>
                  </a:cubicBezTo>
                  <a:cubicBezTo>
                    <a:pt x="36227" y="648"/>
                    <a:pt x="36452" y="584"/>
                    <a:pt x="36580" y="552"/>
                  </a:cubicBezTo>
                  <a:cubicBezTo>
                    <a:pt x="36645" y="552"/>
                    <a:pt x="36709" y="519"/>
                    <a:pt x="36741" y="519"/>
                  </a:cubicBezTo>
                  <a:lnTo>
                    <a:pt x="36773" y="519"/>
                  </a:lnTo>
                  <a:cubicBezTo>
                    <a:pt x="36902" y="519"/>
                    <a:pt x="37030" y="391"/>
                    <a:pt x="36998" y="230"/>
                  </a:cubicBezTo>
                  <a:cubicBezTo>
                    <a:pt x="36998" y="115"/>
                    <a:pt x="36895" y="0"/>
                    <a:pt x="36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4504;p64">
              <a:extLst>
                <a:ext uri="{FF2B5EF4-FFF2-40B4-BE49-F238E27FC236}">
                  <a16:creationId xmlns:a16="http://schemas.microsoft.com/office/drawing/2014/main" id="{42C5E676-648A-8D3F-44DC-DA49DE19DE2E}"/>
                </a:ext>
              </a:extLst>
            </p:cNvPr>
            <p:cNvSpPr/>
            <p:nvPr/>
          </p:nvSpPr>
          <p:spPr>
            <a:xfrm>
              <a:off x="4632075" y="3436975"/>
              <a:ext cx="252350" cy="170700"/>
            </a:xfrm>
            <a:custGeom>
              <a:avLst/>
              <a:gdLst/>
              <a:ahLst/>
              <a:cxnLst/>
              <a:rect l="l" t="t" r="r" b="b"/>
              <a:pathLst>
                <a:path w="10094" h="6828" extrusionOk="0">
                  <a:moveTo>
                    <a:pt x="2952" y="0"/>
                  </a:moveTo>
                  <a:cubicBezTo>
                    <a:pt x="2794" y="0"/>
                    <a:pt x="2685" y="65"/>
                    <a:pt x="2636" y="238"/>
                  </a:cubicBezTo>
                  <a:cubicBezTo>
                    <a:pt x="2443" y="913"/>
                    <a:pt x="3022" y="1203"/>
                    <a:pt x="3440" y="1428"/>
                  </a:cubicBezTo>
                  <a:cubicBezTo>
                    <a:pt x="3825" y="1620"/>
                    <a:pt x="4500" y="1620"/>
                    <a:pt x="4500" y="1620"/>
                  </a:cubicBezTo>
                  <a:cubicBezTo>
                    <a:pt x="4500" y="1620"/>
                    <a:pt x="4318" y="1665"/>
                    <a:pt x="4010" y="1665"/>
                  </a:cubicBezTo>
                  <a:cubicBezTo>
                    <a:pt x="3530" y="1665"/>
                    <a:pt x="2745" y="1558"/>
                    <a:pt x="1865" y="1010"/>
                  </a:cubicBezTo>
                  <a:cubicBezTo>
                    <a:pt x="1067" y="542"/>
                    <a:pt x="588" y="270"/>
                    <a:pt x="315" y="270"/>
                  </a:cubicBezTo>
                  <a:cubicBezTo>
                    <a:pt x="82" y="270"/>
                    <a:pt x="0" y="469"/>
                    <a:pt x="0" y="913"/>
                  </a:cubicBezTo>
                  <a:cubicBezTo>
                    <a:pt x="0" y="1910"/>
                    <a:pt x="1061" y="3453"/>
                    <a:pt x="1865" y="4449"/>
                  </a:cubicBezTo>
                  <a:cubicBezTo>
                    <a:pt x="2636" y="5414"/>
                    <a:pt x="7136" y="5799"/>
                    <a:pt x="7136" y="5799"/>
                  </a:cubicBezTo>
                  <a:cubicBezTo>
                    <a:pt x="7136" y="5799"/>
                    <a:pt x="7329" y="6185"/>
                    <a:pt x="7683" y="6828"/>
                  </a:cubicBezTo>
                  <a:cubicBezTo>
                    <a:pt x="8165" y="6185"/>
                    <a:pt x="8904" y="5574"/>
                    <a:pt x="10094" y="5060"/>
                  </a:cubicBezTo>
                  <a:cubicBezTo>
                    <a:pt x="9322" y="4096"/>
                    <a:pt x="8647" y="3131"/>
                    <a:pt x="8133" y="2392"/>
                  </a:cubicBezTo>
                  <a:cubicBezTo>
                    <a:pt x="7040" y="913"/>
                    <a:pt x="6847" y="720"/>
                    <a:pt x="5368" y="624"/>
                  </a:cubicBezTo>
                  <a:cubicBezTo>
                    <a:pt x="4292" y="552"/>
                    <a:pt x="3412" y="0"/>
                    <a:pt x="29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4505;p64">
              <a:extLst>
                <a:ext uri="{FF2B5EF4-FFF2-40B4-BE49-F238E27FC236}">
                  <a16:creationId xmlns:a16="http://schemas.microsoft.com/office/drawing/2014/main" id="{3F2C128A-33B9-137D-E4B3-893CE83711F8}"/>
                </a:ext>
              </a:extLst>
            </p:cNvPr>
            <p:cNvSpPr/>
            <p:nvPr/>
          </p:nvSpPr>
          <p:spPr>
            <a:xfrm>
              <a:off x="4625650" y="3430050"/>
              <a:ext cx="265200" cy="184275"/>
            </a:xfrm>
            <a:custGeom>
              <a:avLst/>
              <a:gdLst/>
              <a:ahLst/>
              <a:cxnLst/>
              <a:rect l="l" t="t" r="r" b="b"/>
              <a:pathLst>
                <a:path w="10608" h="7371" extrusionOk="0">
                  <a:moveTo>
                    <a:pt x="3214" y="547"/>
                  </a:moveTo>
                  <a:cubicBezTo>
                    <a:pt x="3279" y="547"/>
                    <a:pt x="3407" y="580"/>
                    <a:pt x="3536" y="612"/>
                  </a:cubicBezTo>
                  <a:cubicBezTo>
                    <a:pt x="4018" y="772"/>
                    <a:pt x="4725" y="1126"/>
                    <a:pt x="5625" y="1158"/>
                  </a:cubicBezTo>
                  <a:cubicBezTo>
                    <a:pt x="5979" y="1190"/>
                    <a:pt x="6268" y="1222"/>
                    <a:pt x="6461" y="1287"/>
                  </a:cubicBezTo>
                  <a:cubicBezTo>
                    <a:pt x="6815" y="1351"/>
                    <a:pt x="7008" y="1447"/>
                    <a:pt x="7233" y="1672"/>
                  </a:cubicBezTo>
                  <a:cubicBezTo>
                    <a:pt x="7490" y="1897"/>
                    <a:pt x="7747" y="2283"/>
                    <a:pt x="8165" y="2830"/>
                  </a:cubicBezTo>
                  <a:cubicBezTo>
                    <a:pt x="8630" y="3470"/>
                    <a:pt x="9228" y="4347"/>
                    <a:pt x="9909" y="5223"/>
                  </a:cubicBezTo>
                  <a:lnTo>
                    <a:pt x="9909" y="5223"/>
                  </a:lnTo>
                  <a:cubicBezTo>
                    <a:pt x="9070" y="5629"/>
                    <a:pt x="8442" y="6117"/>
                    <a:pt x="7985" y="6620"/>
                  </a:cubicBezTo>
                  <a:lnTo>
                    <a:pt x="7985" y="6620"/>
                  </a:lnTo>
                  <a:cubicBezTo>
                    <a:pt x="7905" y="6462"/>
                    <a:pt x="7836" y="6333"/>
                    <a:pt x="7779" y="6237"/>
                  </a:cubicBezTo>
                  <a:cubicBezTo>
                    <a:pt x="7683" y="6076"/>
                    <a:pt x="7650" y="5980"/>
                    <a:pt x="7650" y="5980"/>
                  </a:cubicBezTo>
                  <a:cubicBezTo>
                    <a:pt x="7586" y="5883"/>
                    <a:pt x="7522" y="5819"/>
                    <a:pt x="7425" y="5819"/>
                  </a:cubicBezTo>
                  <a:cubicBezTo>
                    <a:pt x="7425" y="5819"/>
                    <a:pt x="7136" y="5787"/>
                    <a:pt x="6718" y="5755"/>
                  </a:cubicBezTo>
                  <a:cubicBezTo>
                    <a:pt x="6075" y="5658"/>
                    <a:pt x="5079" y="5530"/>
                    <a:pt x="4179" y="5337"/>
                  </a:cubicBezTo>
                  <a:cubicBezTo>
                    <a:pt x="3761" y="5208"/>
                    <a:pt x="3343" y="5112"/>
                    <a:pt x="2989" y="4951"/>
                  </a:cubicBezTo>
                  <a:cubicBezTo>
                    <a:pt x="2668" y="4823"/>
                    <a:pt x="2411" y="4662"/>
                    <a:pt x="2314" y="4565"/>
                  </a:cubicBezTo>
                  <a:cubicBezTo>
                    <a:pt x="1929" y="4083"/>
                    <a:pt x="1479" y="3440"/>
                    <a:pt x="1125" y="2830"/>
                  </a:cubicBezTo>
                  <a:cubicBezTo>
                    <a:pt x="772" y="2219"/>
                    <a:pt x="514" y="1608"/>
                    <a:pt x="514" y="1190"/>
                  </a:cubicBezTo>
                  <a:cubicBezTo>
                    <a:pt x="514" y="997"/>
                    <a:pt x="547" y="869"/>
                    <a:pt x="579" y="805"/>
                  </a:cubicBezTo>
                  <a:cubicBezTo>
                    <a:pt x="611" y="805"/>
                    <a:pt x="804" y="869"/>
                    <a:pt x="1029" y="997"/>
                  </a:cubicBezTo>
                  <a:cubicBezTo>
                    <a:pt x="1254" y="1094"/>
                    <a:pt x="1575" y="1287"/>
                    <a:pt x="1993" y="1512"/>
                  </a:cubicBezTo>
                  <a:cubicBezTo>
                    <a:pt x="2893" y="2090"/>
                    <a:pt x="3729" y="2187"/>
                    <a:pt x="4243" y="2187"/>
                  </a:cubicBezTo>
                  <a:cubicBezTo>
                    <a:pt x="4597" y="2187"/>
                    <a:pt x="4790" y="2155"/>
                    <a:pt x="4822" y="2155"/>
                  </a:cubicBezTo>
                  <a:cubicBezTo>
                    <a:pt x="4950" y="2123"/>
                    <a:pt x="5047" y="1994"/>
                    <a:pt x="5015" y="1865"/>
                  </a:cubicBezTo>
                  <a:cubicBezTo>
                    <a:pt x="5015" y="1705"/>
                    <a:pt x="4886" y="1608"/>
                    <a:pt x="4757" y="1608"/>
                  </a:cubicBezTo>
                  <a:lnTo>
                    <a:pt x="4661" y="1608"/>
                  </a:lnTo>
                  <a:cubicBezTo>
                    <a:pt x="4565" y="1608"/>
                    <a:pt x="4404" y="1608"/>
                    <a:pt x="4243" y="1576"/>
                  </a:cubicBezTo>
                  <a:cubicBezTo>
                    <a:pt x="4082" y="1544"/>
                    <a:pt x="3890" y="1512"/>
                    <a:pt x="3793" y="1447"/>
                  </a:cubicBezTo>
                  <a:cubicBezTo>
                    <a:pt x="3632" y="1351"/>
                    <a:pt x="3440" y="1255"/>
                    <a:pt x="3311" y="1158"/>
                  </a:cubicBezTo>
                  <a:cubicBezTo>
                    <a:pt x="3182" y="1030"/>
                    <a:pt x="3118" y="933"/>
                    <a:pt x="3118" y="772"/>
                  </a:cubicBezTo>
                  <a:cubicBezTo>
                    <a:pt x="3118" y="708"/>
                    <a:pt x="3118" y="676"/>
                    <a:pt x="3150" y="580"/>
                  </a:cubicBezTo>
                  <a:lnTo>
                    <a:pt x="3182" y="547"/>
                  </a:lnTo>
                  <a:close/>
                  <a:moveTo>
                    <a:pt x="3214" y="1"/>
                  </a:moveTo>
                  <a:cubicBezTo>
                    <a:pt x="3086" y="1"/>
                    <a:pt x="2957" y="33"/>
                    <a:pt x="2861" y="97"/>
                  </a:cubicBezTo>
                  <a:cubicBezTo>
                    <a:pt x="2732" y="194"/>
                    <a:pt x="2668" y="322"/>
                    <a:pt x="2636" y="451"/>
                  </a:cubicBezTo>
                  <a:cubicBezTo>
                    <a:pt x="2604" y="547"/>
                    <a:pt x="2604" y="676"/>
                    <a:pt x="2604" y="772"/>
                  </a:cubicBezTo>
                  <a:cubicBezTo>
                    <a:pt x="2583" y="1000"/>
                    <a:pt x="2655" y="1187"/>
                    <a:pt x="2761" y="1334"/>
                  </a:cubicBezTo>
                  <a:lnTo>
                    <a:pt x="2761" y="1334"/>
                  </a:lnTo>
                  <a:cubicBezTo>
                    <a:pt x="2597" y="1260"/>
                    <a:pt x="2426" y="1170"/>
                    <a:pt x="2250" y="1062"/>
                  </a:cubicBezTo>
                  <a:cubicBezTo>
                    <a:pt x="1864" y="837"/>
                    <a:pt x="1543" y="644"/>
                    <a:pt x="1286" y="515"/>
                  </a:cubicBezTo>
                  <a:cubicBezTo>
                    <a:pt x="997" y="387"/>
                    <a:pt x="804" y="290"/>
                    <a:pt x="579" y="290"/>
                  </a:cubicBezTo>
                  <a:cubicBezTo>
                    <a:pt x="482" y="290"/>
                    <a:pt x="386" y="290"/>
                    <a:pt x="289" y="355"/>
                  </a:cubicBezTo>
                  <a:cubicBezTo>
                    <a:pt x="129" y="451"/>
                    <a:pt x="64" y="580"/>
                    <a:pt x="32" y="740"/>
                  </a:cubicBezTo>
                  <a:cubicBezTo>
                    <a:pt x="0" y="869"/>
                    <a:pt x="0" y="1030"/>
                    <a:pt x="0" y="1190"/>
                  </a:cubicBezTo>
                  <a:cubicBezTo>
                    <a:pt x="0" y="1769"/>
                    <a:pt x="289" y="2444"/>
                    <a:pt x="675" y="3087"/>
                  </a:cubicBezTo>
                  <a:cubicBezTo>
                    <a:pt x="1029" y="3762"/>
                    <a:pt x="1511" y="4405"/>
                    <a:pt x="1897" y="4887"/>
                  </a:cubicBezTo>
                  <a:cubicBezTo>
                    <a:pt x="2186" y="5208"/>
                    <a:pt x="2636" y="5401"/>
                    <a:pt x="3182" y="5594"/>
                  </a:cubicBezTo>
                  <a:cubicBezTo>
                    <a:pt x="4611" y="6070"/>
                    <a:pt x="6724" y="6303"/>
                    <a:pt x="7243" y="6354"/>
                  </a:cubicBezTo>
                  <a:lnTo>
                    <a:pt x="7243" y="6354"/>
                  </a:lnTo>
                  <a:cubicBezTo>
                    <a:pt x="7327" y="6522"/>
                    <a:pt x="7479" y="6826"/>
                    <a:pt x="7683" y="7233"/>
                  </a:cubicBezTo>
                  <a:cubicBezTo>
                    <a:pt x="7747" y="7298"/>
                    <a:pt x="7811" y="7362"/>
                    <a:pt x="7908" y="7362"/>
                  </a:cubicBezTo>
                  <a:cubicBezTo>
                    <a:pt x="7925" y="7368"/>
                    <a:pt x="7943" y="7371"/>
                    <a:pt x="7960" y="7371"/>
                  </a:cubicBezTo>
                  <a:cubicBezTo>
                    <a:pt x="8037" y="7371"/>
                    <a:pt x="8106" y="7318"/>
                    <a:pt x="8133" y="7266"/>
                  </a:cubicBezTo>
                  <a:cubicBezTo>
                    <a:pt x="8583" y="6687"/>
                    <a:pt x="9290" y="6076"/>
                    <a:pt x="10447" y="5594"/>
                  </a:cubicBezTo>
                  <a:cubicBezTo>
                    <a:pt x="10511" y="5562"/>
                    <a:pt x="10576" y="5498"/>
                    <a:pt x="10608" y="5401"/>
                  </a:cubicBezTo>
                  <a:cubicBezTo>
                    <a:pt x="10608" y="5337"/>
                    <a:pt x="10608" y="5241"/>
                    <a:pt x="10543" y="5176"/>
                  </a:cubicBezTo>
                  <a:cubicBezTo>
                    <a:pt x="9804" y="4212"/>
                    <a:pt x="9129" y="3248"/>
                    <a:pt x="8583" y="2508"/>
                  </a:cubicBezTo>
                  <a:cubicBezTo>
                    <a:pt x="8068" y="1769"/>
                    <a:pt x="7715" y="1351"/>
                    <a:pt x="7297" y="1062"/>
                  </a:cubicBezTo>
                  <a:cubicBezTo>
                    <a:pt x="7104" y="901"/>
                    <a:pt x="6847" y="805"/>
                    <a:pt x="6590" y="740"/>
                  </a:cubicBezTo>
                  <a:cubicBezTo>
                    <a:pt x="6332" y="708"/>
                    <a:pt x="6011" y="676"/>
                    <a:pt x="5657" y="644"/>
                  </a:cubicBezTo>
                  <a:cubicBezTo>
                    <a:pt x="5143" y="612"/>
                    <a:pt x="4693" y="451"/>
                    <a:pt x="4275" y="322"/>
                  </a:cubicBezTo>
                  <a:cubicBezTo>
                    <a:pt x="4082" y="226"/>
                    <a:pt x="3890" y="162"/>
                    <a:pt x="3729" y="97"/>
                  </a:cubicBezTo>
                  <a:cubicBezTo>
                    <a:pt x="3536" y="65"/>
                    <a:pt x="3375" y="1"/>
                    <a:pt x="3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CuadroTexto 338">
            <a:extLst>
              <a:ext uri="{FF2B5EF4-FFF2-40B4-BE49-F238E27FC236}">
                <a16:creationId xmlns:a16="http://schemas.microsoft.com/office/drawing/2014/main" id="{B2988DE8-0693-953D-F9D7-A6CF26EE8E3B}"/>
              </a:ext>
            </a:extLst>
          </p:cNvPr>
          <p:cNvSpPr txBox="1"/>
          <p:nvPr/>
        </p:nvSpPr>
        <p:spPr>
          <a:xfrm>
            <a:off x="10128977" y="2992153"/>
            <a:ext cx="114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Empresas</a:t>
            </a:r>
          </a:p>
        </p:txBody>
      </p: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28B077DA-6273-49A2-E73F-ECBE3F5C0F43}"/>
              </a:ext>
            </a:extLst>
          </p:cNvPr>
          <p:cNvSpPr txBox="1"/>
          <p:nvPr/>
        </p:nvSpPr>
        <p:spPr>
          <a:xfrm>
            <a:off x="10179504" y="5389016"/>
            <a:ext cx="108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Personas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C9B1CA6-EF04-2A5E-803C-7C836B6E7128}"/>
              </a:ext>
            </a:extLst>
          </p:cNvPr>
          <p:cNvSpPr txBox="1"/>
          <p:nvPr/>
        </p:nvSpPr>
        <p:spPr>
          <a:xfrm>
            <a:off x="580274" y="1283720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RESUMIENDO</a:t>
            </a:r>
            <a:endParaRPr lang="es-PE" dirty="0"/>
          </a:p>
        </p:txBody>
      </p:sp>
      <p:sp>
        <p:nvSpPr>
          <p:cNvPr id="342" name="Título 1">
            <a:extLst>
              <a:ext uri="{FF2B5EF4-FFF2-40B4-BE49-F238E27FC236}">
                <a16:creationId xmlns:a16="http://schemas.microsoft.com/office/drawing/2014/main" id="{7E98D108-33F3-5FE8-FC4F-27855277E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28638"/>
          </a:xfrm>
        </p:spPr>
        <p:txBody>
          <a:bodyPr>
            <a:normAutofit/>
          </a:bodyPr>
          <a:lstStyle/>
          <a:p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TRANSFORMACIÓN DIGITAL</a:t>
            </a:r>
          </a:p>
        </p:txBody>
      </p:sp>
    </p:spTree>
    <p:extLst>
      <p:ext uri="{BB962C8B-B14F-4D97-AF65-F5344CB8AC3E}">
        <p14:creationId xmlns:p14="http://schemas.microsoft.com/office/powerpoint/2010/main" val="3520569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63C3F4-0B8D-6C0B-FBC6-81660A7BD2DC}"/>
              </a:ext>
            </a:extLst>
          </p:cNvPr>
          <p:cNvSpPr txBox="1"/>
          <p:nvPr/>
        </p:nvSpPr>
        <p:spPr>
          <a:xfrm>
            <a:off x="1595484" y="2177537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Big Data</a:t>
            </a:r>
            <a:endParaRPr lang="es-PE" sz="1400" dirty="0"/>
          </a:p>
        </p:txBody>
      </p:sp>
      <p:sp>
        <p:nvSpPr>
          <p:cNvPr id="7" name="Google Shape;13383;p75">
            <a:extLst>
              <a:ext uri="{FF2B5EF4-FFF2-40B4-BE49-F238E27FC236}">
                <a16:creationId xmlns:a16="http://schemas.microsoft.com/office/drawing/2014/main" id="{6B527EDA-1EBC-DC86-0184-23A8BBD0979E}"/>
              </a:ext>
            </a:extLst>
          </p:cNvPr>
          <p:cNvSpPr/>
          <p:nvPr/>
        </p:nvSpPr>
        <p:spPr>
          <a:xfrm>
            <a:off x="3213013" y="2772697"/>
            <a:ext cx="946033" cy="520438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7742549-C23F-EF64-FFC1-7D9B8FDC3A74}"/>
              </a:ext>
            </a:extLst>
          </p:cNvPr>
          <p:cNvSpPr txBox="1"/>
          <p:nvPr/>
        </p:nvSpPr>
        <p:spPr>
          <a:xfrm>
            <a:off x="2891580" y="3564866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Cloud Computing</a:t>
            </a:r>
            <a:endParaRPr lang="es-PE" sz="1400" dirty="0"/>
          </a:p>
        </p:txBody>
      </p:sp>
      <p:grpSp>
        <p:nvGrpSpPr>
          <p:cNvPr id="9" name="Google Shape;13442;p75">
            <a:extLst>
              <a:ext uri="{FF2B5EF4-FFF2-40B4-BE49-F238E27FC236}">
                <a16:creationId xmlns:a16="http://schemas.microsoft.com/office/drawing/2014/main" id="{CE8967BB-88C1-F0F8-91EB-268644EDBDEB}"/>
              </a:ext>
            </a:extLst>
          </p:cNvPr>
          <p:cNvGrpSpPr/>
          <p:nvPr/>
        </p:nvGrpSpPr>
        <p:grpSpPr>
          <a:xfrm>
            <a:off x="4953123" y="2804982"/>
            <a:ext cx="790575" cy="520437"/>
            <a:chOff x="1487200" y="4421025"/>
            <a:chExt cx="483125" cy="439750"/>
          </a:xfrm>
          <a:solidFill>
            <a:srgbClr val="FF0000"/>
          </a:solidFill>
        </p:grpSpPr>
        <p:sp>
          <p:nvSpPr>
            <p:cNvPr id="10" name="Google Shape;13443;p75">
              <a:extLst>
                <a:ext uri="{FF2B5EF4-FFF2-40B4-BE49-F238E27FC236}">
                  <a16:creationId xmlns:a16="http://schemas.microsoft.com/office/drawing/2014/main" id="{0C4424B4-90CC-E695-0E80-C632D6B39C76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3444;p75">
              <a:extLst>
                <a:ext uri="{FF2B5EF4-FFF2-40B4-BE49-F238E27FC236}">
                  <a16:creationId xmlns:a16="http://schemas.microsoft.com/office/drawing/2014/main" id="{0CFC168B-7B1E-EEB8-0CF6-7616E4D0353F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3445;p75">
              <a:extLst>
                <a:ext uri="{FF2B5EF4-FFF2-40B4-BE49-F238E27FC236}">
                  <a16:creationId xmlns:a16="http://schemas.microsoft.com/office/drawing/2014/main" id="{C7B5B9F5-0F76-C826-0A71-E8817C40FCC0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3446;p75">
              <a:extLst>
                <a:ext uri="{FF2B5EF4-FFF2-40B4-BE49-F238E27FC236}">
                  <a16:creationId xmlns:a16="http://schemas.microsoft.com/office/drawing/2014/main" id="{C2F62D6B-16E6-9178-16EF-D3984B39DEAC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B6B4930-B8BC-B1D2-EFFF-35114495995D}"/>
              </a:ext>
            </a:extLst>
          </p:cNvPr>
          <p:cNvSpPr txBox="1"/>
          <p:nvPr/>
        </p:nvSpPr>
        <p:spPr>
          <a:xfrm>
            <a:off x="4662342" y="2203936"/>
            <a:ext cx="13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Internet de las </a:t>
            </a:r>
          </a:p>
          <a:p>
            <a:pPr algn="ctr"/>
            <a:r>
              <a:rPr lang="es-ES" sz="1400" dirty="0"/>
              <a:t>Cosas</a:t>
            </a:r>
            <a:endParaRPr lang="es-PE" sz="1400" dirty="0"/>
          </a:p>
        </p:txBody>
      </p:sp>
      <p:grpSp>
        <p:nvGrpSpPr>
          <p:cNvPr id="15" name="Google Shape;13870;p77">
            <a:extLst>
              <a:ext uri="{FF2B5EF4-FFF2-40B4-BE49-F238E27FC236}">
                <a16:creationId xmlns:a16="http://schemas.microsoft.com/office/drawing/2014/main" id="{ABDCC653-8773-1498-C3DA-C0499247555A}"/>
              </a:ext>
            </a:extLst>
          </p:cNvPr>
          <p:cNvGrpSpPr/>
          <p:nvPr/>
        </p:nvGrpSpPr>
        <p:grpSpPr>
          <a:xfrm>
            <a:off x="6537775" y="2727156"/>
            <a:ext cx="607560" cy="588807"/>
            <a:chOff x="-62496925" y="1931475"/>
            <a:chExt cx="275675" cy="316825"/>
          </a:xfrm>
          <a:solidFill>
            <a:srgbClr val="FF0000"/>
          </a:solidFill>
        </p:grpSpPr>
        <p:sp>
          <p:nvSpPr>
            <p:cNvPr id="16" name="Google Shape;13871;p77">
              <a:extLst>
                <a:ext uri="{FF2B5EF4-FFF2-40B4-BE49-F238E27FC236}">
                  <a16:creationId xmlns:a16="http://schemas.microsoft.com/office/drawing/2014/main" id="{EFA1DAB3-AC33-1CC7-2C30-F3178431977F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13872;p77">
              <a:extLst>
                <a:ext uri="{FF2B5EF4-FFF2-40B4-BE49-F238E27FC236}">
                  <a16:creationId xmlns:a16="http://schemas.microsoft.com/office/drawing/2014/main" id="{92E92544-F522-ADA4-179A-C149DDEFD387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82916D1-114C-661E-4072-1BBC753D8060}"/>
              </a:ext>
            </a:extLst>
          </p:cNvPr>
          <p:cNvSpPr txBox="1"/>
          <p:nvPr/>
        </p:nvSpPr>
        <p:spPr>
          <a:xfrm>
            <a:off x="6146685" y="3564866"/>
            <a:ext cx="1389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Ciberseguridad</a:t>
            </a:r>
            <a:endParaRPr lang="es-PE" sz="1400" dirty="0"/>
          </a:p>
        </p:txBody>
      </p:sp>
      <p:sp>
        <p:nvSpPr>
          <p:cNvPr id="19" name="Google Shape;13833;p77">
            <a:extLst>
              <a:ext uri="{FF2B5EF4-FFF2-40B4-BE49-F238E27FC236}">
                <a16:creationId xmlns:a16="http://schemas.microsoft.com/office/drawing/2014/main" id="{BEE044E4-98AA-CDF4-38AB-1F06B543E634}"/>
              </a:ext>
            </a:extLst>
          </p:cNvPr>
          <p:cNvSpPr/>
          <p:nvPr/>
        </p:nvSpPr>
        <p:spPr>
          <a:xfrm>
            <a:off x="8081408" y="2727156"/>
            <a:ext cx="607560" cy="540211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07A2873-F915-AF84-BDA7-F55F5C538CB0}"/>
              </a:ext>
            </a:extLst>
          </p:cNvPr>
          <p:cNvSpPr txBox="1"/>
          <p:nvPr/>
        </p:nvSpPr>
        <p:spPr>
          <a:xfrm>
            <a:off x="7489462" y="2177536"/>
            <a:ext cx="1791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Inteligencia Artificial</a:t>
            </a:r>
            <a:endParaRPr lang="es-PE" sz="1400" dirty="0"/>
          </a:p>
        </p:txBody>
      </p:sp>
      <p:sp>
        <p:nvSpPr>
          <p:cNvPr id="21" name="Google Shape;14305;p78">
            <a:extLst>
              <a:ext uri="{FF2B5EF4-FFF2-40B4-BE49-F238E27FC236}">
                <a16:creationId xmlns:a16="http://schemas.microsoft.com/office/drawing/2014/main" id="{6F77F16B-C4C3-3498-7579-0F9B4DC93C79}"/>
              </a:ext>
            </a:extLst>
          </p:cNvPr>
          <p:cNvSpPr/>
          <p:nvPr/>
        </p:nvSpPr>
        <p:spPr>
          <a:xfrm>
            <a:off x="9629952" y="2802928"/>
            <a:ext cx="465172" cy="437261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9EFC72-1747-1789-14A1-177205FEA302}"/>
              </a:ext>
            </a:extLst>
          </p:cNvPr>
          <p:cNvSpPr txBox="1"/>
          <p:nvPr/>
        </p:nvSpPr>
        <p:spPr>
          <a:xfrm>
            <a:off x="9007977" y="3564866"/>
            <a:ext cx="1709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Cadena de Bloques</a:t>
            </a:r>
            <a:endParaRPr lang="es-PE" sz="1400" dirty="0"/>
          </a:p>
        </p:txBody>
      </p:sp>
      <p:grpSp>
        <p:nvGrpSpPr>
          <p:cNvPr id="23" name="Google Shape;15221;p81">
            <a:extLst>
              <a:ext uri="{FF2B5EF4-FFF2-40B4-BE49-F238E27FC236}">
                <a16:creationId xmlns:a16="http://schemas.microsoft.com/office/drawing/2014/main" id="{63FA9A22-DB03-C721-F3D6-47899A187398}"/>
              </a:ext>
            </a:extLst>
          </p:cNvPr>
          <p:cNvGrpSpPr/>
          <p:nvPr/>
        </p:nvGrpSpPr>
        <p:grpSpPr>
          <a:xfrm>
            <a:off x="1773211" y="2704502"/>
            <a:ext cx="790575" cy="790575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24" name="Google Shape;15222;p81">
              <a:extLst>
                <a:ext uri="{FF2B5EF4-FFF2-40B4-BE49-F238E27FC236}">
                  <a16:creationId xmlns:a16="http://schemas.microsoft.com/office/drawing/2014/main" id="{1397DD95-96E8-0024-BF67-F6B89BF88124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15223;p81">
              <a:extLst>
                <a:ext uri="{FF2B5EF4-FFF2-40B4-BE49-F238E27FC236}">
                  <a16:creationId xmlns:a16="http://schemas.microsoft.com/office/drawing/2014/main" id="{B0B93111-14C0-DA3F-CCFC-25BAC529F2F5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0212C850-55EB-DD26-FF77-9F667784A829}"/>
              </a:ext>
            </a:extLst>
          </p:cNvPr>
          <p:cNvSpPr txBox="1"/>
          <p:nvPr/>
        </p:nvSpPr>
        <p:spPr>
          <a:xfrm>
            <a:off x="899652" y="1533832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TENDENCIAS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13843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5338A6-332C-F5FD-457F-828B540B1BCE}"/>
              </a:ext>
            </a:extLst>
          </p:cNvPr>
          <p:cNvSpPr txBox="1"/>
          <p:nvPr/>
        </p:nvSpPr>
        <p:spPr>
          <a:xfrm>
            <a:off x="764842" y="1488266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Big Data</a:t>
            </a:r>
            <a:endParaRPr lang="es-PE" sz="140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7C32EBF-8DBC-C019-A99E-7E27C5B61D1F}"/>
              </a:ext>
            </a:extLst>
          </p:cNvPr>
          <p:cNvGrpSpPr/>
          <p:nvPr/>
        </p:nvGrpSpPr>
        <p:grpSpPr>
          <a:xfrm>
            <a:off x="3195371" y="1642154"/>
            <a:ext cx="6454456" cy="4237373"/>
            <a:chOff x="2861737" y="1638158"/>
            <a:chExt cx="6454456" cy="423737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8DE8709-A330-CF86-C975-8F59F7881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5807" y="5701111"/>
              <a:ext cx="3504897" cy="17442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B74B1D8-D9F2-201D-36F1-C466560E2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1737" y="1638158"/>
              <a:ext cx="6454456" cy="4062953"/>
            </a:xfrm>
            <a:prstGeom prst="rect">
              <a:avLst/>
            </a:prstGeom>
          </p:spPr>
        </p:pic>
      </p:grpSp>
      <p:grpSp>
        <p:nvGrpSpPr>
          <p:cNvPr id="10" name="Google Shape;15221;p81">
            <a:extLst>
              <a:ext uri="{FF2B5EF4-FFF2-40B4-BE49-F238E27FC236}">
                <a16:creationId xmlns:a16="http://schemas.microsoft.com/office/drawing/2014/main" id="{E55F5CB5-4C81-9B52-AFED-80E8B55BD31C}"/>
              </a:ext>
            </a:extLst>
          </p:cNvPr>
          <p:cNvGrpSpPr/>
          <p:nvPr/>
        </p:nvGrpSpPr>
        <p:grpSpPr>
          <a:xfrm>
            <a:off x="904332" y="1888375"/>
            <a:ext cx="790575" cy="790575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11" name="Google Shape;15222;p81">
              <a:extLst>
                <a:ext uri="{FF2B5EF4-FFF2-40B4-BE49-F238E27FC236}">
                  <a16:creationId xmlns:a16="http://schemas.microsoft.com/office/drawing/2014/main" id="{02D18656-CDE2-07B9-B8A1-C835793CB74B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5223;p81">
              <a:extLst>
                <a:ext uri="{FF2B5EF4-FFF2-40B4-BE49-F238E27FC236}">
                  <a16:creationId xmlns:a16="http://schemas.microsoft.com/office/drawing/2014/main" id="{4A62ADA2-A1D5-65F8-918E-014B5E7A8165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6B0E6B-AACF-AF3F-EE4A-2A7201190E54}"/>
              </a:ext>
            </a:extLst>
          </p:cNvPr>
          <p:cNvSpPr txBox="1"/>
          <p:nvPr/>
        </p:nvSpPr>
        <p:spPr>
          <a:xfrm>
            <a:off x="10038794" y="1088334"/>
            <a:ext cx="16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EB = exabytes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99663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162F26-D904-3A6A-68D7-082DE67712B2}"/>
              </a:ext>
            </a:extLst>
          </p:cNvPr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EEFB67-2327-43DD-323E-94D6C1B445A8}"/>
              </a:ext>
            </a:extLst>
          </p:cNvPr>
          <p:cNvSpPr txBox="1"/>
          <p:nvPr/>
        </p:nvSpPr>
        <p:spPr>
          <a:xfrm>
            <a:off x="764842" y="1488266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Big Data</a:t>
            </a:r>
            <a:endParaRPr lang="es-PE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3B4EFE-D60D-73FA-4C7E-074134E41EA0}"/>
              </a:ext>
            </a:extLst>
          </p:cNvPr>
          <p:cNvSpPr txBox="1"/>
          <p:nvPr/>
        </p:nvSpPr>
        <p:spPr>
          <a:xfrm>
            <a:off x="1900509" y="138471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B5A2D0F-5304-1852-CF6F-DFFEA8BD8835}"/>
              </a:ext>
            </a:extLst>
          </p:cNvPr>
          <p:cNvSpPr txBox="1"/>
          <p:nvPr/>
        </p:nvSpPr>
        <p:spPr>
          <a:xfrm>
            <a:off x="1896695" y="3531664"/>
            <a:ext cx="1467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Impacto en </a:t>
            </a:r>
          </a:p>
          <a:p>
            <a:r>
              <a:rPr lang="es-ES" b="1" dirty="0">
                <a:solidFill>
                  <a:srgbClr val="0000CC"/>
                </a:solidFill>
              </a:rPr>
              <a:t>el negocio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7E62847-8B38-BBB5-623B-553D89D353F9}"/>
              </a:ext>
            </a:extLst>
          </p:cNvPr>
          <p:cNvSpPr txBox="1"/>
          <p:nvPr/>
        </p:nvSpPr>
        <p:spPr>
          <a:xfrm>
            <a:off x="1896695" y="5678618"/>
            <a:ext cx="115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Los retos</a:t>
            </a:r>
            <a:endParaRPr lang="es-PE" b="1" dirty="0">
              <a:solidFill>
                <a:srgbClr val="0000CC"/>
              </a:solidFill>
            </a:endParaRPr>
          </a:p>
        </p:txBody>
      </p:sp>
      <p:grpSp>
        <p:nvGrpSpPr>
          <p:cNvPr id="11" name="Google Shape;15221;p81">
            <a:extLst>
              <a:ext uri="{FF2B5EF4-FFF2-40B4-BE49-F238E27FC236}">
                <a16:creationId xmlns:a16="http://schemas.microsoft.com/office/drawing/2014/main" id="{3CFDE1B6-52B3-C8FB-93E2-EB080743F675}"/>
              </a:ext>
            </a:extLst>
          </p:cNvPr>
          <p:cNvGrpSpPr/>
          <p:nvPr/>
        </p:nvGrpSpPr>
        <p:grpSpPr>
          <a:xfrm>
            <a:off x="904332" y="1888375"/>
            <a:ext cx="790575" cy="790575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12" name="Google Shape;15222;p81">
              <a:extLst>
                <a:ext uri="{FF2B5EF4-FFF2-40B4-BE49-F238E27FC236}">
                  <a16:creationId xmlns:a16="http://schemas.microsoft.com/office/drawing/2014/main" id="{1954ED3F-AD8F-3665-456D-A1833B7AAACE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5223;p81">
              <a:extLst>
                <a:ext uri="{FF2B5EF4-FFF2-40B4-BE49-F238E27FC236}">
                  <a16:creationId xmlns:a16="http://schemas.microsoft.com/office/drawing/2014/main" id="{4EEA04B6-5AB6-70E7-36DF-E7969A2F7919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" name="Google Shape;5009;p69">
            <a:extLst>
              <a:ext uri="{FF2B5EF4-FFF2-40B4-BE49-F238E27FC236}">
                <a16:creationId xmlns:a16="http://schemas.microsoft.com/office/drawing/2014/main" id="{BD92E83E-0A6C-3986-3AA9-59989A41DE87}"/>
              </a:ext>
            </a:extLst>
          </p:cNvPr>
          <p:cNvGrpSpPr/>
          <p:nvPr/>
        </p:nvGrpSpPr>
        <p:grpSpPr>
          <a:xfrm rot="3382375">
            <a:off x="3943746" y="1684592"/>
            <a:ext cx="1138161" cy="1073839"/>
            <a:chOff x="4815575" y="1416800"/>
            <a:chExt cx="73750" cy="71400"/>
          </a:xfrm>
        </p:grpSpPr>
        <p:sp>
          <p:nvSpPr>
            <p:cNvPr id="15" name="Google Shape;5010;p69">
              <a:extLst>
                <a:ext uri="{FF2B5EF4-FFF2-40B4-BE49-F238E27FC236}">
                  <a16:creationId xmlns:a16="http://schemas.microsoft.com/office/drawing/2014/main" id="{C6AA5DF2-62E4-37F9-C896-4C8DA8025D71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011;p69">
              <a:extLst>
                <a:ext uri="{FF2B5EF4-FFF2-40B4-BE49-F238E27FC236}">
                  <a16:creationId xmlns:a16="http://schemas.microsoft.com/office/drawing/2014/main" id="{846854E2-2E87-196D-33BF-98664DC51BF6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012;p69">
              <a:extLst>
                <a:ext uri="{FF2B5EF4-FFF2-40B4-BE49-F238E27FC236}">
                  <a16:creationId xmlns:a16="http://schemas.microsoft.com/office/drawing/2014/main" id="{1E521CFD-B90D-E412-1DFC-102E4B077EA6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18484C1-816F-4999-5E98-9DA79FF7A46F}"/>
              </a:ext>
            </a:extLst>
          </p:cNvPr>
          <p:cNvSpPr txBox="1"/>
          <p:nvPr/>
        </p:nvSpPr>
        <p:spPr>
          <a:xfrm>
            <a:off x="4129527" y="1383785"/>
            <a:ext cx="7457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Volumen</a:t>
            </a:r>
            <a:endParaRPr lang="es-PE" sz="11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29C4846-DB43-7927-F41A-2D98BCFBFF28}"/>
              </a:ext>
            </a:extLst>
          </p:cNvPr>
          <p:cNvSpPr txBox="1"/>
          <p:nvPr/>
        </p:nvSpPr>
        <p:spPr>
          <a:xfrm>
            <a:off x="5032781" y="2225959"/>
            <a:ext cx="9749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Variedad de </a:t>
            </a:r>
          </a:p>
          <a:p>
            <a:r>
              <a:rPr lang="es-ES" sz="1100" dirty="0"/>
              <a:t>datos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DB2656B-C376-7890-9969-5503D6DE37E5}"/>
              </a:ext>
            </a:extLst>
          </p:cNvPr>
          <p:cNvSpPr txBox="1"/>
          <p:nvPr/>
        </p:nvSpPr>
        <p:spPr>
          <a:xfrm>
            <a:off x="3152857" y="2225959"/>
            <a:ext cx="8018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Velocidad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36A8A571-5B7B-5455-61FC-FB0206675A65}"/>
              </a:ext>
            </a:extLst>
          </p:cNvPr>
          <p:cNvSpPr/>
          <p:nvPr/>
        </p:nvSpPr>
        <p:spPr>
          <a:xfrm>
            <a:off x="6175145" y="1914407"/>
            <a:ext cx="1110303" cy="7815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22" name="Google Shape;4019;p64">
            <a:extLst>
              <a:ext uri="{FF2B5EF4-FFF2-40B4-BE49-F238E27FC236}">
                <a16:creationId xmlns:a16="http://schemas.microsoft.com/office/drawing/2014/main" id="{7994A541-FEC3-4D0B-3B67-3A1BAF733B2C}"/>
              </a:ext>
            </a:extLst>
          </p:cNvPr>
          <p:cNvGrpSpPr/>
          <p:nvPr/>
        </p:nvGrpSpPr>
        <p:grpSpPr>
          <a:xfrm>
            <a:off x="8239708" y="1450323"/>
            <a:ext cx="1475957" cy="1578476"/>
            <a:chOff x="1744400" y="429725"/>
            <a:chExt cx="4623925" cy="4948200"/>
          </a:xfrm>
        </p:grpSpPr>
        <p:sp>
          <p:nvSpPr>
            <p:cNvPr id="23" name="Google Shape;4020;p64">
              <a:extLst>
                <a:ext uri="{FF2B5EF4-FFF2-40B4-BE49-F238E27FC236}">
                  <a16:creationId xmlns:a16="http://schemas.microsoft.com/office/drawing/2014/main" id="{AB85274E-D074-6AE7-4207-DF91C9ADC255}"/>
                </a:ext>
              </a:extLst>
            </p:cNvPr>
            <p:cNvSpPr/>
            <p:nvPr/>
          </p:nvSpPr>
          <p:spPr>
            <a:xfrm>
              <a:off x="1744400" y="430000"/>
              <a:ext cx="4623925" cy="4588575"/>
            </a:xfrm>
            <a:custGeom>
              <a:avLst/>
              <a:gdLst/>
              <a:ahLst/>
              <a:cxnLst/>
              <a:rect l="l" t="t" r="r" b="b"/>
              <a:pathLst>
                <a:path w="184957" h="183543" extrusionOk="0">
                  <a:moveTo>
                    <a:pt x="93830" y="1"/>
                  </a:moveTo>
                  <a:cubicBezTo>
                    <a:pt x="76191" y="1"/>
                    <a:pt x="57391" y="6440"/>
                    <a:pt x="42281" y="19249"/>
                  </a:cubicBezTo>
                  <a:cubicBezTo>
                    <a:pt x="12606" y="44404"/>
                    <a:pt x="7524" y="71664"/>
                    <a:pt x="7524" y="71664"/>
                  </a:cubicBezTo>
                  <a:cubicBezTo>
                    <a:pt x="7524" y="71664"/>
                    <a:pt x="0" y="103754"/>
                    <a:pt x="20916" y="131716"/>
                  </a:cubicBezTo>
                  <a:cubicBezTo>
                    <a:pt x="41831" y="159679"/>
                    <a:pt x="78300" y="170544"/>
                    <a:pt x="107611" y="180117"/>
                  </a:cubicBezTo>
                  <a:cubicBezTo>
                    <a:pt x="114704" y="182434"/>
                    <a:pt x="121689" y="183542"/>
                    <a:pt x="128348" y="183542"/>
                  </a:cubicBezTo>
                  <a:cubicBezTo>
                    <a:pt x="149206" y="183542"/>
                    <a:pt x="166871" y="172670"/>
                    <a:pt x="174681" y="154008"/>
                  </a:cubicBezTo>
                  <a:cubicBezTo>
                    <a:pt x="184956" y="129386"/>
                    <a:pt x="164181" y="116107"/>
                    <a:pt x="159577" y="83933"/>
                  </a:cubicBezTo>
                  <a:cubicBezTo>
                    <a:pt x="155001" y="51759"/>
                    <a:pt x="158650" y="42495"/>
                    <a:pt x="137257" y="18013"/>
                  </a:cubicBezTo>
                  <a:cubicBezTo>
                    <a:pt x="126757" y="5984"/>
                    <a:pt x="110833" y="1"/>
                    <a:pt x="93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021;p64">
              <a:extLst>
                <a:ext uri="{FF2B5EF4-FFF2-40B4-BE49-F238E27FC236}">
                  <a16:creationId xmlns:a16="http://schemas.microsoft.com/office/drawing/2014/main" id="{F6A452CD-9693-6B5A-7377-6DABAFAB1B4B}"/>
                </a:ext>
              </a:extLst>
            </p:cNvPr>
            <p:cNvSpPr/>
            <p:nvPr/>
          </p:nvSpPr>
          <p:spPr>
            <a:xfrm>
              <a:off x="1899500" y="429725"/>
              <a:ext cx="4282125" cy="4588850"/>
            </a:xfrm>
            <a:custGeom>
              <a:avLst/>
              <a:gdLst/>
              <a:ahLst/>
              <a:cxnLst/>
              <a:rect l="l" t="t" r="r" b="b"/>
              <a:pathLst>
                <a:path w="171285" h="183554" extrusionOk="0">
                  <a:moveTo>
                    <a:pt x="170470" y="133468"/>
                  </a:moveTo>
                  <a:lnTo>
                    <a:pt x="170470" y="147814"/>
                  </a:lnTo>
                  <a:cubicBezTo>
                    <a:pt x="171032" y="145372"/>
                    <a:pt x="171285" y="143013"/>
                    <a:pt x="171285" y="140711"/>
                  </a:cubicBezTo>
                  <a:cubicBezTo>
                    <a:pt x="171285" y="138241"/>
                    <a:pt x="171004" y="135854"/>
                    <a:pt x="170470" y="133468"/>
                  </a:cubicBezTo>
                  <a:close/>
                  <a:moveTo>
                    <a:pt x="87622" y="0"/>
                  </a:moveTo>
                  <a:cubicBezTo>
                    <a:pt x="70777" y="0"/>
                    <a:pt x="52893" y="5896"/>
                    <a:pt x="38126" y="17575"/>
                  </a:cubicBezTo>
                  <a:lnTo>
                    <a:pt x="103147" y="17575"/>
                  </a:lnTo>
                  <a:lnTo>
                    <a:pt x="103147" y="91805"/>
                  </a:lnTo>
                  <a:lnTo>
                    <a:pt x="3931" y="91805"/>
                  </a:lnTo>
                  <a:lnTo>
                    <a:pt x="3931" y="63169"/>
                  </a:lnTo>
                  <a:cubicBezTo>
                    <a:pt x="1910" y="68419"/>
                    <a:pt x="1320" y="71675"/>
                    <a:pt x="1320" y="71675"/>
                  </a:cubicBezTo>
                  <a:cubicBezTo>
                    <a:pt x="1320" y="71675"/>
                    <a:pt x="1" y="77290"/>
                    <a:pt x="1" y="85853"/>
                  </a:cubicBezTo>
                  <a:cubicBezTo>
                    <a:pt x="1" y="97785"/>
                    <a:pt x="2555" y="115444"/>
                    <a:pt x="14712" y="131727"/>
                  </a:cubicBezTo>
                  <a:cubicBezTo>
                    <a:pt x="35627" y="159690"/>
                    <a:pt x="72096" y="170555"/>
                    <a:pt x="101407" y="180128"/>
                  </a:cubicBezTo>
                  <a:cubicBezTo>
                    <a:pt x="108509" y="182458"/>
                    <a:pt x="115500" y="183553"/>
                    <a:pt x="122154" y="183553"/>
                  </a:cubicBezTo>
                  <a:cubicBezTo>
                    <a:pt x="143013" y="183553"/>
                    <a:pt x="160672" y="172688"/>
                    <a:pt x="168477" y="154019"/>
                  </a:cubicBezTo>
                  <a:cubicBezTo>
                    <a:pt x="169095" y="152503"/>
                    <a:pt x="169628" y="151015"/>
                    <a:pt x="170021" y="149583"/>
                  </a:cubicBezTo>
                  <a:lnTo>
                    <a:pt x="100452" y="149583"/>
                  </a:lnTo>
                  <a:lnTo>
                    <a:pt x="100452" y="98290"/>
                  </a:lnTo>
                  <a:lnTo>
                    <a:pt x="100452" y="97167"/>
                  </a:lnTo>
                  <a:lnTo>
                    <a:pt x="100452" y="94079"/>
                  </a:lnTo>
                  <a:lnTo>
                    <a:pt x="117465" y="94079"/>
                  </a:lnTo>
                  <a:lnTo>
                    <a:pt x="119402" y="97167"/>
                  </a:lnTo>
                  <a:lnTo>
                    <a:pt x="156349" y="97167"/>
                  </a:lnTo>
                  <a:cubicBezTo>
                    <a:pt x="155114" y="93124"/>
                    <a:pt x="154075" y="88745"/>
                    <a:pt x="153373" y="83944"/>
                  </a:cubicBezTo>
                  <a:cubicBezTo>
                    <a:pt x="148797" y="51770"/>
                    <a:pt x="152446" y="42506"/>
                    <a:pt x="131053" y="18024"/>
                  </a:cubicBezTo>
                  <a:cubicBezTo>
                    <a:pt x="120554" y="6008"/>
                    <a:pt x="104635" y="0"/>
                    <a:pt x="87622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022;p64">
              <a:extLst>
                <a:ext uri="{FF2B5EF4-FFF2-40B4-BE49-F238E27FC236}">
                  <a16:creationId xmlns:a16="http://schemas.microsoft.com/office/drawing/2014/main" id="{5631F0E7-1A26-79B7-BD27-723357C7AD15}"/>
                </a:ext>
              </a:extLst>
            </p:cNvPr>
            <p:cNvSpPr/>
            <p:nvPr/>
          </p:nvSpPr>
          <p:spPr>
            <a:xfrm>
              <a:off x="4410775" y="2781675"/>
              <a:ext cx="1750500" cy="1387625"/>
            </a:xfrm>
            <a:custGeom>
              <a:avLst/>
              <a:gdLst/>
              <a:ahLst/>
              <a:cxnLst/>
              <a:rect l="l" t="t" r="r" b="b"/>
              <a:pathLst>
                <a:path w="70020" h="55505" extrusionOk="0">
                  <a:moveTo>
                    <a:pt x="1" y="1"/>
                  </a:moveTo>
                  <a:lnTo>
                    <a:pt x="1" y="55505"/>
                  </a:lnTo>
                  <a:lnTo>
                    <a:pt x="70019" y="55505"/>
                  </a:lnTo>
                  <a:lnTo>
                    <a:pt x="70019" y="3089"/>
                  </a:lnTo>
                  <a:lnTo>
                    <a:pt x="18951" y="3089"/>
                  </a:lnTo>
                  <a:lnTo>
                    <a:pt x="170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023;p64">
              <a:extLst>
                <a:ext uri="{FF2B5EF4-FFF2-40B4-BE49-F238E27FC236}">
                  <a16:creationId xmlns:a16="http://schemas.microsoft.com/office/drawing/2014/main" id="{59FBF752-920C-C6F2-6180-511EAC94BA37}"/>
                </a:ext>
              </a:extLst>
            </p:cNvPr>
            <p:cNvSpPr/>
            <p:nvPr/>
          </p:nvSpPr>
          <p:spPr>
            <a:xfrm>
              <a:off x="4424125" y="2894675"/>
              <a:ext cx="1725925" cy="1246550"/>
            </a:xfrm>
            <a:custGeom>
              <a:avLst/>
              <a:gdLst/>
              <a:ahLst/>
              <a:cxnLst/>
              <a:rect l="l" t="t" r="r" b="b"/>
              <a:pathLst>
                <a:path w="69037" h="49862" extrusionOk="0">
                  <a:moveTo>
                    <a:pt x="0" y="1"/>
                  </a:moveTo>
                  <a:lnTo>
                    <a:pt x="0" y="49862"/>
                  </a:lnTo>
                  <a:lnTo>
                    <a:pt x="69036" y="49862"/>
                  </a:lnTo>
                  <a:lnTo>
                    <a:pt x="690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024;p64">
              <a:extLst>
                <a:ext uri="{FF2B5EF4-FFF2-40B4-BE49-F238E27FC236}">
                  <a16:creationId xmlns:a16="http://schemas.microsoft.com/office/drawing/2014/main" id="{65BE2103-8929-80E7-42DE-7D0DAF7B3B3F}"/>
                </a:ext>
              </a:extLst>
            </p:cNvPr>
            <p:cNvSpPr/>
            <p:nvPr/>
          </p:nvSpPr>
          <p:spPr>
            <a:xfrm>
              <a:off x="6118425" y="2900300"/>
              <a:ext cx="26000" cy="749625"/>
            </a:xfrm>
            <a:custGeom>
              <a:avLst/>
              <a:gdLst/>
              <a:ahLst/>
              <a:cxnLst/>
              <a:rect l="l" t="t" r="r" b="b"/>
              <a:pathLst>
                <a:path w="1040" h="29985" extrusionOk="0">
                  <a:moveTo>
                    <a:pt x="1" y="1"/>
                  </a:moveTo>
                  <a:lnTo>
                    <a:pt x="1" y="29984"/>
                  </a:lnTo>
                  <a:lnTo>
                    <a:pt x="1040" y="29984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025;p64">
              <a:extLst>
                <a:ext uri="{FF2B5EF4-FFF2-40B4-BE49-F238E27FC236}">
                  <a16:creationId xmlns:a16="http://schemas.microsoft.com/office/drawing/2014/main" id="{2593C376-7BBC-182C-04A6-FC1DDF72063C}"/>
                </a:ext>
              </a:extLst>
            </p:cNvPr>
            <p:cNvSpPr/>
            <p:nvPr/>
          </p:nvSpPr>
          <p:spPr>
            <a:xfrm>
              <a:off x="6118425" y="3649900"/>
              <a:ext cx="26000" cy="485025"/>
            </a:xfrm>
            <a:custGeom>
              <a:avLst/>
              <a:gdLst/>
              <a:ahLst/>
              <a:cxnLst/>
              <a:rect l="l" t="t" r="r" b="b"/>
              <a:pathLst>
                <a:path w="1040" h="19401" extrusionOk="0">
                  <a:moveTo>
                    <a:pt x="1" y="0"/>
                  </a:moveTo>
                  <a:lnTo>
                    <a:pt x="1" y="19400"/>
                  </a:lnTo>
                  <a:lnTo>
                    <a:pt x="1040" y="19400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026;p64">
              <a:extLst>
                <a:ext uri="{FF2B5EF4-FFF2-40B4-BE49-F238E27FC236}">
                  <a16:creationId xmlns:a16="http://schemas.microsoft.com/office/drawing/2014/main" id="{41730637-A993-5C81-CE4A-618F75F389CE}"/>
                </a:ext>
              </a:extLst>
            </p:cNvPr>
            <p:cNvSpPr/>
            <p:nvPr/>
          </p:nvSpPr>
          <p:spPr>
            <a:xfrm>
              <a:off x="4417100" y="2877850"/>
              <a:ext cx="1735050" cy="67400"/>
            </a:xfrm>
            <a:custGeom>
              <a:avLst/>
              <a:gdLst/>
              <a:ahLst/>
              <a:cxnLst/>
              <a:rect l="l" t="t" r="r" b="b"/>
              <a:pathLst>
                <a:path w="69402" h="2696" extrusionOk="0">
                  <a:moveTo>
                    <a:pt x="1" y="0"/>
                  </a:moveTo>
                  <a:lnTo>
                    <a:pt x="1" y="2695"/>
                  </a:lnTo>
                  <a:lnTo>
                    <a:pt x="69401" y="2695"/>
                  </a:lnTo>
                  <a:lnTo>
                    <a:pt x="69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027;p64">
              <a:extLst>
                <a:ext uri="{FF2B5EF4-FFF2-40B4-BE49-F238E27FC236}">
                  <a16:creationId xmlns:a16="http://schemas.microsoft.com/office/drawing/2014/main" id="{BEBD2198-85A6-D4F6-E1C9-C26829471D51}"/>
                </a:ext>
              </a:extLst>
            </p:cNvPr>
            <p:cNvSpPr/>
            <p:nvPr/>
          </p:nvSpPr>
          <p:spPr>
            <a:xfrm>
              <a:off x="4411500" y="2871525"/>
              <a:ext cx="1746975" cy="80050"/>
            </a:xfrm>
            <a:custGeom>
              <a:avLst/>
              <a:gdLst/>
              <a:ahLst/>
              <a:cxnLst/>
              <a:rect l="l" t="t" r="r" b="b"/>
              <a:pathLst>
                <a:path w="69879" h="3202" extrusionOk="0">
                  <a:moveTo>
                    <a:pt x="69401" y="478"/>
                  </a:moveTo>
                  <a:lnTo>
                    <a:pt x="69401" y="2724"/>
                  </a:lnTo>
                  <a:lnTo>
                    <a:pt x="449" y="2724"/>
                  </a:lnTo>
                  <a:lnTo>
                    <a:pt x="449" y="478"/>
                  </a:lnTo>
                  <a:close/>
                  <a:moveTo>
                    <a:pt x="0" y="0"/>
                  </a:moveTo>
                  <a:lnTo>
                    <a:pt x="0" y="3201"/>
                  </a:lnTo>
                  <a:lnTo>
                    <a:pt x="69878" y="3201"/>
                  </a:lnTo>
                  <a:lnTo>
                    <a:pt x="69878" y="2948"/>
                  </a:lnTo>
                  <a:lnTo>
                    <a:pt x="69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028;p64">
              <a:extLst>
                <a:ext uri="{FF2B5EF4-FFF2-40B4-BE49-F238E27FC236}">
                  <a16:creationId xmlns:a16="http://schemas.microsoft.com/office/drawing/2014/main" id="{24028019-370F-FC57-491E-031A0E73A465}"/>
                </a:ext>
              </a:extLst>
            </p:cNvPr>
            <p:cNvSpPr/>
            <p:nvPr/>
          </p:nvSpPr>
          <p:spPr>
            <a:xfrm>
              <a:off x="4417800" y="2888375"/>
              <a:ext cx="1737850" cy="1258475"/>
            </a:xfrm>
            <a:custGeom>
              <a:avLst/>
              <a:gdLst/>
              <a:ahLst/>
              <a:cxnLst/>
              <a:rect l="l" t="t" r="r" b="b"/>
              <a:pathLst>
                <a:path w="69514" h="50339" extrusionOk="0">
                  <a:moveTo>
                    <a:pt x="69065" y="478"/>
                  </a:moveTo>
                  <a:lnTo>
                    <a:pt x="69065" y="49861"/>
                  </a:lnTo>
                  <a:lnTo>
                    <a:pt x="478" y="49861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85"/>
                  </a:cubicBezTo>
                  <a:cubicBezTo>
                    <a:pt x="29" y="113"/>
                    <a:pt x="1" y="169"/>
                    <a:pt x="1" y="253"/>
                  </a:cubicBezTo>
                  <a:lnTo>
                    <a:pt x="1" y="50114"/>
                  </a:lnTo>
                  <a:cubicBezTo>
                    <a:pt x="1" y="50170"/>
                    <a:pt x="29" y="50226"/>
                    <a:pt x="85" y="50282"/>
                  </a:cubicBezTo>
                  <a:cubicBezTo>
                    <a:pt x="113" y="50310"/>
                    <a:pt x="197" y="50338"/>
                    <a:pt x="253" y="50338"/>
                  </a:cubicBezTo>
                  <a:lnTo>
                    <a:pt x="69289" y="50338"/>
                  </a:lnTo>
                  <a:cubicBezTo>
                    <a:pt x="69345" y="50338"/>
                    <a:pt x="69402" y="50310"/>
                    <a:pt x="69458" y="50282"/>
                  </a:cubicBezTo>
                  <a:cubicBezTo>
                    <a:pt x="69514" y="50226"/>
                    <a:pt x="69514" y="50170"/>
                    <a:pt x="69514" y="50114"/>
                  </a:cubicBezTo>
                  <a:lnTo>
                    <a:pt x="69514" y="253"/>
                  </a:lnTo>
                  <a:cubicBezTo>
                    <a:pt x="69514" y="169"/>
                    <a:pt x="69514" y="113"/>
                    <a:pt x="69458" y="85"/>
                  </a:cubicBezTo>
                  <a:cubicBezTo>
                    <a:pt x="69402" y="28"/>
                    <a:pt x="69345" y="0"/>
                    <a:pt x="69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029;p64">
              <a:extLst>
                <a:ext uri="{FF2B5EF4-FFF2-40B4-BE49-F238E27FC236}">
                  <a16:creationId xmlns:a16="http://schemas.microsoft.com/office/drawing/2014/main" id="{4F3F3C9B-B04A-9569-6681-F1E52D3E294F}"/>
                </a:ext>
              </a:extLst>
            </p:cNvPr>
            <p:cNvSpPr/>
            <p:nvPr/>
          </p:nvSpPr>
          <p:spPr>
            <a:xfrm>
              <a:off x="5191975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475" y="842"/>
                    <a:pt x="5671" y="674"/>
                    <a:pt x="5671" y="421"/>
                  </a:cubicBezTo>
                  <a:cubicBezTo>
                    <a:pt x="5671" y="197"/>
                    <a:pt x="5475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030;p64">
              <a:extLst>
                <a:ext uri="{FF2B5EF4-FFF2-40B4-BE49-F238E27FC236}">
                  <a16:creationId xmlns:a16="http://schemas.microsoft.com/office/drawing/2014/main" id="{D722B028-746D-8C94-00B0-6147140475D5}"/>
                </a:ext>
              </a:extLst>
            </p:cNvPr>
            <p:cNvSpPr/>
            <p:nvPr/>
          </p:nvSpPr>
          <p:spPr>
            <a:xfrm>
              <a:off x="5433400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4" y="842"/>
                    <a:pt x="5672" y="674"/>
                    <a:pt x="5672" y="421"/>
                  </a:cubicBezTo>
                  <a:cubicBezTo>
                    <a:pt x="5672" y="197"/>
                    <a:pt x="5504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031;p64">
              <a:extLst>
                <a:ext uri="{FF2B5EF4-FFF2-40B4-BE49-F238E27FC236}">
                  <a16:creationId xmlns:a16="http://schemas.microsoft.com/office/drawing/2014/main" id="{0DE836B0-B4B1-8B32-1920-57A5E641C09F}"/>
                </a:ext>
              </a:extLst>
            </p:cNvPr>
            <p:cNvSpPr/>
            <p:nvPr/>
          </p:nvSpPr>
          <p:spPr>
            <a:xfrm>
              <a:off x="5674850" y="2989450"/>
              <a:ext cx="141800" cy="21075"/>
            </a:xfrm>
            <a:custGeom>
              <a:avLst/>
              <a:gdLst/>
              <a:ahLst/>
              <a:cxnLst/>
              <a:rect l="l" t="t" r="r" b="b"/>
              <a:pathLst>
                <a:path w="5672" h="843" extrusionOk="0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3" y="842"/>
                    <a:pt x="5672" y="674"/>
                    <a:pt x="5672" y="421"/>
                  </a:cubicBezTo>
                  <a:cubicBezTo>
                    <a:pt x="5672" y="197"/>
                    <a:pt x="5503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032;p64">
              <a:extLst>
                <a:ext uri="{FF2B5EF4-FFF2-40B4-BE49-F238E27FC236}">
                  <a16:creationId xmlns:a16="http://schemas.microsoft.com/office/drawing/2014/main" id="{9348DC36-4F40-3E14-16DD-C767AAB4E1A8}"/>
                </a:ext>
              </a:extLst>
            </p:cNvPr>
            <p:cNvSpPr/>
            <p:nvPr/>
          </p:nvSpPr>
          <p:spPr>
            <a:xfrm>
              <a:off x="5916300" y="2989450"/>
              <a:ext cx="142500" cy="21075"/>
            </a:xfrm>
            <a:custGeom>
              <a:avLst/>
              <a:gdLst/>
              <a:ahLst/>
              <a:cxnLst/>
              <a:rect l="l" t="t" r="r" b="b"/>
              <a:pathLst>
                <a:path w="5700" h="843" extrusionOk="0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503" y="842"/>
                    <a:pt x="5699" y="674"/>
                    <a:pt x="5699" y="421"/>
                  </a:cubicBezTo>
                  <a:cubicBezTo>
                    <a:pt x="5699" y="197"/>
                    <a:pt x="5503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033;p64">
              <a:extLst>
                <a:ext uri="{FF2B5EF4-FFF2-40B4-BE49-F238E27FC236}">
                  <a16:creationId xmlns:a16="http://schemas.microsoft.com/office/drawing/2014/main" id="{33613CBC-92CD-8978-FE79-E07E97191057}"/>
                </a:ext>
              </a:extLst>
            </p:cNvPr>
            <p:cNvSpPr/>
            <p:nvPr/>
          </p:nvSpPr>
          <p:spPr>
            <a:xfrm>
              <a:off x="5778025" y="3646400"/>
              <a:ext cx="113725" cy="357975"/>
            </a:xfrm>
            <a:custGeom>
              <a:avLst/>
              <a:gdLst/>
              <a:ahLst/>
              <a:cxnLst/>
              <a:rect l="l" t="t" r="r" b="b"/>
              <a:pathLst>
                <a:path w="4549" h="14319" extrusionOk="0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034;p64">
              <a:extLst>
                <a:ext uri="{FF2B5EF4-FFF2-40B4-BE49-F238E27FC236}">
                  <a16:creationId xmlns:a16="http://schemas.microsoft.com/office/drawing/2014/main" id="{C124D038-85FC-5521-90BF-EA07611483FF}"/>
                </a:ext>
              </a:extLst>
            </p:cNvPr>
            <p:cNvSpPr/>
            <p:nvPr/>
          </p:nvSpPr>
          <p:spPr>
            <a:xfrm>
              <a:off x="5772400" y="3640075"/>
              <a:ext cx="124975" cy="370600"/>
            </a:xfrm>
            <a:custGeom>
              <a:avLst/>
              <a:gdLst/>
              <a:ahLst/>
              <a:cxnLst/>
              <a:rect l="l" t="t" r="r" b="b"/>
              <a:pathLst>
                <a:path w="4999" h="14824" extrusionOk="0">
                  <a:moveTo>
                    <a:pt x="4521" y="478"/>
                  </a:moveTo>
                  <a:lnTo>
                    <a:pt x="4521" y="14347"/>
                  </a:lnTo>
                  <a:lnTo>
                    <a:pt x="450" y="14347"/>
                  </a:lnTo>
                  <a:lnTo>
                    <a:pt x="450" y="478"/>
                  </a:lnTo>
                  <a:close/>
                  <a:moveTo>
                    <a:pt x="1" y="0"/>
                  </a:moveTo>
                  <a:lnTo>
                    <a:pt x="1" y="253"/>
                  </a:lnTo>
                  <a:lnTo>
                    <a:pt x="1" y="14824"/>
                  </a:lnTo>
                  <a:lnTo>
                    <a:pt x="4998" y="14824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035;p64">
              <a:extLst>
                <a:ext uri="{FF2B5EF4-FFF2-40B4-BE49-F238E27FC236}">
                  <a16:creationId xmlns:a16="http://schemas.microsoft.com/office/drawing/2014/main" id="{473BB059-2C8B-8240-1009-D37D633FCFCB}"/>
                </a:ext>
              </a:extLst>
            </p:cNvPr>
            <p:cNvSpPr/>
            <p:nvPr/>
          </p:nvSpPr>
          <p:spPr>
            <a:xfrm>
              <a:off x="5651700" y="3878000"/>
              <a:ext cx="113725" cy="126375"/>
            </a:xfrm>
            <a:custGeom>
              <a:avLst/>
              <a:gdLst/>
              <a:ahLst/>
              <a:cxnLst/>
              <a:rect l="l" t="t" r="r" b="b"/>
              <a:pathLst>
                <a:path w="4549" h="5055" extrusionOk="0">
                  <a:moveTo>
                    <a:pt x="0" y="1"/>
                  </a:moveTo>
                  <a:lnTo>
                    <a:pt x="0" y="5054"/>
                  </a:lnTo>
                  <a:lnTo>
                    <a:pt x="4548" y="505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036;p64">
              <a:extLst>
                <a:ext uri="{FF2B5EF4-FFF2-40B4-BE49-F238E27FC236}">
                  <a16:creationId xmlns:a16="http://schemas.microsoft.com/office/drawing/2014/main" id="{CB2A37F9-8632-E6F6-2B7B-0993657D5C39}"/>
                </a:ext>
              </a:extLst>
            </p:cNvPr>
            <p:cNvSpPr/>
            <p:nvPr/>
          </p:nvSpPr>
          <p:spPr>
            <a:xfrm>
              <a:off x="5646075" y="3872400"/>
              <a:ext cx="124950" cy="138275"/>
            </a:xfrm>
            <a:custGeom>
              <a:avLst/>
              <a:gdLst/>
              <a:ahLst/>
              <a:cxnLst/>
              <a:rect l="l" t="t" r="r" b="b"/>
              <a:pathLst>
                <a:path w="4998" h="5531" extrusionOk="0">
                  <a:moveTo>
                    <a:pt x="4549" y="477"/>
                  </a:moveTo>
                  <a:lnTo>
                    <a:pt x="4549" y="5054"/>
                  </a:lnTo>
                  <a:lnTo>
                    <a:pt x="450" y="5054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3" y="5531"/>
                  </a:lnTo>
                  <a:cubicBezTo>
                    <a:pt x="4829" y="5531"/>
                    <a:pt x="4886" y="5503"/>
                    <a:pt x="4942" y="5447"/>
                  </a:cubicBezTo>
                  <a:cubicBezTo>
                    <a:pt x="4970" y="5419"/>
                    <a:pt x="4998" y="5362"/>
                    <a:pt x="4998" y="5278"/>
                  </a:cubicBezTo>
                  <a:lnTo>
                    <a:pt x="4998" y="225"/>
                  </a:lnTo>
                  <a:cubicBezTo>
                    <a:pt x="4998" y="169"/>
                    <a:pt x="4970" y="112"/>
                    <a:pt x="4942" y="56"/>
                  </a:cubicBezTo>
                  <a:cubicBezTo>
                    <a:pt x="4886" y="28"/>
                    <a:pt x="4829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37;p64">
              <a:extLst>
                <a:ext uri="{FF2B5EF4-FFF2-40B4-BE49-F238E27FC236}">
                  <a16:creationId xmlns:a16="http://schemas.microsoft.com/office/drawing/2014/main" id="{8F496AD7-5B53-C198-1B60-12DACCB0FD6E}"/>
                </a:ext>
              </a:extLst>
            </p:cNvPr>
            <p:cNvSpPr/>
            <p:nvPr/>
          </p:nvSpPr>
          <p:spPr>
            <a:xfrm>
              <a:off x="5525350" y="3171925"/>
              <a:ext cx="113725" cy="832450"/>
            </a:xfrm>
            <a:custGeom>
              <a:avLst/>
              <a:gdLst/>
              <a:ahLst/>
              <a:cxnLst/>
              <a:rect l="l" t="t" r="r" b="b"/>
              <a:pathLst>
                <a:path w="4549" h="33298" extrusionOk="0">
                  <a:moveTo>
                    <a:pt x="1" y="0"/>
                  </a:moveTo>
                  <a:lnTo>
                    <a:pt x="1" y="33297"/>
                  </a:lnTo>
                  <a:lnTo>
                    <a:pt x="4549" y="3329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038;p64">
              <a:extLst>
                <a:ext uri="{FF2B5EF4-FFF2-40B4-BE49-F238E27FC236}">
                  <a16:creationId xmlns:a16="http://schemas.microsoft.com/office/drawing/2014/main" id="{561D9320-6411-0C2F-BEE1-5335A325DAB3}"/>
                </a:ext>
              </a:extLst>
            </p:cNvPr>
            <p:cNvSpPr/>
            <p:nvPr/>
          </p:nvSpPr>
          <p:spPr>
            <a:xfrm>
              <a:off x="5519750" y="3166300"/>
              <a:ext cx="124950" cy="844375"/>
            </a:xfrm>
            <a:custGeom>
              <a:avLst/>
              <a:gdLst/>
              <a:ahLst/>
              <a:cxnLst/>
              <a:rect l="l" t="t" r="r" b="b"/>
              <a:pathLst>
                <a:path w="4998" h="33775" extrusionOk="0">
                  <a:moveTo>
                    <a:pt x="4548" y="450"/>
                  </a:moveTo>
                  <a:lnTo>
                    <a:pt x="4548" y="33298"/>
                  </a:lnTo>
                  <a:lnTo>
                    <a:pt x="477" y="33298"/>
                  </a:lnTo>
                  <a:lnTo>
                    <a:pt x="477" y="450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3775"/>
                  </a:lnTo>
                  <a:lnTo>
                    <a:pt x="4997" y="33775"/>
                  </a:lnTo>
                  <a:lnTo>
                    <a:pt x="49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039;p64">
              <a:extLst>
                <a:ext uri="{FF2B5EF4-FFF2-40B4-BE49-F238E27FC236}">
                  <a16:creationId xmlns:a16="http://schemas.microsoft.com/office/drawing/2014/main" id="{2FDB53FD-9BAE-2571-DFA6-21168D5CF674}"/>
                </a:ext>
              </a:extLst>
            </p:cNvPr>
            <p:cNvSpPr/>
            <p:nvPr/>
          </p:nvSpPr>
          <p:spPr>
            <a:xfrm>
              <a:off x="5399725" y="3214025"/>
              <a:ext cx="113025" cy="790350"/>
            </a:xfrm>
            <a:custGeom>
              <a:avLst/>
              <a:gdLst/>
              <a:ahLst/>
              <a:cxnLst/>
              <a:rect l="l" t="t" r="r" b="b"/>
              <a:pathLst>
                <a:path w="4521" h="31614" extrusionOk="0">
                  <a:moveTo>
                    <a:pt x="0" y="1"/>
                  </a:moveTo>
                  <a:lnTo>
                    <a:pt x="0" y="31613"/>
                  </a:lnTo>
                  <a:lnTo>
                    <a:pt x="4520" y="31613"/>
                  </a:lnTo>
                  <a:lnTo>
                    <a:pt x="45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040;p64">
              <a:extLst>
                <a:ext uri="{FF2B5EF4-FFF2-40B4-BE49-F238E27FC236}">
                  <a16:creationId xmlns:a16="http://schemas.microsoft.com/office/drawing/2014/main" id="{B3A26BC8-B6EB-2F76-D5D4-0077DAA8095B}"/>
                </a:ext>
              </a:extLst>
            </p:cNvPr>
            <p:cNvSpPr/>
            <p:nvPr/>
          </p:nvSpPr>
          <p:spPr>
            <a:xfrm>
              <a:off x="5393400" y="3208425"/>
              <a:ext cx="125650" cy="802250"/>
            </a:xfrm>
            <a:custGeom>
              <a:avLst/>
              <a:gdLst/>
              <a:ahLst/>
              <a:cxnLst/>
              <a:rect l="l" t="t" r="r" b="b"/>
              <a:pathLst>
                <a:path w="5026" h="32090" extrusionOk="0">
                  <a:moveTo>
                    <a:pt x="4549" y="478"/>
                  </a:moveTo>
                  <a:lnTo>
                    <a:pt x="4549" y="31613"/>
                  </a:lnTo>
                  <a:lnTo>
                    <a:pt x="478" y="31613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69" y="0"/>
                    <a:pt x="113" y="28"/>
                    <a:pt x="85" y="57"/>
                  </a:cubicBezTo>
                  <a:cubicBezTo>
                    <a:pt x="29" y="113"/>
                    <a:pt x="1" y="169"/>
                    <a:pt x="1" y="225"/>
                  </a:cubicBezTo>
                  <a:lnTo>
                    <a:pt x="1" y="31837"/>
                  </a:lnTo>
                  <a:cubicBezTo>
                    <a:pt x="1" y="31921"/>
                    <a:pt x="29" y="31978"/>
                    <a:pt x="85" y="32006"/>
                  </a:cubicBezTo>
                  <a:cubicBezTo>
                    <a:pt x="113" y="32062"/>
                    <a:pt x="169" y="32090"/>
                    <a:pt x="253" y="32090"/>
                  </a:cubicBezTo>
                  <a:lnTo>
                    <a:pt x="4773" y="32090"/>
                  </a:lnTo>
                  <a:cubicBezTo>
                    <a:pt x="4858" y="32090"/>
                    <a:pt x="4914" y="32062"/>
                    <a:pt x="4942" y="32006"/>
                  </a:cubicBezTo>
                  <a:cubicBezTo>
                    <a:pt x="4998" y="31978"/>
                    <a:pt x="5026" y="31921"/>
                    <a:pt x="5026" y="31837"/>
                  </a:cubicBezTo>
                  <a:lnTo>
                    <a:pt x="5026" y="225"/>
                  </a:lnTo>
                  <a:cubicBezTo>
                    <a:pt x="5026" y="169"/>
                    <a:pt x="4998" y="113"/>
                    <a:pt x="4942" y="57"/>
                  </a:cubicBezTo>
                  <a:cubicBezTo>
                    <a:pt x="4914" y="28"/>
                    <a:pt x="4858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041;p64">
              <a:extLst>
                <a:ext uri="{FF2B5EF4-FFF2-40B4-BE49-F238E27FC236}">
                  <a16:creationId xmlns:a16="http://schemas.microsoft.com/office/drawing/2014/main" id="{4AD39A57-EB82-61C7-6D7D-7CC078FF6602}"/>
                </a:ext>
              </a:extLst>
            </p:cNvPr>
            <p:cNvSpPr/>
            <p:nvPr/>
          </p:nvSpPr>
          <p:spPr>
            <a:xfrm>
              <a:off x="5273375" y="3646400"/>
              <a:ext cx="113725" cy="357975"/>
            </a:xfrm>
            <a:custGeom>
              <a:avLst/>
              <a:gdLst/>
              <a:ahLst/>
              <a:cxnLst/>
              <a:rect l="l" t="t" r="r" b="b"/>
              <a:pathLst>
                <a:path w="4549" h="14319" extrusionOk="0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042;p64">
              <a:extLst>
                <a:ext uri="{FF2B5EF4-FFF2-40B4-BE49-F238E27FC236}">
                  <a16:creationId xmlns:a16="http://schemas.microsoft.com/office/drawing/2014/main" id="{8E33A6EF-DBF8-88C4-5498-4CF6BFA33814}"/>
                </a:ext>
              </a:extLst>
            </p:cNvPr>
            <p:cNvSpPr/>
            <p:nvPr/>
          </p:nvSpPr>
          <p:spPr>
            <a:xfrm>
              <a:off x="5267075" y="3640075"/>
              <a:ext cx="125650" cy="370600"/>
            </a:xfrm>
            <a:custGeom>
              <a:avLst/>
              <a:gdLst/>
              <a:ahLst/>
              <a:cxnLst/>
              <a:rect l="l" t="t" r="r" b="b"/>
              <a:pathLst>
                <a:path w="5026" h="14824" extrusionOk="0">
                  <a:moveTo>
                    <a:pt x="4548" y="478"/>
                  </a:moveTo>
                  <a:lnTo>
                    <a:pt x="4548" y="14347"/>
                  </a:lnTo>
                  <a:lnTo>
                    <a:pt x="477" y="14347"/>
                  </a:lnTo>
                  <a:lnTo>
                    <a:pt x="477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043;p64">
              <a:extLst>
                <a:ext uri="{FF2B5EF4-FFF2-40B4-BE49-F238E27FC236}">
                  <a16:creationId xmlns:a16="http://schemas.microsoft.com/office/drawing/2014/main" id="{762B7929-5440-14F7-A57A-E6141F6B8461}"/>
                </a:ext>
              </a:extLst>
            </p:cNvPr>
            <p:cNvSpPr/>
            <p:nvPr/>
          </p:nvSpPr>
          <p:spPr>
            <a:xfrm>
              <a:off x="5147050" y="3530575"/>
              <a:ext cx="113725" cy="473800"/>
            </a:xfrm>
            <a:custGeom>
              <a:avLst/>
              <a:gdLst/>
              <a:ahLst/>
              <a:cxnLst/>
              <a:rect l="l" t="t" r="r" b="b"/>
              <a:pathLst>
                <a:path w="4549" h="18952" extrusionOk="0">
                  <a:moveTo>
                    <a:pt x="0" y="1"/>
                  </a:moveTo>
                  <a:lnTo>
                    <a:pt x="0" y="18951"/>
                  </a:lnTo>
                  <a:lnTo>
                    <a:pt x="4549" y="18951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044;p64">
              <a:extLst>
                <a:ext uri="{FF2B5EF4-FFF2-40B4-BE49-F238E27FC236}">
                  <a16:creationId xmlns:a16="http://schemas.microsoft.com/office/drawing/2014/main" id="{DC1AB5FB-9575-EE6C-B0A2-DB15F4BFFD3D}"/>
                </a:ext>
              </a:extLst>
            </p:cNvPr>
            <p:cNvSpPr/>
            <p:nvPr/>
          </p:nvSpPr>
          <p:spPr>
            <a:xfrm>
              <a:off x="5141425" y="3524275"/>
              <a:ext cx="124975" cy="486400"/>
            </a:xfrm>
            <a:custGeom>
              <a:avLst/>
              <a:gdLst/>
              <a:ahLst/>
              <a:cxnLst/>
              <a:rect l="l" t="t" r="r" b="b"/>
              <a:pathLst>
                <a:path w="4999" h="19456" extrusionOk="0">
                  <a:moveTo>
                    <a:pt x="4521" y="477"/>
                  </a:moveTo>
                  <a:lnTo>
                    <a:pt x="4521" y="18979"/>
                  </a:lnTo>
                  <a:lnTo>
                    <a:pt x="450" y="18979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84"/>
                  </a:cubicBezTo>
                  <a:cubicBezTo>
                    <a:pt x="29" y="112"/>
                    <a:pt x="1" y="168"/>
                    <a:pt x="1" y="253"/>
                  </a:cubicBezTo>
                  <a:lnTo>
                    <a:pt x="1" y="19203"/>
                  </a:lnTo>
                  <a:cubicBezTo>
                    <a:pt x="1" y="19287"/>
                    <a:pt x="29" y="19344"/>
                    <a:pt x="57" y="19372"/>
                  </a:cubicBezTo>
                  <a:cubicBezTo>
                    <a:pt x="113" y="19428"/>
                    <a:pt x="169" y="19456"/>
                    <a:pt x="225" y="19456"/>
                  </a:cubicBezTo>
                  <a:lnTo>
                    <a:pt x="4774" y="19456"/>
                  </a:lnTo>
                  <a:cubicBezTo>
                    <a:pt x="4830" y="19456"/>
                    <a:pt x="4886" y="19428"/>
                    <a:pt x="4942" y="19372"/>
                  </a:cubicBezTo>
                  <a:cubicBezTo>
                    <a:pt x="4970" y="19344"/>
                    <a:pt x="4998" y="19287"/>
                    <a:pt x="4998" y="19203"/>
                  </a:cubicBezTo>
                  <a:lnTo>
                    <a:pt x="4998" y="253"/>
                  </a:lnTo>
                  <a:cubicBezTo>
                    <a:pt x="4998" y="168"/>
                    <a:pt x="4970" y="112"/>
                    <a:pt x="4942" y="84"/>
                  </a:cubicBezTo>
                  <a:cubicBezTo>
                    <a:pt x="4886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045;p64">
              <a:extLst>
                <a:ext uri="{FF2B5EF4-FFF2-40B4-BE49-F238E27FC236}">
                  <a16:creationId xmlns:a16="http://schemas.microsoft.com/office/drawing/2014/main" id="{DF3D05DB-27BB-4489-E3DD-E323CC67A911}"/>
                </a:ext>
              </a:extLst>
            </p:cNvPr>
            <p:cNvSpPr/>
            <p:nvPr/>
          </p:nvSpPr>
          <p:spPr>
            <a:xfrm>
              <a:off x="5020700" y="3941175"/>
              <a:ext cx="113750" cy="63200"/>
            </a:xfrm>
            <a:custGeom>
              <a:avLst/>
              <a:gdLst/>
              <a:ahLst/>
              <a:cxnLst/>
              <a:rect l="l" t="t" r="r" b="b"/>
              <a:pathLst>
                <a:path w="4550" h="2528" extrusionOk="0">
                  <a:moveTo>
                    <a:pt x="1" y="0"/>
                  </a:moveTo>
                  <a:lnTo>
                    <a:pt x="1" y="2527"/>
                  </a:lnTo>
                  <a:lnTo>
                    <a:pt x="4549" y="252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046;p64">
              <a:extLst>
                <a:ext uri="{FF2B5EF4-FFF2-40B4-BE49-F238E27FC236}">
                  <a16:creationId xmlns:a16="http://schemas.microsoft.com/office/drawing/2014/main" id="{192EEA8E-C83B-D8B3-06CD-FFAB27FD9C8A}"/>
                </a:ext>
              </a:extLst>
            </p:cNvPr>
            <p:cNvSpPr/>
            <p:nvPr/>
          </p:nvSpPr>
          <p:spPr>
            <a:xfrm>
              <a:off x="5015100" y="3935550"/>
              <a:ext cx="124950" cy="75125"/>
            </a:xfrm>
            <a:custGeom>
              <a:avLst/>
              <a:gdLst/>
              <a:ahLst/>
              <a:cxnLst/>
              <a:rect l="l" t="t" r="r" b="b"/>
              <a:pathLst>
                <a:path w="4998" h="3005" extrusionOk="0">
                  <a:moveTo>
                    <a:pt x="4548" y="478"/>
                  </a:moveTo>
                  <a:lnTo>
                    <a:pt x="4548" y="2528"/>
                  </a:lnTo>
                  <a:lnTo>
                    <a:pt x="450" y="2528"/>
                  </a:lnTo>
                  <a:lnTo>
                    <a:pt x="475" y="478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005"/>
                  </a:lnTo>
                  <a:lnTo>
                    <a:pt x="4998" y="3005"/>
                  </a:lnTo>
                  <a:lnTo>
                    <a:pt x="49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047;p64">
              <a:extLst>
                <a:ext uri="{FF2B5EF4-FFF2-40B4-BE49-F238E27FC236}">
                  <a16:creationId xmlns:a16="http://schemas.microsoft.com/office/drawing/2014/main" id="{4B0E6D61-2EE0-9425-6C57-EC4997F7DA58}"/>
                </a:ext>
              </a:extLst>
            </p:cNvPr>
            <p:cNvSpPr/>
            <p:nvPr/>
          </p:nvSpPr>
          <p:spPr>
            <a:xfrm>
              <a:off x="4894375" y="3878000"/>
              <a:ext cx="113725" cy="126375"/>
            </a:xfrm>
            <a:custGeom>
              <a:avLst/>
              <a:gdLst/>
              <a:ahLst/>
              <a:cxnLst/>
              <a:rect l="l" t="t" r="r" b="b"/>
              <a:pathLst>
                <a:path w="4549" h="5055" extrusionOk="0">
                  <a:moveTo>
                    <a:pt x="0" y="1"/>
                  </a:moveTo>
                  <a:lnTo>
                    <a:pt x="0" y="5054"/>
                  </a:lnTo>
                  <a:lnTo>
                    <a:pt x="4549" y="5054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048;p64">
              <a:extLst>
                <a:ext uri="{FF2B5EF4-FFF2-40B4-BE49-F238E27FC236}">
                  <a16:creationId xmlns:a16="http://schemas.microsoft.com/office/drawing/2014/main" id="{C2DEAD5D-53D8-FD4D-2DA3-44497CEEC72C}"/>
                </a:ext>
              </a:extLst>
            </p:cNvPr>
            <p:cNvSpPr/>
            <p:nvPr/>
          </p:nvSpPr>
          <p:spPr>
            <a:xfrm>
              <a:off x="4888750" y="3872400"/>
              <a:ext cx="125675" cy="138275"/>
            </a:xfrm>
            <a:custGeom>
              <a:avLst/>
              <a:gdLst/>
              <a:ahLst/>
              <a:cxnLst/>
              <a:rect l="l" t="t" r="r" b="b"/>
              <a:pathLst>
                <a:path w="5027" h="5531" extrusionOk="0">
                  <a:moveTo>
                    <a:pt x="4549" y="477"/>
                  </a:moveTo>
                  <a:lnTo>
                    <a:pt x="4549" y="5054"/>
                  </a:lnTo>
                  <a:lnTo>
                    <a:pt x="478" y="5054"/>
                  </a:lnTo>
                  <a:lnTo>
                    <a:pt x="478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4" y="5531"/>
                  </a:lnTo>
                  <a:cubicBezTo>
                    <a:pt x="4830" y="5531"/>
                    <a:pt x="4914" y="5503"/>
                    <a:pt x="4942" y="5447"/>
                  </a:cubicBezTo>
                  <a:cubicBezTo>
                    <a:pt x="4998" y="5419"/>
                    <a:pt x="5026" y="5362"/>
                    <a:pt x="5026" y="5278"/>
                  </a:cubicBezTo>
                  <a:lnTo>
                    <a:pt x="5026" y="225"/>
                  </a:lnTo>
                  <a:cubicBezTo>
                    <a:pt x="5026" y="169"/>
                    <a:pt x="4998" y="112"/>
                    <a:pt x="4942" y="56"/>
                  </a:cubicBezTo>
                  <a:cubicBezTo>
                    <a:pt x="4914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049;p64">
              <a:extLst>
                <a:ext uri="{FF2B5EF4-FFF2-40B4-BE49-F238E27FC236}">
                  <a16:creationId xmlns:a16="http://schemas.microsoft.com/office/drawing/2014/main" id="{05B95FEE-14F1-95B5-B0E8-BFE25C56FDB5}"/>
                </a:ext>
              </a:extLst>
            </p:cNvPr>
            <p:cNvSpPr/>
            <p:nvPr/>
          </p:nvSpPr>
          <p:spPr>
            <a:xfrm>
              <a:off x="4768750" y="3646400"/>
              <a:ext cx="113025" cy="357975"/>
            </a:xfrm>
            <a:custGeom>
              <a:avLst/>
              <a:gdLst/>
              <a:ahLst/>
              <a:cxnLst/>
              <a:rect l="l" t="t" r="r" b="b"/>
              <a:pathLst>
                <a:path w="4521" h="14319" extrusionOk="0">
                  <a:moveTo>
                    <a:pt x="0" y="0"/>
                  </a:moveTo>
                  <a:lnTo>
                    <a:pt x="0" y="14318"/>
                  </a:lnTo>
                  <a:lnTo>
                    <a:pt x="4520" y="14318"/>
                  </a:lnTo>
                  <a:lnTo>
                    <a:pt x="45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050;p64">
              <a:extLst>
                <a:ext uri="{FF2B5EF4-FFF2-40B4-BE49-F238E27FC236}">
                  <a16:creationId xmlns:a16="http://schemas.microsoft.com/office/drawing/2014/main" id="{1C8BB200-3E56-57FB-70E0-425CDA82C042}"/>
                </a:ext>
              </a:extLst>
            </p:cNvPr>
            <p:cNvSpPr/>
            <p:nvPr/>
          </p:nvSpPr>
          <p:spPr>
            <a:xfrm>
              <a:off x="4762425" y="3640075"/>
              <a:ext cx="125650" cy="370600"/>
            </a:xfrm>
            <a:custGeom>
              <a:avLst/>
              <a:gdLst/>
              <a:ahLst/>
              <a:cxnLst/>
              <a:rect l="l" t="t" r="r" b="b"/>
              <a:pathLst>
                <a:path w="5026" h="14824" extrusionOk="0">
                  <a:moveTo>
                    <a:pt x="4549" y="478"/>
                  </a:moveTo>
                  <a:lnTo>
                    <a:pt x="4549" y="14347"/>
                  </a:lnTo>
                  <a:lnTo>
                    <a:pt x="478" y="14347"/>
                  </a:lnTo>
                  <a:lnTo>
                    <a:pt x="478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051;p64">
              <a:extLst>
                <a:ext uri="{FF2B5EF4-FFF2-40B4-BE49-F238E27FC236}">
                  <a16:creationId xmlns:a16="http://schemas.microsoft.com/office/drawing/2014/main" id="{7E2A18AD-8329-FB9F-DEF2-5BF744BF82B7}"/>
                </a:ext>
              </a:extLst>
            </p:cNvPr>
            <p:cNvSpPr/>
            <p:nvPr/>
          </p:nvSpPr>
          <p:spPr>
            <a:xfrm>
              <a:off x="4673275" y="3320025"/>
              <a:ext cx="283600" cy="242875"/>
            </a:xfrm>
            <a:custGeom>
              <a:avLst/>
              <a:gdLst/>
              <a:ahLst/>
              <a:cxnLst/>
              <a:rect l="l" t="t" r="r" b="b"/>
              <a:pathLst>
                <a:path w="11344" h="9715" extrusionOk="0">
                  <a:moveTo>
                    <a:pt x="9403" y="365"/>
                  </a:moveTo>
                  <a:lnTo>
                    <a:pt x="10976" y="9263"/>
                  </a:lnTo>
                  <a:lnTo>
                    <a:pt x="10976" y="9263"/>
                  </a:lnTo>
                  <a:cubicBezTo>
                    <a:pt x="10495" y="9332"/>
                    <a:pt x="9998" y="9377"/>
                    <a:pt x="9546" y="9377"/>
                  </a:cubicBezTo>
                  <a:cubicBezTo>
                    <a:pt x="5167" y="9377"/>
                    <a:pt x="1292" y="6233"/>
                    <a:pt x="506" y="1769"/>
                  </a:cubicBezTo>
                  <a:cubicBezTo>
                    <a:pt x="406" y="1319"/>
                    <a:pt x="373" y="825"/>
                    <a:pt x="367" y="365"/>
                  </a:cubicBezTo>
                  <a:close/>
                  <a:moveTo>
                    <a:pt x="197" y="0"/>
                  </a:moveTo>
                  <a:cubicBezTo>
                    <a:pt x="141" y="0"/>
                    <a:pt x="85" y="28"/>
                    <a:pt x="57" y="56"/>
                  </a:cubicBezTo>
                  <a:cubicBezTo>
                    <a:pt x="29" y="84"/>
                    <a:pt x="1" y="141"/>
                    <a:pt x="1" y="197"/>
                  </a:cubicBezTo>
                  <a:cubicBezTo>
                    <a:pt x="1" y="730"/>
                    <a:pt x="57" y="1292"/>
                    <a:pt x="141" y="1853"/>
                  </a:cubicBezTo>
                  <a:cubicBezTo>
                    <a:pt x="955" y="6457"/>
                    <a:pt x="4998" y="9714"/>
                    <a:pt x="9546" y="9714"/>
                  </a:cubicBezTo>
                  <a:cubicBezTo>
                    <a:pt x="10080" y="9714"/>
                    <a:pt x="10641" y="9686"/>
                    <a:pt x="11203" y="9574"/>
                  </a:cubicBezTo>
                  <a:cubicBezTo>
                    <a:pt x="11259" y="9574"/>
                    <a:pt x="11287" y="9546"/>
                    <a:pt x="11315" y="9518"/>
                  </a:cubicBezTo>
                  <a:cubicBezTo>
                    <a:pt x="11343" y="9461"/>
                    <a:pt x="11343" y="9433"/>
                    <a:pt x="11343" y="9377"/>
                  </a:cubicBezTo>
                  <a:lnTo>
                    <a:pt x="9715" y="141"/>
                  </a:lnTo>
                  <a:cubicBezTo>
                    <a:pt x="9715" y="56"/>
                    <a:pt x="9631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52;p64">
              <a:extLst>
                <a:ext uri="{FF2B5EF4-FFF2-40B4-BE49-F238E27FC236}">
                  <a16:creationId xmlns:a16="http://schemas.microsoft.com/office/drawing/2014/main" id="{506CE6C8-86F0-63DB-1D19-32172CE52225}"/>
                </a:ext>
              </a:extLst>
            </p:cNvPr>
            <p:cNvSpPr/>
            <p:nvPr/>
          </p:nvSpPr>
          <p:spPr>
            <a:xfrm>
              <a:off x="4905600" y="3314400"/>
              <a:ext cx="197250" cy="245675"/>
            </a:xfrm>
            <a:custGeom>
              <a:avLst/>
              <a:gdLst/>
              <a:ahLst/>
              <a:cxnLst/>
              <a:rect l="l" t="t" r="r" b="b"/>
              <a:pathLst>
                <a:path w="7890" h="9827" extrusionOk="0">
                  <a:moveTo>
                    <a:pt x="501" y="816"/>
                  </a:moveTo>
                  <a:lnTo>
                    <a:pt x="7383" y="6206"/>
                  </a:lnTo>
                  <a:lnTo>
                    <a:pt x="7383" y="6206"/>
                  </a:lnTo>
                  <a:cubicBezTo>
                    <a:pt x="5953" y="7957"/>
                    <a:pt x="4238" y="9000"/>
                    <a:pt x="2020" y="9431"/>
                  </a:cubicBezTo>
                  <a:lnTo>
                    <a:pt x="2020" y="9431"/>
                  </a:lnTo>
                  <a:lnTo>
                    <a:pt x="501" y="816"/>
                  </a:lnTo>
                  <a:close/>
                  <a:moveTo>
                    <a:pt x="1" y="1"/>
                  </a:moveTo>
                  <a:lnTo>
                    <a:pt x="85" y="450"/>
                  </a:lnTo>
                  <a:lnTo>
                    <a:pt x="1741" y="9827"/>
                  </a:lnTo>
                  <a:lnTo>
                    <a:pt x="1910" y="9799"/>
                  </a:lnTo>
                  <a:cubicBezTo>
                    <a:pt x="4352" y="9378"/>
                    <a:pt x="6233" y="8227"/>
                    <a:pt x="7777" y="6289"/>
                  </a:cubicBezTo>
                  <a:lnTo>
                    <a:pt x="7890" y="6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53;p64">
              <a:extLst>
                <a:ext uri="{FF2B5EF4-FFF2-40B4-BE49-F238E27FC236}">
                  <a16:creationId xmlns:a16="http://schemas.microsoft.com/office/drawing/2014/main" id="{C1A68DCE-E413-C553-FE60-3ADD53D98216}"/>
                </a:ext>
              </a:extLst>
            </p:cNvPr>
            <p:cNvSpPr/>
            <p:nvPr/>
          </p:nvSpPr>
          <p:spPr>
            <a:xfrm>
              <a:off x="4789800" y="3086300"/>
              <a:ext cx="361475" cy="386750"/>
            </a:xfrm>
            <a:custGeom>
              <a:avLst/>
              <a:gdLst/>
              <a:ahLst/>
              <a:cxnLst/>
              <a:rect l="l" t="t" r="r" b="b"/>
              <a:pathLst>
                <a:path w="14459" h="15470" extrusionOk="0">
                  <a:moveTo>
                    <a:pt x="4885" y="337"/>
                  </a:moveTo>
                  <a:cubicBezTo>
                    <a:pt x="8058" y="337"/>
                    <a:pt x="11146" y="1994"/>
                    <a:pt x="12831" y="4942"/>
                  </a:cubicBezTo>
                  <a:cubicBezTo>
                    <a:pt x="13701" y="6401"/>
                    <a:pt x="14094" y="7974"/>
                    <a:pt x="14094" y="9546"/>
                  </a:cubicBezTo>
                  <a:cubicBezTo>
                    <a:pt x="14094" y="11484"/>
                    <a:pt x="13483" y="13395"/>
                    <a:pt x="12237" y="15048"/>
                  </a:cubicBezTo>
                  <a:lnTo>
                    <a:pt x="12237" y="15048"/>
                  </a:lnTo>
                  <a:lnTo>
                    <a:pt x="5019" y="9422"/>
                  </a:lnTo>
                  <a:lnTo>
                    <a:pt x="442" y="1482"/>
                  </a:lnTo>
                  <a:lnTo>
                    <a:pt x="442" y="1482"/>
                  </a:lnTo>
                  <a:cubicBezTo>
                    <a:pt x="1856" y="702"/>
                    <a:pt x="3371" y="337"/>
                    <a:pt x="4885" y="337"/>
                  </a:cubicBezTo>
                  <a:close/>
                  <a:moveTo>
                    <a:pt x="4885" y="0"/>
                  </a:moveTo>
                  <a:cubicBezTo>
                    <a:pt x="3257" y="0"/>
                    <a:pt x="1629" y="393"/>
                    <a:pt x="113" y="1264"/>
                  </a:cubicBezTo>
                  <a:cubicBezTo>
                    <a:pt x="28" y="1320"/>
                    <a:pt x="0" y="1432"/>
                    <a:pt x="57" y="1516"/>
                  </a:cubicBezTo>
                  <a:lnTo>
                    <a:pt x="4745" y="9630"/>
                  </a:lnTo>
                  <a:lnTo>
                    <a:pt x="4773" y="9658"/>
                  </a:lnTo>
                  <a:lnTo>
                    <a:pt x="12157" y="15441"/>
                  </a:lnTo>
                  <a:cubicBezTo>
                    <a:pt x="12185" y="15470"/>
                    <a:pt x="12241" y="15470"/>
                    <a:pt x="12297" y="15470"/>
                  </a:cubicBezTo>
                  <a:cubicBezTo>
                    <a:pt x="12325" y="15470"/>
                    <a:pt x="12381" y="15441"/>
                    <a:pt x="12409" y="15413"/>
                  </a:cubicBezTo>
                  <a:cubicBezTo>
                    <a:pt x="13757" y="13673"/>
                    <a:pt x="14459" y="11623"/>
                    <a:pt x="14459" y="9546"/>
                  </a:cubicBezTo>
                  <a:cubicBezTo>
                    <a:pt x="14459" y="7917"/>
                    <a:pt x="14010" y="6289"/>
                    <a:pt x="13139" y="4773"/>
                  </a:cubicBezTo>
                  <a:cubicBezTo>
                    <a:pt x="11371" y="1713"/>
                    <a:pt x="8170" y="0"/>
                    <a:pt x="4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54;p64">
              <a:extLst>
                <a:ext uri="{FF2B5EF4-FFF2-40B4-BE49-F238E27FC236}">
                  <a16:creationId xmlns:a16="http://schemas.microsoft.com/office/drawing/2014/main" id="{07D2B2E9-C6F9-59CD-8D89-A143C6115E03}"/>
                </a:ext>
              </a:extLst>
            </p:cNvPr>
            <p:cNvSpPr/>
            <p:nvPr/>
          </p:nvSpPr>
          <p:spPr>
            <a:xfrm>
              <a:off x="4797525" y="3210525"/>
              <a:ext cx="228825" cy="228125"/>
            </a:xfrm>
            <a:custGeom>
              <a:avLst/>
              <a:gdLst/>
              <a:ahLst/>
              <a:cxnLst/>
              <a:rect l="l" t="t" r="r" b="b"/>
              <a:pathLst>
                <a:path w="9153" h="9125" extrusionOk="0">
                  <a:moveTo>
                    <a:pt x="4576" y="1"/>
                  </a:moveTo>
                  <a:cubicBezTo>
                    <a:pt x="2050" y="1"/>
                    <a:pt x="0" y="2050"/>
                    <a:pt x="0" y="4577"/>
                  </a:cubicBezTo>
                  <a:cubicBezTo>
                    <a:pt x="0" y="7075"/>
                    <a:pt x="2050" y="9125"/>
                    <a:pt x="4576" y="9125"/>
                  </a:cubicBezTo>
                  <a:cubicBezTo>
                    <a:pt x="7103" y="9125"/>
                    <a:pt x="9153" y="7075"/>
                    <a:pt x="9153" y="4577"/>
                  </a:cubicBezTo>
                  <a:cubicBezTo>
                    <a:pt x="9153" y="2050"/>
                    <a:pt x="7103" y="1"/>
                    <a:pt x="4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55;p64">
              <a:extLst>
                <a:ext uri="{FF2B5EF4-FFF2-40B4-BE49-F238E27FC236}">
                  <a16:creationId xmlns:a16="http://schemas.microsoft.com/office/drawing/2014/main" id="{29A3CE82-F9C9-CC5C-C0AA-48B3DD9CAFC2}"/>
                </a:ext>
              </a:extLst>
            </p:cNvPr>
            <p:cNvSpPr/>
            <p:nvPr/>
          </p:nvSpPr>
          <p:spPr>
            <a:xfrm>
              <a:off x="4793300" y="3206325"/>
              <a:ext cx="237250" cy="236550"/>
            </a:xfrm>
            <a:custGeom>
              <a:avLst/>
              <a:gdLst/>
              <a:ahLst/>
              <a:cxnLst/>
              <a:rect l="l" t="t" r="r" b="b"/>
              <a:pathLst>
                <a:path w="9490" h="9462" extrusionOk="0">
                  <a:moveTo>
                    <a:pt x="4745" y="337"/>
                  </a:moveTo>
                  <a:cubicBezTo>
                    <a:pt x="5953" y="337"/>
                    <a:pt x="7047" y="842"/>
                    <a:pt x="7862" y="1628"/>
                  </a:cubicBezTo>
                  <a:cubicBezTo>
                    <a:pt x="8648" y="2415"/>
                    <a:pt x="9125" y="3510"/>
                    <a:pt x="9125" y="4745"/>
                  </a:cubicBezTo>
                  <a:cubicBezTo>
                    <a:pt x="9125" y="5952"/>
                    <a:pt x="8648" y="7047"/>
                    <a:pt x="7862" y="7833"/>
                  </a:cubicBezTo>
                  <a:cubicBezTo>
                    <a:pt x="7047" y="8619"/>
                    <a:pt x="5953" y="9124"/>
                    <a:pt x="4745" y="9124"/>
                  </a:cubicBezTo>
                  <a:cubicBezTo>
                    <a:pt x="3538" y="9124"/>
                    <a:pt x="2443" y="8619"/>
                    <a:pt x="1629" y="7833"/>
                  </a:cubicBezTo>
                  <a:cubicBezTo>
                    <a:pt x="843" y="7047"/>
                    <a:pt x="366" y="5952"/>
                    <a:pt x="366" y="4745"/>
                  </a:cubicBezTo>
                  <a:cubicBezTo>
                    <a:pt x="366" y="3510"/>
                    <a:pt x="843" y="2415"/>
                    <a:pt x="1629" y="1628"/>
                  </a:cubicBezTo>
                  <a:cubicBezTo>
                    <a:pt x="2443" y="842"/>
                    <a:pt x="3538" y="337"/>
                    <a:pt x="4745" y="337"/>
                  </a:cubicBezTo>
                  <a:close/>
                  <a:moveTo>
                    <a:pt x="4745" y="0"/>
                  </a:moveTo>
                  <a:cubicBezTo>
                    <a:pt x="2134" y="0"/>
                    <a:pt x="1" y="2106"/>
                    <a:pt x="1" y="4745"/>
                  </a:cubicBezTo>
                  <a:cubicBezTo>
                    <a:pt x="1" y="7356"/>
                    <a:pt x="2134" y="9461"/>
                    <a:pt x="4745" y="9461"/>
                  </a:cubicBezTo>
                  <a:cubicBezTo>
                    <a:pt x="7356" y="9461"/>
                    <a:pt x="9490" y="7356"/>
                    <a:pt x="9490" y="4745"/>
                  </a:cubicBezTo>
                  <a:cubicBezTo>
                    <a:pt x="9490" y="2106"/>
                    <a:pt x="7356" y="0"/>
                    <a:pt x="4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56;p64">
              <a:extLst>
                <a:ext uri="{FF2B5EF4-FFF2-40B4-BE49-F238E27FC236}">
                  <a16:creationId xmlns:a16="http://schemas.microsoft.com/office/drawing/2014/main" id="{0C25806F-D4CE-17AA-C90B-14A20213CF49}"/>
                </a:ext>
              </a:extLst>
            </p:cNvPr>
            <p:cNvSpPr/>
            <p:nvPr/>
          </p:nvSpPr>
          <p:spPr>
            <a:xfrm>
              <a:off x="5243200" y="4242275"/>
              <a:ext cx="278675" cy="11950"/>
            </a:xfrm>
            <a:custGeom>
              <a:avLst/>
              <a:gdLst/>
              <a:ahLst/>
              <a:cxnLst/>
              <a:rect l="l" t="t" r="r" b="b"/>
              <a:pathLst>
                <a:path w="11147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57;p64">
              <a:extLst>
                <a:ext uri="{FF2B5EF4-FFF2-40B4-BE49-F238E27FC236}">
                  <a16:creationId xmlns:a16="http://schemas.microsoft.com/office/drawing/2014/main" id="{8D214F4C-B6BC-1C84-B33B-BDAB2555F412}"/>
                </a:ext>
              </a:extLst>
            </p:cNvPr>
            <p:cNvSpPr/>
            <p:nvPr/>
          </p:nvSpPr>
          <p:spPr>
            <a:xfrm>
              <a:off x="5243200" y="4290000"/>
              <a:ext cx="278675" cy="11250"/>
            </a:xfrm>
            <a:custGeom>
              <a:avLst/>
              <a:gdLst/>
              <a:ahLst/>
              <a:cxnLst/>
              <a:rect l="l" t="t" r="r" b="b"/>
              <a:pathLst>
                <a:path w="11147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58;p64">
              <a:extLst>
                <a:ext uri="{FF2B5EF4-FFF2-40B4-BE49-F238E27FC236}">
                  <a16:creationId xmlns:a16="http://schemas.microsoft.com/office/drawing/2014/main" id="{0DF181F1-3A74-A488-373A-59F9BE0D1949}"/>
                </a:ext>
              </a:extLst>
            </p:cNvPr>
            <p:cNvSpPr/>
            <p:nvPr/>
          </p:nvSpPr>
          <p:spPr>
            <a:xfrm>
              <a:off x="5243200" y="4337025"/>
              <a:ext cx="278675" cy="11950"/>
            </a:xfrm>
            <a:custGeom>
              <a:avLst/>
              <a:gdLst/>
              <a:ahLst/>
              <a:cxnLst/>
              <a:rect l="l" t="t" r="r" b="b"/>
              <a:pathLst>
                <a:path w="11147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59;p64">
              <a:extLst>
                <a:ext uri="{FF2B5EF4-FFF2-40B4-BE49-F238E27FC236}">
                  <a16:creationId xmlns:a16="http://schemas.microsoft.com/office/drawing/2014/main" id="{F39B0CC1-E32C-16D1-E393-8BA41D85C65E}"/>
                </a:ext>
              </a:extLst>
            </p:cNvPr>
            <p:cNvSpPr/>
            <p:nvPr/>
          </p:nvSpPr>
          <p:spPr>
            <a:xfrm>
              <a:off x="5243200" y="4384750"/>
              <a:ext cx="278675" cy="11250"/>
            </a:xfrm>
            <a:custGeom>
              <a:avLst/>
              <a:gdLst/>
              <a:ahLst/>
              <a:cxnLst/>
              <a:rect l="l" t="t" r="r" b="b"/>
              <a:pathLst>
                <a:path w="11147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60;p64">
              <a:extLst>
                <a:ext uri="{FF2B5EF4-FFF2-40B4-BE49-F238E27FC236}">
                  <a16:creationId xmlns:a16="http://schemas.microsoft.com/office/drawing/2014/main" id="{E69D7C8B-5850-54AB-8539-0B81641B8F99}"/>
                </a:ext>
              </a:extLst>
            </p:cNvPr>
            <p:cNvSpPr/>
            <p:nvPr/>
          </p:nvSpPr>
          <p:spPr>
            <a:xfrm>
              <a:off x="5568175" y="3960825"/>
              <a:ext cx="277950" cy="389575"/>
            </a:xfrm>
            <a:custGeom>
              <a:avLst/>
              <a:gdLst/>
              <a:ahLst/>
              <a:cxnLst/>
              <a:rect l="l" t="t" r="r" b="b"/>
              <a:pathLst>
                <a:path w="11118" h="15583" extrusionOk="0">
                  <a:moveTo>
                    <a:pt x="10669" y="1"/>
                  </a:moveTo>
                  <a:lnTo>
                    <a:pt x="10669" y="15105"/>
                  </a:lnTo>
                  <a:lnTo>
                    <a:pt x="0" y="15105"/>
                  </a:lnTo>
                  <a:lnTo>
                    <a:pt x="0" y="15582"/>
                  </a:lnTo>
                  <a:lnTo>
                    <a:pt x="11118" y="15582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061;p64">
              <a:extLst>
                <a:ext uri="{FF2B5EF4-FFF2-40B4-BE49-F238E27FC236}">
                  <a16:creationId xmlns:a16="http://schemas.microsoft.com/office/drawing/2014/main" id="{B74BC421-428E-8BAA-CB92-7A87FAC3DFAD}"/>
                </a:ext>
              </a:extLst>
            </p:cNvPr>
            <p:cNvSpPr/>
            <p:nvPr/>
          </p:nvSpPr>
          <p:spPr>
            <a:xfrm>
              <a:off x="1997775" y="759600"/>
              <a:ext cx="2480425" cy="1965250"/>
            </a:xfrm>
            <a:custGeom>
              <a:avLst/>
              <a:gdLst/>
              <a:ahLst/>
              <a:cxnLst/>
              <a:rect l="l" t="t" r="r" b="b"/>
              <a:pathLst>
                <a:path w="99217" h="78610" extrusionOk="0">
                  <a:moveTo>
                    <a:pt x="0" y="1"/>
                  </a:moveTo>
                  <a:lnTo>
                    <a:pt x="0" y="78610"/>
                  </a:lnTo>
                  <a:lnTo>
                    <a:pt x="99216" y="78610"/>
                  </a:lnTo>
                  <a:lnTo>
                    <a:pt x="99216" y="4380"/>
                  </a:lnTo>
                  <a:lnTo>
                    <a:pt x="26839" y="4380"/>
                  </a:lnTo>
                  <a:lnTo>
                    <a:pt x="24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062;p64">
              <a:extLst>
                <a:ext uri="{FF2B5EF4-FFF2-40B4-BE49-F238E27FC236}">
                  <a16:creationId xmlns:a16="http://schemas.microsoft.com/office/drawing/2014/main" id="{C9BCC5DF-9ACF-1319-536C-04C57553371D}"/>
                </a:ext>
              </a:extLst>
            </p:cNvPr>
            <p:cNvSpPr/>
            <p:nvPr/>
          </p:nvSpPr>
          <p:spPr>
            <a:xfrm>
              <a:off x="2016000" y="918925"/>
              <a:ext cx="2445350" cy="1766625"/>
            </a:xfrm>
            <a:custGeom>
              <a:avLst/>
              <a:gdLst/>
              <a:ahLst/>
              <a:cxnLst/>
              <a:rect l="l" t="t" r="r" b="b"/>
              <a:pathLst>
                <a:path w="97814" h="70665" extrusionOk="0">
                  <a:moveTo>
                    <a:pt x="1" y="1"/>
                  </a:moveTo>
                  <a:lnTo>
                    <a:pt x="1" y="70665"/>
                  </a:lnTo>
                  <a:lnTo>
                    <a:pt x="97813" y="70665"/>
                  </a:lnTo>
                  <a:lnTo>
                    <a:pt x="978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063;p64">
              <a:extLst>
                <a:ext uri="{FF2B5EF4-FFF2-40B4-BE49-F238E27FC236}">
                  <a16:creationId xmlns:a16="http://schemas.microsoft.com/office/drawing/2014/main" id="{C7ABFE87-AA8A-024A-2B2B-47ABFD0B9164}"/>
                </a:ext>
              </a:extLst>
            </p:cNvPr>
            <p:cNvSpPr/>
            <p:nvPr/>
          </p:nvSpPr>
          <p:spPr>
            <a:xfrm>
              <a:off x="4417100" y="924550"/>
              <a:ext cx="38625" cy="1064750"/>
            </a:xfrm>
            <a:custGeom>
              <a:avLst/>
              <a:gdLst/>
              <a:ahLst/>
              <a:cxnLst/>
              <a:rect l="l" t="t" r="r" b="b"/>
              <a:pathLst>
                <a:path w="1545" h="42590" extrusionOk="0">
                  <a:moveTo>
                    <a:pt x="1" y="0"/>
                  </a:moveTo>
                  <a:lnTo>
                    <a:pt x="1" y="42590"/>
                  </a:lnTo>
                  <a:lnTo>
                    <a:pt x="1545" y="42590"/>
                  </a:lnTo>
                  <a:lnTo>
                    <a:pt x="1545" y="0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064;p64">
              <a:extLst>
                <a:ext uri="{FF2B5EF4-FFF2-40B4-BE49-F238E27FC236}">
                  <a16:creationId xmlns:a16="http://schemas.microsoft.com/office/drawing/2014/main" id="{376591CA-291F-3691-2944-169A6F71C2C5}"/>
                </a:ext>
              </a:extLst>
            </p:cNvPr>
            <p:cNvSpPr/>
            <p:nvPr/>
          </p:nvSpPr>
          <p:spPr>
            <a:xfrm>
              <a:off x="4417100" y="1989275"/>
              <a:ext cx="38625" cy="689975"/>
            </a:xfrm>
            <a:custGeom>
              <a:avLst/>
              <a:gdLst/>
              <a:ahLst/>
              <a:cxnLst/>
              <a:rect l="l" t="t" r="r" b="b"/>
              <a:pathLst>
                <a:path w="1545" h="27599" extrusionOk="0">
                  <a:moveTo>
                    <a:pt x="1" y="1"/>
                  </a:moveTo>
                  <a:lnTo>
                    <a:pt x="1" y="27598"/>
                  </a:lnTo>
                  <a:lnTo>
                    <a:pt x="1545" y="27598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065;p64">
              <a:extLst>
                <a:ext uri="{FF2B5EF4-FFF2-40B4-BE49-F238E27FC236}">
                  <a16:creationId xmlns:a16="http://schemas.microsoft.com/office/drawing/2014/main" id="{50716F6D-A30E-31CC-B8E9-6D25105EA8F2}"/>
                </a:ext>
              </a:extLst>
            </p:cNvPr>
            <p:cNvSpPr/>
            <p:nvPr/>
          </p:nvSpPr>
          <p:spPr>
            <a:xfrm>
              <a:off x="2006175" y="895050"/>
              <a:ext cx="2458675" cy="96200"/>
            </a:xfrm>
            <a:custGeom>
              <a:avLst/>
              <a:gdLst/>
              <a:ahLst/>
              <a:cxnLst/>
              <a:rect l="l" t="t" r="r" b="b"/>
              <a:pathLst>
                <a:path w="98347" h="3848" extrusionOk="0">
                  <a:moveTo>
                    <a:pt x="1" y="1"/>
                  </a:moveTo>
                  <a:lnTo>
                    <a:pt x="1" y="3847"/>
                  </a:lnTo>
                  <a:lnTo>
                    <a:pt x="98347" y="3847"/>
                  </a:lnTo>
                  <a:lnTo>
                    <a:pt x="983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066;p64">
              <a:extLst>
                <a:ext uri="{FF2B5EF4-FFF2-40B4-BE49-F238E27FC236}">
                  <a16:creationId xmlns:a16="http://schemas.microsoft.com/office/drawing/2014/main" id="{34FEEB32-CD6B-C27F-9505-ADA44CC91CE9}"/>
                </a:ext>
              </a:extLst>
            </p:cNvPr>
            <p:cNvSpPr/>
            <p:nvPr/>
          </p:nvSpPr>
          <p:spPr>
            <a:xfrm>
              <a:off x="2000575" y="889450"/>
              <a:ext cx="2469900" cy="107400"/>
            </a:xfrm>
            <a:custGeom>
              <a:avLst/>
              <a:gdLst/>
              <a:ahLst/>
              <a:cxnLst/>
              <a:rect l="l" t="t" r="r" b="b"/>
              <a:pathLst>
                <a:path w="98796" h="4296" extrusionOk="0">
                  <a:moveTo>
                    <a:pt x="98346" y="450"/>
                  </a:moveTo>
                  <a:lnTo>
                    <a:pt x="98346" y="3847"/>
                  </a:lnTo>
                  <a:lnTo>
                    <a:pt x="478" y="3847"/>
                  </a:lnTo>
                  <a:lnTo>
                    <a:pt x="478" y="450"/>
                  </a:lnTo>
                  <a:close/>
                  <a:moveTo>
                    <a:pt x="0" y="0"/>
                  </a:moveTo>
                  <a:lnTo>
                    <a:pt x="0" y="4296"/>
                  </a:lnTo>
                  <a:lnTo>
                    <a:pt x="98795" y="4296"/>
                  </a:lnTo>
                  <a:lnTo>
                    <a:pt x="98795" y="4071"/>
                  </a:lnTo>
                  <a:lnTo>
                    <a:pt x="987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067;p64">
              <a:extLst>
                <a:ext uri="{FF2B5EF4-FFF2-40B4-BE49-F238E27FC236}">
                  <a16:creationId xmlns:a16="http://schemas.microsoft.com/office/drawing/2014/main" id="{0C1FE55E-8230-828D-7421-377633CB331A}"/>
                </a:ext>
              </a:extLst>
            </p:cNvPr>
            <p:cNvSpPr/>
            <p:nvPr/>
          </p:nvSpPr>
          <p:spPr>
            <a:xfrm>
              <a:off x="2010400" y="913300"/>
              <a:ext cx="2457275" cy="1777875"/>
            </a:xfrm>
            <a:custGeom>
              <a:avLst/>
              <a:gdLst/>
              <a:ahLst/>
              <a:cxnLst/>
              <a:rect l="l" t="t" r="r" b="b"/>
              <a:pathLst>
                <a:path w="98291" h="71115" extrusionOk="0">
                  <a:moveTo>
                    <a:pt x="97813" y="450"/>
                  </a:moveTo>
                  <a:lnTo>
                    <a:pt x="97813" y="70637"/>
                  </a:lnTo>
                  <a:lnTo>
                    <a:pt x="450" y="70637"/>
                  </a:lnTo>
                  <a:lnTo>
                    <a:pt x="450" y="450"/>
                  </a:lnTo>
                  <a:close/>
                  <a:moveTo>
                    <a:pt x="225" y="1"/>
                  </a:moveTo>
                  <a:cubicBezTo>
                    <a:pt x="169" y="1"/>
                    <a:pt x="113" y="29"/>
                    <a:pt x="57" y="57"/>
                  </a:cubicBezTo>
                  <a:cubicBezTo>
                    <a:pt x="28" y="113"/>
                    <a:pt x="0" y="169"/>
                    <a:pt x="0" y="226"/>
                  </a:cubicBezTo>
                  <a:lnTo>
                    <a:pt x="0" y="70890"/>
                  </a:lnTo>
                  <a:cubicBezTo>
                    <a:pt x="0" y="70946"/>
                    <a:pt x="28" y="71002"/>
                    <a:pt x="57" y="71030"/>
                  </a:cubicBezTo>
                  <a:cubicBezTo>
                    <a:pt x="113" y="71086"/>
                    <a:pt x="169" y="71114"/>
                    <a:pt x="225" y="71114"/>
                  </a:cubicBezTo>
                  <a:lnTo>
                    <a:pt x="98037" y="71114"/>
                  </a:lnTo>
                  <a:cubicBezTo>
                    <a:pt x="98122" y="71114"/>
                    <a:pt x="98178" y="71086"/>
                    <a:pt x="98206" y="71030"/>
                  </a:cubicBezTo>
                  <a:cubicBezTo>
                    <a:pt x="98262" y="71002"/>
                    <a:pt x="98290" y="70946"/>
                    <a:pt x="98290" y="70890"/>
                  </a:cubicBezTo>
                  <a:lnTo>
                    <a:pt x="98290" y="226"/>
                  </a:lnTo>
                  <a:cubicBezTo>
                    <a:pt x="98290" y="169"/>
                    <a:pt x="98262" y="113"/>
                    <a:pt x="98206" y="57"/>
                  </a:cubicBezTo>
                  <a:cubicBezTo>
                    <a:pt x="98178" y="29"/>
                    <a:pt x="98122" y="1"/>
                    <a:pt x="98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068;p64">
              <a:extLst>
                <a:ext uri="{FF2B5EF4-FFF2-40B4-BE49-F238E27FC236}">
                  <a16:creationId xmlns:a16="http://schemas.microsoft.com/office/drawing/2014/main" id="{9A175266-5E3E-3115-E517-ABDAE0476696}"/>
                </a:ext>
              </a:extLst>
            </p:cNvPr>
            <p:cNvSpPr/>
            <p:nvPr/>
          </p:nvSpPr>
          <p:spPr>
            <a:xfrm>
              <a:off x="3103900" y="1053675"/>
              <a:ext cx="201475" cy="30225"/>
            </a:xfrm>
            <a:custGeom>
              <a:avLst/>
              <a:gdLst/>
              <a:ahLst/>
              <a:cxnLst/>
              <a:rect l="l" t="t" r="r" b="b"/>
              <a:pathLst>
                <a:path w="8059" h="1209" extrusionOk="0">
                  <a:moveTo>
                    <a:pt x="618" y="1"/>
                  </a:moveTo>
                  <a:cubicBezTo>
                    <a:pt x="282" y="1"/>
                    <a:pt x="1" y="254"/>
                    <a:pt x="1" y="590"/>
                  </a:cubicBezTo>
                  <a:cubicBezTo>
                    <a:pt x="1" y="927"/>
                    <a:pt x="282" y="1208"/>
                    <a:pt x="618" y="1208"/>
                  </a:cubicBezTo>
                  <a:lnTo>
                    <a:pt x="7441" y="1208"/>
                  </a:lnTo>
                  <a:cubicBezTo>
                    <a:pt x="7778" y="1208"/>
                    <a:pt x="8058" y="927"/>
                    <a:pt x="8058" y="590"/>
                  </a:cubicBezTo>
                  <a:cubicBezTo>
                    <a:pt x="8058" y="254"/>
                    <a:pt x="7778" y="1"/>
                    <a:pt x="7441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069;p64">
              <a:extLst>
                <a:ext uri="{FF2B5EF4-FFF2-40B4-BE49-F238E27FC236}">
                  <a16:creationId xmlns:a16="http://schemas.microsoft.com/office/drawing/2014/main" id="{C36F58DE-CBCD-6D4A-F4BB-B7FA6D96AB16}"/>
                </a:ext>
              </a:extLst>
            </p:cNvPr>
            <p:cNvSpPr/>
            <p:nvPr/>
          </p:nvSpPr>
          <p:spPr>
            <a:xfrm>
              <a:off x="3446425" y="1053675"/>
              <a:ext cx="200750" cy="30225"/>
            </a:xfrm>
            <a:custGeom>
              <a:avLst/>
              <a:gdLst/>
              <a:ahLst/>
              <a:cxnLst/>
              <a:rect l="l" t="t" r="r" b="b"/>
              <a:pathLst>
                <a:path w="8030" h="1209" extrusionOk="0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30" y="927"/>
                    <a:pt x="8030" y="590"/>
                  </a:cubicBezTo>
                  <a:cubicBezTo>
                    <a:pt x="8030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070;p64">
              <a:extLst>
                <a:ext uri="{FF2B5EF4-FFF2-40B4-BE49-F238E27FC236}">
                  <a16:creationId xmlns:a16="http://schemas.microsoft.com/office/drawing/2014/main" id="{BC607AFF-29CD-8589-B453-B64C2541DF3D}"/>
                </a:ext>
              </a:extLst>
            </p:cNvPr>
            <p:cNvSpPr/>
            <p:nvPr/>
          </p:nvSpPr>
          <p:spPr>
            <a:xfrm>
              <a:off x="3788225" y="1053675"/>
              <a:ext cx="201475" cy="30225"/>
            </a:xfrm>
            <a:custGeom>
              <a:avLst/>
              <a:gdLst/>
              <a:ahLst/>
              <a:cxnLst/>
              <a:rect l="l" t="t" r="r" b="b"/>
              <a:pathLst>
                <a:path w="8059" h="1209" extrusionOk="0">
                  <a:moveTo>
                    <a:pt x="618" y="1"/>
                  </a:moveTo>
                  <a:cubicBezTo>
                    <a:pt x="281" y="1"/>
                    <a:pt x="1" y="254"/>
                    <a:pt x="1" y="590"/>
                  </a:cubicBezTo>
                  <a:cubicBezTo>
                    <a:pt x="1" y="927"/>
                    <a:pt x="281" y="1208"/>
                    <a:pt x="618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071;p64">
              <a:extLst>
                <a:ext uri="{FF2B5EF4-FFF2-40B4-BE49-F238E27FC236}">
                  <a16:creationId xmlns:a16="http://schemas.microsoft.com/office/drawing/2014/main" id="{A9D819EE-785E-3EE3-E1BC-E22F122960A1}"/>
                </a:ext>
              </a:extLst>
            </p:cNvPr>
            <p:cNvSpPr/>
            <p:nvPr/>
          </p:nvSpPr>
          <p:spPr>
            <a:xfrm>
              <a:off x="4130750" y="1053675"/>
              <a:ext cx="201450" cy="30225"/>
            </a:xfrm>
            <a:custGeom>
              <a:avLst/>
              <a:gdLst/>
              <a:ahLst/>
              <a:cxnLst/>
              <a:rect l="l" t="t" r="r" b="b"/>
              <a:pathLst>
                <a:path w="8058" h="1209" extrusionOk="0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072;p64">
              <a:extLst>
                <a:ext uri="{FF2B5EF4-FFF2-40B4-BE49-F238E27FC236}">
                  <a16:creationId xmlns:a16="http://schemas.microsoft.com/office/drawing/2014/main" id="{F7EE5A2C-246F-7956-18A7-D64E2977579B}"/>
                </a:ext>
              </a:extLst>
            </p:cNvPr>
            <p:cNvSpPr/>
            <p:nvPr/>
          </p:nvSpPr>
          <p:spPr>
            <a:xfrm>
              <a:off x="2149375" y="1931025"/>
              <a:ext cx="2203175" cy="5625"/>
            </a:xfrm>
            <a:custGeom>
              <a:avLst/>
              <a:gdLst/>
              <a:ahLst/>
              <a:cxnLst/>
              <a:rect l="l" t="t" r="r" b="b"/>
              <a:pathLst>
                <a:path w="88127" h="225" extrusionOk="0">
                  <a:moveTo>
                    <a:pt x="0" y="0"/>
                  </a:moveTo>
                  <a:lnTo>
                    <a:pt x="0" y="225"/>
                  </a:lnTo>
                  <a:lnTo>
                    <a:pt x="88127" y="225"/>
                  </a:lnTo>
                  <a:lnTo>
                    <a:pt x="881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073;p64">
              <a:extLst>
                <a:ext uri="{FF2B5EF4-FFF2-40B4-BE49-F238E27FC236}">
                  <a16:creationId xmlns:a16="http://schemas.microsoft.com/office/drawing/2014/main" id="{D55F9127-3A92-0BB0-185B-8AE533D5B045}"/>
                </a:ext>
              </a:extLst>
            </p:cNvPr>
            <p:cNvSpPr/>
            <p:nvPr/>
          </p:nvSpPr>
          <p:spPr>
            <a:xfrm>
              <a:off x="21465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074;p64">
              <a:extLst>
                <a:ext uri="{FF2B5EF4-FFF2-40B4-BE49-F238E27FC236}">
                  <a16:creationId xmlns:a16="http://schemas.microsoft.com/office/drawing/2014/main" id="{4AEB0074-8D5D-C88C-DE34-0D8533BCFDE3}"/>
                </a:ext>
              </a:extLst>
            </p:cNvPr>
            <p:cNvSpPr/>
            <p:nvPr/>
          </p:nvSpPr>
          <p:spPr>
            <a:xfrm>
              <a:off x="24217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075;p64">
              <a:extLst>
                <a:ext uri="{FF2B5EF4-FFF2-40B4-BE49-F238E27FC236}">
                  <a16:creationId xmlns:a16="http://schemas.microsoft.com/office/drawing/2014/main" id="{60C572B4-0A41-C74A-D59F-8E84C60B7824}"/>
                </a:ext>
              </a:extLst>
            </p:cNvPr>
            <p:cNvSpPr/>
            <p:nvPr/>
          </p:nvSpPr>
          <p:spPr>
            <a:xfrm>
              <a:off x="26975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076;p64">
              <a:extLst>
                <a:ext uri="{FF2B5EF4-FFF2-40B4-BE49-F238E27FC236}">
                  <a16:creationId xmlns:a16="http://schemas.microsoft.com/office/drawing/2014/main" id="{80505DDC-1F80-B6FB-9708-A955541E2F79}"/>
                </a:ext>
              </a:extLst>
            </p:cNvPr>
            <p:cNvSpPr/>
            <p:nvPr/>
          </p:nvSpPr>
          <p:spPr>
            <a:xfrm>
              <a:off x="29726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077;p64">
              <a:extLst>
                <a:ext uri="{FF2B5EF4-FFF2-40B4-BE49-F238E27FC236}">
                  <a16:creationId xmlns:a16="http://schemas.microsoft.com/office/drawing/2014/main" id="{B353442E-7D91-CEEB-7598-3F84125FEBA9}"/>
                </a:ext>
              </a:extLst>
            </p:cNvPr>
            <p:cNvSpPr/>
            <p:nvPr/>
          </p:nvSpPr>
          <p:spPr>
            <a:xfrm>
              <a:off x="32478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078;p64">
              <a:extLst>
                <a:ext uri="{FF2B5EF4-FFF2-40B4-BE49-F238E27FC236}">
                  <a16:creationId xmlns:a16="http://schemas.microsoft.com/office/drawing/2014/main" id="{8B2B84B1-CD3C-C3DD-1D05-27B5CCFDD71B}"/>
                </a:ext>
              </a:extLst>
            </p:cNvPr>
            <p:cNvSpPr/>
            <p:nvPr/>
          </p:nvSpPr>
          <p:spPr>
            <a:xfrm>
              <a:off x="35236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079;p64">
              <a:extLst>
                <a:ext uri="{FF2B5EF4-FFF2-40B4-BE49-F238E27FC236}">
                  <a16:creationId xmlns:a16="http://schemas.microsoft.com/office/drawing/2014/main" id="{FA6948AE-CA24-0912-1D44-B1DE9343630E}"/>
                </a:ext>
              </a:extLst>
            </p:cNvPr>
            <p:cNvSpPr/>
            <p:nvPr/>
          </p:nvSpPr>
          <p:spPr>
            <a:xfrm>
              <a:off x="3798750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080;p64">
              <a:extLst>
                <a:ext uri="{FF2B5EF4-FFF2-40B4-BE49-F238E27FC236}">
                  <a16:creationId xmlns:a16="http://schemas.microsoft.com/office/drawing/2014/main" id="{AC476459-1EFA-431B-499A-667DB0B73763}"/>
                </a:ext>
              </a:extLst>
            </p:cNvPr>
            <p:cNvSpPr/>
            <p:nvPr/>
          </p:nvSpPr>
          <p:spPr>
            <a:xfrm>
              <a:off x="4073900" y="1916975"/>
              <a:ext cx="6325" cy="16875"/>
            </a:xfrm>
            <a:custGeom>
              <a:avLst/>
              <a:gdLst/>
              <a:ahLst/>
              <a:cxnLst/>
              <a:rect l="l" t="t" r="r" b="b"/>
              <a:pathLst>
                <a:path w="253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081;p64">
              <a:extLst>
                <a:ext uri="{FF2B5EF4-FFF2-40B4-BE49-F238E27FC236}">
                  <a16:creationId xmlns:a16="http://schemas.microsoft.com/office/drawing/2014/main" id="{805235D3-CB56-5191-9E64-E31C40DEE883}"/>
                </a:ext>
              </a:extLst>
            </p:cNvPr>
            <p:cNvSpPr/>
            <p:nvPr/>
          </p:nvSpPr>
          <p:spPr>
            <a:xfrm>
              <a:off x="4349725" y="1916975"/>
              <a:ext cx="5650" cy="16875"/>
            </a:xfrm>
            <a:custGeom>
              <a:avLst/>
              <a:gdLst/>
              <a:ahLst/>
              <a:cxnLst/>
              <a:rect l="l" t="t" r="r" b="b"/>
              <a:pathLst>
                <a:path w="226" h="675" extrusionOk="0">
                  <a:moveTo>
                    <a:pt x="0" y="1"/>
                  </a:moveTo>
                  <a:lnTo>
                    <a:pt x="0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082;p64">
              <a:extLst>
                <a:ext uri="{FF2B5EF4-FFF2-40B4-BE49-F238E27FC236}">
                  <a16:creationId xmlns:a16="http://schemas.microsoft.com/office/drawing/2014/main" id="{A3A249FA-3280-4836-4219-554CEBCD4739}"/>
                </a:ext>
              </a:extLst>
            </p:cNvPr>
            <p:cNvSpPr/>
            <p:nvPr/>
          </p:nvSpPr>
          <p:spPr>
            <a:xfrm>
              <a:off x="2274300" y="1744725"/>
              <a:ext cx="301125" cy="108725"/>
            </a:xfrm>
            <a:custGeom>
              <a:avLst/>
              <a:gdLst/>
              <a:ahLst/>
              <a:cxnLst/>
              <a:rect l="l" t="t" r="r" b="b"/>
              <a:pathLst>
                <a:path w="12045" h="4349" extrusionOk="0">
                  <a:moveTo>
                    <a:pt x="11502" y="0"/>
                  </a:moveTo>
                  <a:cubicBezTo>
                    <a:pt x="11467" y="0"/>
                    <a:pt x="11432" y="4"/>
                    <a:pt x="11399" y="13"/>
                  </a:cubicBezTo>
                  <a:lnTo>
                    <a:pt x="365" y="3438"/>
                  </a:lnTo>
                  <a:cubicBezTo>
                    <a:pt x="141" y="3494"/>
                    <a:pt x="0" y="3775"/>
                    <a:pt x="57" y="4027"/>
                  </a:cubicBezTo>
                  <a:cubicBezTo>
                    <a:pt x="128" y="4218"/>
                    <a:pt x="322" y="4348"/>
                    <a:pt x="534" y="4348"/>
                  </a:cubicBezTo>
                  <a:cubicBezTo>
                    <a:pt x="571" y="4348"/>
                    <a:pt x="608" y="4344"/>
                    <a:pt x="646" y="4336"/>
                  </a:cubicBezTo>
                  <a:lnTo>
                    <a:pt x="11680" y="911"/>
                  </a:lnTo>
                  <a:cubicBezTo>
                    <a:pt x="11904" y="827"/>
                    <a:pt x="12045" y="574"/>
                    <a:pt x="11988" y="321"/>
                  </a:cubicBezTo>
                  <a:cubicBezTo>
                    <a:pt x="11917" y="130"/>
                    <a:pt x="11703" y="0"/>
                    <a:pt x="11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083;p64">
              <a:extLst>
                <a:ext uri="{FF2B5EF4-FFF2-40B4-BE49-F238E27FC236}">
                  <a16:creationId xmlns:a16="http://schemas.microsoft.com/office/drawing/2014/main" id="{AAC91BEE-08C7-C76D-AE21-56BC81D5F05D}"/>
                </a:ext>
              </a:extLst>
            </p:cNvPr>
            <p:cNvSpPr/>
            <p:nvPr/>
          </p:nvSpPr>
          <p:spPr>
            <a:xfrm>
              <a:off x="2549425" y="1557275"/>
              <a:ext cx="301825" cy="210775"/>
            </a:xfrm>
            <a:custGeom>
              <a:avLst/>
              <a:gdLst/>
              <a:ahLst/>
              <a:cxnLst/>
              <a:rect l="l" t="t" r="r" b="b"/>
              <a:pathLst>
                <a:path w="12073" h="8431" extrusionOk="0">
                  <a:moveTo>
                    <a:pt x="11555" y="1"/>
                  </a:moveTo>
                  <a:cubicBezTo>
                    <a:pt x="11459" y="1"/>
                    <a:pt x="11364" y="32"/>
                    <a:pt x="11287" y="99"/>
                  </a:cubicBezTo>
                  <a:lnTo>
                    <a:pt x="253" y="7595"/>
                  </a:lnTo>
                  <a:cubicBezTo>
                    <a:pt x="57" y="7735"/>
                    <a:pt x="1" y="8016"/>
                    <a:pt x="141" y="8240"/>
                  </a:cubicBezTo>
                  <a:cubicBezTo>
                    <a:pt x="229" y="8363"/>
                    <a:pt x="370" y="8431"/>
                    <a:pt x="519" y="8431"/>
                  </a:cubicBezTo>
                  <a:cubicBezTo>
                    <a:pt x="609" y="8431"/>
                    <a:pt x="702" y="8406"/>
                    <a:pt x="787" y="8353"/>
                  </a:cubicBezTo>
                  <a:lnTo>
                    <a:pt x="11792" y="857"/>
                  </a:lnTo>
                  <a:cubicBezTo>
                    <a:pt x="12017" y="716"/>
                    <a:pt x="12073" y="436"/>
                    <a:pt x="11933" y="211"/>
                  </a:cubicBezTo>
                  <a:cubicBezTo>
                    <a:pt x="11848" y="75"/>
                    <a:pt x="11701" y="1"/>
                    <a:pt x="1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084;p64">
              <a:extLst>
                <a:ext uri="{FF2B5EF4-FFF2-40B4-BE49-F238E27FC236}">
                  <a16:creationId xmlns:a16="http://schemas.microsoft.com/office/drawing/2014/main" id="{E37B6DAD-A5D2-2366-B060-AE41A63593DB}"/>
                </a:ext>
              </a:extLst>
            </p:cNvPr>
            <p:cNvSpPr/>
            <p:nvPr/>
          </p:nvSpPr>
          <p:spPr>
            <a:xfrm>
              <a:off x="2824575" y="1301875"/>
              <a:ext cx="301825" cy="278950"/>
            </a:xfrm>
            <a:custGeom>
              <a:avLst/>
              <a:gdLst/>
              <a:ahLst/>
              <a:cxnLst/>
              <a:rect l="l" t="t" r="r" b="b"/>
              <a:pathLst>
                <a:path w="12073" h="11158" extrusionOk="0">
                  <a:moveTo>
                    <a:pt x="11550" y="1"/>
                  </a:moveTo>
                  <a:cubicBezTo>
                    <a:pt x="11438" y="1"/>
                    <a:pt x="11324" y="43"/>
                    <a:pt x="11230" y="124"/>
                  </a:cubicBezTo>
                  <a:lnTo>
                    <a:pt x="225" y="10343"/>
                  </a:lnTo>
                  <a:cubicBezTo>
                    <a:pt x="28" y="10511"/>
                    <a:pt x="0" y="10820"/>
                    <a:pt x="197" y="11017"/>
                  </a:cubicBezTo>
                  <a:cubicBezTo>
                    <a:pt x="288" y="11108"/>
                    <a:pt x="412" y="11158"/>
                    <a:pt x="538" y="11158"/>
                  </a:cubicBezTo>
                  <a:cubicBezTo>
                    <a:pt x="644" y="11158"/>
                    <a:pt x="752" y="11122"/>
                    <a:pt x="842" y="11045"/>
                  </a:cubicBezTo>
                  <a:lnTo>
                    <a:pt x="11876" y="826"/>
                  </a:lnTo>
                  <a:cubicBezTo>
                    <a:pt x="12044" y="629"/>
                    <a:pt x="12072" y="348"/>
                    <a:pt x="11876" y="152"/>
                  </a:cubicBezTo>
                  <a:cubicBezTo>
                    <a:pt x="11788" y="50"/>
                    <a:pt x="11670" y="1"/>
                    <a:pt x="11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085;p64">
              <a:extLst>
                <a:ext uri="{FF2B5EF4-FFF2-40B4-BE49-F238E27FC236}">
                  <a16:creationId xmlns:a16="http://schemas.microsoft.com/office/drawing/2014/main" id="{300CF1D1-BDEE-93D9-FC7A-B47F2C898BF3}"/>
                </a:ext>
              </a:extLst>
            </p:cNvPr>
            <p:cNvSpPr/>
            <p:nvPr/>
          </p:nvSpPr>
          <p:spPr>
            <a:xfrm>
              <a:off x="3101100" y="1276175"/>
              <a:ext cx="299725" cy="49225"/>
            </a:xfrm>
            <a:custGeom>
              <a:avLst/>
              <a:gdLst/>
              <a:ahLst/>
              <a:cxnLst/>
              <a:rect l="l" t="t" r="r" b="b"/>
              <a:pathLst>
                <a:path w="11989" h="1969" extrusionOk="0">
                  <a:moveTo>
                    <a:pt x="11455" y="1"/>
                  </a:moveTo>
                  <a:lnTo>
                    <a:pt x="450" y="1039"/>
                  </a:lnTo>
                  <a:cubicBezTo>
                    <a:pt x="197" y="1067"/>
                    <a:pt x="1" y="1292"/>
                    <a:pt x="29" y="1545"/>
                  </a:cubicBezTo>
                  <a:cubicBezTo>
                    <a:pt x="55" y="1781"/>
                    <a:pt x="253" y="1968"/>
                    <a:pt x="486" y="1968"/>
                  </a:cubicBezTo>
                  <a:cubicBezTo>
                    <a:pt x="502" y="1968"/>
                    <a:pt x="518" y="1968"/>
                    <a:pt x="534" y="1966"/>
                  </a:cubicBezTo>
                  <a:lnTo>
                    <a:pt x="11539" y="955"/>
                  </a:lnTo>
                  <a:cubicBezTo>
                    <a:pt x="11792" y="927"/>
                    <a:pt x="11988" y="702"/>
                    <a:pt x="11960" y="422"/>
                  </a:cubicBezTo>
                  <a:cubicBezTo>
                    <a:pt x="11932" y="169"/>
                    <a:pt x="11708" y="1"/>
                    <a:pt x="11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086;p64">
              <a:extLst>
                <a:ext uri="{FF2B5EF4-FFF2-40B4-BE49-F238E27FC236}">
                  <a16:creationId xmlns:a16="http://schemas.microsoft.com/office/drawing/2014/main" id="{82DB8BF6-9D0F-69F2-421F-6FDF63AB0573}"/>
                </a:ext>
              </a:extLst>
            </p:cNvPr>
            <p:cNvSpPr/>
            <p:nvPr/>
          </p:nvSpPr>
          <p:spPr>
            <a:xfrm>
              <a:off x="3375525" y="1276375"/>
              <a:ext cx="301825" cy="210900"/>
            </a:xfrm>
            <a:custGeom>
              <a:avLst/>
              <a:gdLst/>
              <a:ahLst/>
              <a:cxnLst/>
              <a:rect l="l" t="t" r="r" b="b"/>
              <a:pathLst>
                <a:path w="12073" h="8436" extrusionOk="0">
                  <a:moveTo>
                    <a:pt x="527" y="0"/>
                  </a:moveTo>
                  <a:cubicBezTo>
                    <a:pt x="375" y="0"/>
                    <a:pt x="230" y="75"/>
                    <a:pt x="141" y="217"/>
                  </a:cubicBezTo>
                  <a:cubicBezTo>
                    <a:pt x="1" y="414"/>
                    <a:pt x="57" y="723"/>
                    <a:pt x="253" y="863"/>
                  </a:cubicBezTo>
                  <a:lnTo>
                    <a:pt x="11287" y="8359"/>
                  </a:lnTo>
                  <a:cubicBezTo>
                    <a:pt x="11359" y="8410"/>
                    <a:pt x="11446" y="8435"/>
                    <a:pt x="11534" y="8435"/>
                  </a:cubicBezTo>
                  <a:cubicBezTo>
                    <a:pt x="11687" y="8435"/>
                    <a:pt x="11844" y="8361"/>
                    <a:pt x="11933" y="8218"/>
                  </a:cubicBezTo>
                  <a:cubicBezTo>
                    <a:pt x="12073" y="8022"/>
                    <a:pt x="12017" y="7713"/>
                    <a:pt x="11792" y="7573"/>
                  </a:cubicBezTo>
                  <a:lnTo>
                    <a:pt x="787" y="77"/>
                  </a:lnTo>
                  <a:cubicBezTo>
                    <a:pt x="704" y="25"/>
                    <a:pt x="615" y="0"/>
                    <a:pt x="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087;p64">
              <a:extLst>
                <a:ext uri="{FF2B5EF4-FFF2-40B4-BE49-F238E27FC236}">
                  <a16:creationId xmlns:a16="http://schemas.microsoft.com/office/drawing/2014/main" id="{74273CEE-7253-66EA-4C2F-69372BAE1D8D}"/>
                </a:ext>
              </a:extLst>
            </p:cNvPr>
            <p:cNvSpPr/>
            <p:nvPr/>
          </p:nvSpPr>
          <p:spPr>
            <a:xfrm>
              <a:off x="3650675" y="1463775"/>
              <a:ext cx="301825" cy="202300"/>
            </a:xfrm>
            <a:custGeom>
              <a:avLst/>
              <a:gdLst/>
              <a:ahLst/>
              <a:cxnLst/>
              <a:rect l="l" t="t" r="r" b="b"/>
              <a:pathLst>
                <a:path w="12073" h="8092" extrusionOk="0">
                  <a:moveTo>
                    <a:pt x="526" y="0"/>
                  </a:moveTo>
                  <a:cubicBezTo>
                    <a:pt x="374" y="0"/>
                    <a:pt x="229" y="75"/>
                    <a:pt x="140" y="217"/>
                  </a:cubicBezTo>
                  <a:cubicBezTo>
                    <a:pt x="0" y="442"/>
                    <a:pt x="56" y="722"/>
                    <a:pt x="281" y="863"/>
                  </a:cubicBezTo>
                  <a:lnTo>
                    <a:pt x="11286" y="8022"/>
                  </a:lnTo>
                  <a:cubicBezTo>
                    <a:pt x="11363" y="8070"/>
                    <a:pt x="11446" y="8092"/>
                    <a:pt x="11528" y="8092"/>
                  </a:cubicBezTo>
                  <a:cubicBezTo>
                    <a:pt x="11686" y="8092"/>
                    <a:pt x="11839" y="8011"/>
                    <a:pt x="11932" y="7882"/>
                  </a:cubicBezTo>
                  <a:cubicBezTo>
                    <a:pt x="12072" y="7657"/>
                    <a:pt x="12016" y="7376"/>
                    <a:pt x="11791" y="7236"/>
                  </a:cubicBezTo>
                  <a:lnTo>
                    <a:pt x="786" y="77"/>
                  </a:lnTo>
                  <a:cubicBezTo>
                    <a:pt x="704" y="25"/>
                    <a:pt x="614" y="0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088;p64">
              <a:extLst>
                <a:ext uri="{FF2B5EF4-FFF2-40B4-BE49-F238E27FC236}">
                  <a16:creationId xmlns:a16="http://schemas.microsoft.com/office/drawing/2014/main" id="{21FEA045-32A3-2AFC-9AD9-72514965C041}"/>
                </a:ext>
              </a:extLst>
            </p:cNvPr>
            <p:cNvSpPr/>
            <p:nvPr/>
          </p:nvSpPr>
          <p:spPr>
            <a:xfrm>
              <a:off x="3925800" y="1267900"/>
              <a:ext cx="301825" cy="398225"/>
            </a:xfrm>
            <a:custGeom>
              <a:avLst/>
              <a:gdLst/>
              <a:ahLst/>
              <a:cxnLst/>
              <a:rect l="l" t="t" r="r" b="b"/>
              <a:pathLst>
                <a:path w="12073" h="15929" extrusionOk="0">
                  <a:moveTo>
                    <a:pt x="11572" y="1"/>
                  </a:moveTo>
                  <a:cubicBezTo>
                    <a:pt x="11427" y="1"/>
                    <a:pt x="11279" y="69"/>
                    <a:pt x="11174" y="191"/>
                  </a:cubicBezTo>
                  <a:lnTo>
                    <a:pt x="169" y="15183"/>
                  </a:lnTo>
                  <a:cubicBezTo>
                    <a:pt x="0" y="15380"/>
                    <a:pt x="56" y="15688"/>
                    <a:pt x="253" y="15829"/>
                  </a:cubicBezTo>
                  <a:cubicBezTo>
                    <a:pt x="344" y="15897"/>
                    <a:pt x="445" y="15929"/>
                    <a:pt x="543" y="15929"/>
                  </a:cubicBezTo>
                  <a:cubicBezTo>
                    <a:pt x="687" y="15929"/>
                    <a:pt x="827" y="15861"/>
                    <a:pt x="927" y="15745"/>
                  </a:cubicBezTo>
                  <a:lnTo>
                    <a:pt x="11932" y="753"/>
                  </a:lnTo>
                  <a:cubicBezTo>
                    <a:pt x="12072" y="528"/>
                    <a:pt x="12044" y="247"/>
                    <a:pt x="11820" y="79"/>
                  </a:cubicBezTo>
                  <a:cubicBezTo>
                    <a:pt x="11746" y="26"/>
                    <a:pt x="11659" y="1"/>
                    <a:pt x="11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089;p64">
              <a:extLst>
                <a:ext uri="{FF2B5EF4-FFF2-40B4-BE49-F238E27FC236}">
                  <a16:creationId xmlns:a16="http://schemas.microsoft.com/office/drawing/2014/main" id="{4D94D63E-6425-9BE6-E089-B62C969EBE49}"/>
                </a:ext>
              </a:extLst>
            </p:cNvPr>
            <p:cNvSpPr/>
            <p:nvPr/>
          </p:nvSpPr>
          <p:spPr>
            <a:xfrm>
              <a:off x="2251850" y="18068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8" y="2162"/>
                    <a:pt x="2808" y="1404"/>
                  </a:cubicBezTo>
                  <a:cubicBezTo>
                    <a:pt x="2808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090;p64">
              <a:extLst>
                <a:ext uri="{FF2B5EF4-FFF2-40B4-BE49-F238E27FC236}">
                  <a16:creationId xmlns:a16="http://schemas.microsoft.com/office/drawing/2014/main" id="{BE6B95A3-60CC-1194-D5EC-73D9E405CC13}"/>
                </a:ext>
              </a:extLst>
            </p:cNvPr>
            <p:cNvSpPr/>
            <p:nvPr/>
          </p:nvSpPr>
          <p:spPr>
            <a:xfrm>
              <a:off x="2246225" y="1800475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29" y="478"/>
                  </a:moveTo>
                  <a:cubicBezTo>
                    <a:pt x="2275" y="478"/>
                    <a:pt x="2808" y="1011"/>
                    <a:pt x="2808" y="1657"/>
                  </a:cubicBezTo>
                  <a:cubicBezTo>
                    <a:pt x="2808" y="2303"/>
                    <a:pt x="2275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091;p64">
              <a:extLst>
                <a:ext uri="{FF2B5EF4-FFF2-40B4-BE49-F238E27FC236}">
                  <a16:creationId xmlns:a16="http://schemas.microsoft.com/office/drawing/2014/main" id="{DA91DE28-0DF9-63FF-BCD0-40A83A5A2FB3}"/>
                </a:ext>
              </a:extLst>
            </p:cNvPr>
            <p:cNvSpPr/>
            <p:nvPr/>
          </p:nvSpPr>
          <p:spPr>
            <a:xfrm>
              <a:off x="2527675" y="1721150"/>
              <a:ext cx="70200" cy="70225"/>
            </a:xfrm>
            <a:custGeom>
              <a:avLst/>
              <a:gdLst/>
              <a:ahLst/>
              <a:cxnLst/>
              <a:rect l="l" t="t" r="r" b="b"/>
              <a:pathLst>
                <a:path w="2808" h="2809" extrusionOk="0">
                  <a:moveTo>
                    <a:pt x="1404" y="1"/>
                  </a:moveTo>
                  <a:cubicBezTo>
                    <a:pt x="618" y="1"/>
                    <a:pt x="0" y="647"/>
                    <a:pt x="0" y="1405"/>
                  </a:cubicBezTo>
                  <a:cubicBezTo>
                    <a:pt x="0" y="2191"/>
                    <a:pt x="618" y="2808"/>
                    <a:pt x="1404" y="2808"/>
                  </a:cubicBezTo>
                  <a:cubicBezTo>
                    <a:pt x="2162" y="2808"/>
                    <a:pt x="2808" y="2191"/>
                    <a:pt x="2808" y="1405"/>
                  </a:cubicBezTo>
                  <a:cubicBezTo>
                    <a:pt x="2808" y="647"/>
                    <a:pt x="2162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092;p64">
              <a:extLst>
                <a:ext uri="{FF2B5EF4-FFF2-40B4-BE49-F238E27FC236}">
                  <a16:creationId xmlns:a16="http://schemas.microsoft.com/office/drawing/2014/main" id="{4C8155BF-7E6B-C659-F8C2-7EAE1BE018D1}"/>
                </a:ext>
              </a:extLst>
            </p:cNvPr>
            <p:cNvSpPr/>
            <p:nvPr/>
          </p:nvSpPr>
          <p:spPr>
            <a:xfrm>
              <a:off x="2521350" y="1715550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57" y="478"/>
                  </a:moveTo>
                  <a:cubicBezTo>
                    <a:pt x="2303" y="478"/>
                    <a:pt x="2808" y="983"/>
                    <a:pt x="2808" y="1629"/>
                  </a:cubicBezTo>
                  <a:cubicBezTo>
                    <a:pt x="2808" y="2274"/>
                    <a:pt x="2303" y="2808"/>
                    <a:pt x="1657" y="2808"/>
                  </a:cubicBezTo>
                  <a:cubicBezTo>
                    <a:pt x="1011" y="2808"/>
                    <a:pt x="478" y="2274"/>
                    <a:pt x="478" y="1629"/>
                  </a:cubicBezTo>
                  <a:cubicBezTo>
                    <a:pt x="478" y="983"/>
                    <a:pt x="1011" y="478"/>
                    <a:pt x="1657" y="478"/>
                  </a:cubicBezTo>
                  <a:close/>
                  <a:moveTo>
                    <a:pt x="1657" y="0"/>
                  </a:moveTo>
                  <a:cubicBezTo>
                    <a:pt x="731" y="0"/>
                    <a:pt x="1" y="730"/>
                    <a:pt x="1" y="1629"/>
                  </a:cubicBezTo>
                  <a:cubicBezTo>
                    <a:pt x="1" y="2555"/>
                    <a:pt x="731" y="3285"/>
                    <a:pt x="1657" y="3285"/>
                  </a:cubicBezTo>
                  <a:cubicBezTo>
                    <a:pt x="2556" y="3285"/>
                    <a:pt x="3286" y="2555"/>
                    <a:pt x="3286" y="1629"/>
                  </a:cubicBezTo>
                  <a:cubicBezTo>
                    <a:pt x="3286" y="730"/>
                    <a:pt x="2556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093;p64">
              <a:extLst>
                <a:ext uri="{FF2B5EF4-FFF2-40B4-BE49-F238E27FC236}">
                  <a16:creationId xmlns:a16="http://schemas.microsoft.com/office/drawing/2014/main" id="{B986AB0D-0570-C84D-B338-478B46876BA5}"/>
                </a:ext>
              </a:extLst>
            </p:cNvPr>
            <p:cNvSpPr/>
            <p:nvPr/>
          </p:nvSpPr>
          <p:spPr>
            <a:xfrm>
              <a:off x="2802800" y="1533775"/>
              <a:ext cx="70225" cy="70200"/>
            </a:xfrm>
            <a:custGeom>
              <a:avLst/>
              <a:gdLst/>
              <a:ahLst/>
              <a:cxnLst/>
              <a:rect l="l" t="t" r="r" b="b"/>
              <a:pathLst>
                <a:path w="2809" h="2808" extrusionOk="0">
                  <a:moveTo>
                    <a:pt x="1404" y="0"/>
                  </a:moveTo>
                  <a:cubicBezTo>
                    <a:pt x="618" y="0"/>
                    <a:pt x="1" y="646"/>
                    <a:pt x="1" y="1404"/>
                  </a:cubicBezTo>
                  <a:cubicBezTo>
                    <a:pt x="1" y="2190"/>
                    <a:pt x="618" y="2807"/>
                    <a:pt x="1404" y="2807"/>
                  </a:cubicBezTo>
                  <a:cubicBezTo>
                    <a:pt x="2191" y="2807"/>
                    <a:pt x="2808" y="2190"/>
                    <a:pt x="2808" y="1404"/>
                  </a:cubicBezTo>
                  <a:cubicBezTo>
                    <a:pt x="2808" y="646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094;p64">
              <a:extLst>
                <a:ext uri="{FF2B5EF4-FFF2-40B4-BE49-F238E27FC236}">
                  <a16:creationId xmlns:a16="http://schemas.microsoft.com/office/drawing/2014/main" id="{FDDF4956-9B55-F39B-8E05-30A1BC7119B9}"/>
                </a:ext>
              </a:extLst>
            </p:cNvPr>
            <p:cNvSpPr/>
            <p:nvPr/>
          </p:nvSpPr>
          <p:spPr>
            <a:xfrm>
              <a:off x="2797200" y="1528150"/>
              <a:ext cx="81425" cy="82150"/>
            </a:xfrm>
            <a:custGeom>
              <a:avLst/>
              <a:gdLst/>
              <a:ahLst/>
              <a:cxnLst/>
              <a:rect l="l" t="t" r="r" b="b"/>
              <a:pathLst>
                <a:path w="3257" h="3286" extrusionOk="0">
                  <a:moveTo>
                    <a:pt x="1628" y="478"/>
                  </a:moveTo>
                  <a:cubicBezTo>
                    <a:pt x="2274" y="478"/>
                    <a:pt x="2808" y="983"/>
                    <a:pt x="2808" y="1629"/>
                  </a:cubicBezTo>
                  <a:cubicBezTo>
                    <a:pt x="2808" y="2274"/>
                    <a:pt x="2274" y="2808"/>
                    <a:pt x="1628" y="2808"/>
                  </a:cubicBezTo>
                  <a:cubicBezTo>
                    <a:pt x="983" y="2808"/>
                    <a:pt x="449" y="2274"/>
                    <a:pt x="449" y="1629"/>
                  </a:cubicBezTo>
                  <a:cubicBezTo>
                    <a:pt x="449" y="983"/>
                    <a:pt x="983" y="478"/>
                    <a:pt x="1628" y="478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8" y="3285"/>
                  </a:cubicBezTo>
                  <a:cubicBezTo>
                    <a:pt x="2527" y="3285"/>
                    <a:pt x="3257" y="2555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095;p64">
              <a:extLst>
                <a:ext uri="{FF2B5EF4-FFF2-40B4-BE49-F238E27FC236}">
                  <a16:creationId xmlns:a16="http://schemas.microsoft.com/office/drawing/2014/main" id="{BEE5CC86-AC83-7908-F195-865317B37B06}"/>
                </a:ext>
              </a:extLst>
            </p:cNvPr>
            <p:cNvSpPr/>
            <p:nvPr/>
          </p:nvSpPr>
          <p:spPr>
            <a:xfrm>
              <a:off x="3077950" y="1278275"/>
              <a:ext cx="70200" cy="70225"/>
            </a:xfrm>
            <a:custGeom>
              <a:avLst/>
              <a:gdLst/>
              <a:ahLst/>
              <a:cxnLst/>
              <a:rect l="l" t="t" r="r" b="b"/>
              <a:pathLst>
                <a:path w="2808" h="2809" extrusionOk="0">
                  <a:moveTo>
                    <a:pt x="1404" y="1"/>
                  </a:moveTo>
                  <a:cubicBezTo>
                    <a:pt x="646" y="1"/>
                    <a:pt x="0" y="647"/>
                    <a:pt x="0" y="1405"/>
                  </a:cubicBezTo>
                  <a:cubicBezTo>
                    <a:pt x="0" y="2191"/>
                    <a:pt x="646" y="2808"/>
                    <a:pt x="1404" y="2808"/>
                  </a:cubicBezTo>
                  <a:cubicBezTo>
                    <a:pt x="2190" y="2808"/>
                    <a:pt x="2808" y="2191"/>
                    <a:pt x="2808" y="1405"/>
                  </a:cubicBezTo>
                  <a:cubicBezTo>
                    <a:pt x="2808" y="647"/>
                    <a:pt x="2190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096;p64">
              <a:extLst>
                <a:ext uri="{FF2B5EF4-FFF2-40B4-BE49-F238E27FC236}">
                  <a16:creationId xmlns:a16="http://schemas.microsoft.com/office/drawing/2014/main" id="{F8CA9534-8CE3-43E9-B537-A204815D2D36}"/>
                </a:ext>
              </a:extLst>
            </p:cNvPr>
            <p:cNvSpPr/>
            <p:nvPr/>
          </p:nvSpPr>
          <p:spPr>
            <a:xfrm>
              <a:off x="3072325" y="1272675"/>
              <a:ext cx="82150" cy="82125"/>
            </a:xfrm>
            <a:custGeom>
              <a:avLst/>
              <a:gdLst/>
              <a:ahLst/>
              <a:cxnLst/>
              <a:rect l="l" t="t" r="r" b="b"/>
              <a:pathLst>
                <a:path w="3286" h="3285" extrusionOk="0">
                  <a:moveTo>
                    <a:pt x="1629" y="477"/>
                  </a:moveTo>
                  <a:cubicBezTo>
                    <a:pt x="2275" y="477"/>
                    <a:pt x="2808" y="983"/>
                    <a:pt x="2808" y="1629"/>
                  </a:cubicBezTo>
                  <a:cubicBezTo>
                    <a:pt x="2808" y="2274"/>
                    <a:pt x="2275" y="2808"/>
                    <a:pt x="1629" y="2808"/>
                  </a:cubicBezTo>
                  <a:cubicBezTo>
                    <a:pt x="983" y="2808"/>
                    <a:pt x="478" y="2274"/>
                    <a:pt x="478" y="1629"/>
                  </a:cubicBezTo>
                  <a:cubicBezTo>
                    <a:pt x="478" y="983"/>
                    <a:pt x="983" y="477"/>
                    <a:pt x="1629" y="477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29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4097;p64">
              <a:extLst>
                <a:ext uri="{FF2B5EF4-FFF2-40B4-BE49-F238E27FC236}">
                  <a16:creationId xmlns:a16="http://schemas.microsoft.com/office/drawing/2014/main" id="{D7AF6909-42EA-436A-4C69-82FF93BD7127}"/>
                </a:ext>
              </a:extLst>
            </p:cNvPr>
            <p:cNvSpPr/>
            <p:nvPr/>
          </p:nvSpPr>
          <p:spPr>
            <a:xfrm>
              <a:off x="3353775" y="1253025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90"/>
                    <a:pt x="618" y="2808"/>
                    <a:pt x="1404" y="2808"/>
                  </a:cubicBezTo>
                  <a:cubicBezTo>
                    <a:pt x="2162" y="2808"/>
                    <a:pt x="2808" y="2190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4098;p64">
              <a:extLst>
                <a:ext uri="{FF2B5EF4-FFF2-40B4-BE49-F238E27FC236}">
                  <a16:creationId xmlns:a16="http://schemas.microsoft.com/office/drawing/2014/main" id="{85E90610-62AA-9052-4D9A-EB0BF1172224}"/>
                </a:ext>
              </a:extLst>
            </p:cNvPr>
            <p:cNvSpPr/>
            <p:nvPr/>
          </p:nvSpPr>
          <p:spPr>
            <a:xfrm>
              <a:off x="3347450" y="1247400"/>
              <a:ext cx="82150" cy="81450"/>
            </a:xfrm>
            <a:custGeom>
              <a:avLst/>
              <a:gdLst/>
              <a:ahLst/>
              <a:cxnLst/>
              <a:rect l="l" t="t" r="r" b="b"/>
              <a:pathLst>
                <a:path w="3286" h="3258" extrusionOk="0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808"/>
                    <a:pt x="1657" y="2808"/>
                  </a:cubicBezTo>
                  <a:cubicBezTo>
                    <a:pt x="1011" y="2808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0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0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4099;p64">
              <a:extLst>
                <a:ext uri="{FF2B5EF4-FFF2-40B4-BE49-F238E27FC236}">
                  <a16:creationId xmlns:a16="http://schemas.microsoft.com/office/drawing/2014/main" id="{9FF078A5-50EA-8C82-B680-72CBAE8FD3FA}"/>
                </a:ext>
              </a:extLst>
            </p:cNvPr>
            <p:cNvSpPr/>
            <p:nvPr/>
          </p:nvSpPr>
          <p:spPr>
            <a:xfrm>
              <a:off x="3628900" y="1440425"/>
              <a:ext cx="70225" cy="70200"/>
            </a:xfrm>
            <a:custGeom>
              <a:avLst/>
              <a:gdLst/>
              <a:ahLst/>
              <a:cxnLst/>
              <a:rect l="l" t="t" r="r" b="b"/>
              <a:pathLst>
                <a:path w="2809" h="2808" extrusionOk="0">
                  <a:moveTo>
                    <a:pt x="1404" y="0"/>
                  </a:moveTo>
                  <a:cubicBezTo>
                    <a:pt x="618" y="0"/>
                    <a:pt x="1" y="618"/>
                    <a:pt x="1" y="1404"/>
                  </a:cubicBezTo>
                  <a:cubicBezTo>
                    <a:pt x="1" y="2190"/>
                    <a:pt x="618" y="2808"/>
                    <a:pt x="1404" y="2808"/>
                  </a:cubicBezTo>
                  <a:cubicBezTo>
                    <a:pt x="2191" y="2808"/>
                    <a:pt x="2808" y="2190"/>
                    <a:pt x="2808" y="1404"/>
                  </a:cubicBezTo>
                  <a:cubicBezTo>
                    <a:pt x="2808" y="618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4100;p64">
              <a:extLst>
                <a:ext uri="{FF2B5EF4-FFF2-40B4-BE49-F238E27FC236}">
                  <a16:creationId xmlns:a16="http://schemas.microsoft.com/office/drawing/2014/main" id="{89EFC74B-882B-6FB3-4979-A5C7F1068E53}"/>
                </a:ext>
              </a:extLst>
            </p:cNvPr>
            <p:cNvSpPr/>
            <p:nvPr/>
          </p:nvSpPr>
          <p:spPr>
            <a:xfrm>
              <a:off x="3623300" y="1434800"/>
              <a:ext cx="81425" cy="81450"/>
            </a:xfrm>
            <a:custGeom>
              <a:avLst/>
              <a:gdLst/>
              <a:ahLst/>
              <a:cxnLst/>
              <a:rect l="l" t="t" r="r" b="b"/>
              <a:pathLst>
                <a:path w="3257" h="3258" extrusionOk="0">
                  <a:moveTo>
                    <a:pt x="1628" y="450"/>
                  </a:moveTo>
                  <a:cubicBezTo>
                    <a:pt x="2274" y="450"/>
                    <a:pt x="2808" y="983"/>
                    <a:pt x="2808" y="1629"/>
                  </a:cubicBezTo>
                  <a:cubicBezTo>
                    <a:pt x="2808" y="2275"/>
                    <a:pt x="2274" y="2808"/>
                    <a:pt x="1628" y="2808"/>
                  </a:cubicBezTo>
                  <a:cubicBezTo>
                    <a:pt x="983" y="2808"/>
                    <a:pt x="449" y="2275"/>
                    <a:pt x="449" y="1629"/>
                  </a:cubicBezTo>
                  <a:cubicBezTo>
                    <a:pt x="449" y="983"/>
                    <a:pt x="983" y="450"/>
                    <a:pt x="1628" y="450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27"/>
                    <a:pt x="730" y="3257"/>
                    <a:pt x="1628" y="3257"/>
                  </a:cubicBezTo>
                  <a:cubicBezTo>
                    <a:pt x="2527" y="3257"/>
                    <a:pt x="3257" y="2527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4101;p64">
              <a:extLst>
                <a:ext uri="{FF2B5EF4-FFF2-40B4-BE49-F238E27FC236}">
                  <a16:creationId xmlns:a16="http://schemas.microsoft.com/office/drawing/2014/main" id="{8C412908-4A41-21EE-552A-FFFD02930471}"/>
                </a:ext>
              </a:extLst>
            </p:cNvPr>
            <p:cNvSpPr/>
            <p:nvPr/>
          </p:nvSpPr>
          <p:spPr>
            <a:xfrm>
              <a:off x="3904050" y="16194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7" y="2162"/>
                    <a:pt x="2807" y="1404"/>
                  </a:cubicBezTo>
                  <a:cubicBezTo>
                    <a:pt x="2807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4102;p64">
              <a:extLst>
                <a:ext uri="{FF2B5EF4-FFF2-40B4-BE49-F238E27FC236}">
                  <a16:creationId xmlns:a16="http://schemas.microsoft.com/office/drawing/2014/main" id="{1262D025-9817-09C9-CCE5-25FFF0A2E819}"/>
                </a:ext>
              </a:extLst>
            </p:cNvPr>
            <p:cNvSpPr/>
            <p:nvPr/>
          </p:nvSpPr>
          <p:spPr>
            <a:xfrm>
              <a:off x="3898425" y="1613075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29" y="478"/>
                  </a:moveTo>
                  <a:cubicBezTo>
                    <a:pt x="2274" y="478"/>
                    <a:pt x="2808" y="1011"/>
                    <a:pt x="2808" y="1657"/>
                  </a:cubicBezTo>
                  <a:cubicBezTo>
                    <a:pt x="2808" y="2303"/>
                    <a:pt x="2274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4103;p64">
              <a:extLst>
                <a:ext uri="{FF2B5EF4-FFF2-40B4-BE49-F238E27FC236}">
                  <a16:creationId xmlns:a16="http://schemas.microsoft.com/office/drawing/2014/main" id="{EA248D58-F7F0-CA6F-1EE1-C02EBF3C377C}"/>
                </a:ext>
              </a:extLst>
            </p:cNvPr>
            <p:cNvSpPr/>
            <p:nvPr/>
          </p:nvSpPr>
          <p:spPr>
            <a:xfrm>
              <a:off x="4179875" y="124460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62"/>
                    <a:pt x="618" y="2808"/>
                    <a:pt x="1404" y="2808"/>
                  </a:cubicBezTo>
                  <a:cubicBezTo>
                    <a:pt x="2162" y="2808"/>
                    <a:pt x="2808" y="2162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4104;p64">
              <a:extLst>
                <a:ext uri="{FF2B5EF4-FFF2-40B4-BE49-F238E27FC236}">
                  <a16:creationId xmlns:a16="http://schemas.microsoft.com/office/drawing/2014/main" id="{CC2D9FBB-C802-EBE1-93CD-5B822EFBB207}"/>
                </a:ext>
              </a:extLst>
            </p:cNvPr>
            <p:cNvSpPr/>
            <p:nvPr/>
          </p:nvSpPr>
          <p:spPr>
            <a:xfrm>
              <a:off x="4173550" y="1238975"/>
              <a:ext cx="82150" cy="81450"/>
            </a:xfrm>
            <a:custGeom>
              <a:avLst/>
              <a:gdLst/>
              <a:ahLst/>
              <a:cxnLst/>
              <a:rect l="l" t="t" r="r" b="b"/>
              <a:pathLst>
                <a:path w="3286" h="3258" extrusionOk="0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780"/>
                    <a:pt x="1657" y="2808"/>
                  </a:cubicBezTo>
                  <a:cubicBezTo>
                    <a:pt x="1011" y="2780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1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1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4105;p64">
              <a:extLst>
                <a:ext uri="{FF2B5EF4-FFF2-40B4-BE49-F238E27FC236}">
                  <a16:creationId xmlns:a16="http://schemas.microsoft.com/office/drawing/2014/main" id="{C1E0A388-9519-4433-F271-1F4973432EFC}"/>
                </a:ext>
              </a:extLst>
            </p:cNvPr>
            <p:cNvSpPr/>
            <p:nvPr/>
          </p:nvSpPr>
          <p:spPr>
            <a:xfrm>
              <a:off x="2899675" y="2124725"/>
              <a:ext cx="271625" cy="294825"/>
            </a:xfrm>
            <a:custGeom>
              <a:avLst/>
              <a:gdLst/>
              <a:ahLst/>
              <a:cxnLst/>
              <a:rect l="l" t="t" r="r" b="b"/>
              <a:pathLst>
                <a:path w="10865" h="11793" extrusionOk="0">
                  <a:moveTo>
                    <a:pt x="10865" y="1"/>
                  </a:moveTo>
                  <a:cubicBezTo>
                    <a:pt x="10275" y="1"/>
                    <a:pt x="9686" y="57"/>
                    <a:pt x="9124" y="141"/>
                  </a:cubicBezTo>
                  <a:cubicBezTo>
                    <a:pt x="3650" y="1096"/>
                    <a:pt x="0" y="6318"/>
                    <a:pt x="955" y="11792"/>
                  </a:cubicBezTo>
                  <a:lnTo>
                    <a:pt x="10865" y="10052"/>
                  </a:lnTo>
                  <a:lnTo>
                    <a:pt x="108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4106;p64">
              <a:extLst>
                <a:ext uri="{FF2B5EF4-FFF2-40B4-BE49-F238E27FC236}">
                  <a16:creationId xmlns:a16="http://schemas.microsoft.com/office/drawing/2014/main" id="{0289732D-8816-EFD2-B384-28513618F500}"/>
                </a:ext>
              </a:extLst>
            </p:cNvPr>
            <p:cNvSpPr/>
            <p:nvPr/>
          </p:nvSpPr>
          <p:spPr>
            <a:xfrm>
              <a:off x="2913700" y="2118425"/>
              <a:ext cx="263225" cy="306875"/>
            </a:xfrm>
            <a:custGeom>
              <a:avLst/>
              <a:gdLst/>
              <a:ahLst/>
              <a:cxnLst/>
              <a:rect l="l" t="t" r="r" b="b"/>
              <a:pathLst>
                <a:path w="10529" h="12275" extrusionOk="0">
                  <a:moveTo>
                    <a:pt x="10051" y="481"/>
                  </a:moveTo>
                  <a:lnTo>
                    <a:pt x="10051" y="10114"/>
                  </a:lnTo>
                  <a:lnTo>
                    <a:pt x="10051" y="10114"/>
                  </a:lnTo>
                  <a:lnTo>
                    <a:pt x="586" y="11781"/>
                  </a:lnTo>
                  <a:lnTo>
                    <a:pt x="586" y="11781"/>
                  </a:lnTo>
                  <a:cubicBezTo>
                    <a:pt x="520" y="11276"/>
                    <a:pt x="478" y="10786"/>
                    <a:pt x="478" y="10276"/>
                  </a:cubicBezTo>
                  <a:cubicBezTo>
                    <a:pt x="478" y="5615"/>
                    <a:pt x="3819" y="1460"/>
                    <a:pt x="8591" y="618"/>
                  </a:cubicBezTo>
                  <a:cubicBezTo>
                    <a:pt x="9069" y="546"/>
                    <a:pt x="9567" y="495"/>
                    <a:pt x="10051" y="481"/>
                  </a:cubicBezTo>
                  <a:close/>
                  <a:moveTo>
                    <a:pt x="10304" y="0"/>
                  </a:moveTo>
                  <a:cubicBezTo>
                    <a:pt x="9714" y="0"/>
                    <a:pt x="9097" y="56"/>
                    <a:pt x="8507" y="169"/>
                  </a:cubicBezTo>
                  <a:cubicBezTo>
                    <a:pt x="3510" y="1039"/>
                    <a:pt x="1" y="5391"/>
                    <a:pt x="1" y="10276"/>
                  </a:cubicBezTo>
                  <a:cubicBezTo>
                    <a:pt x="1" y="10893"/>
                    <a:pt x="57" y="11483"/>
                    <a:pt x="169" y="12072"/>
                  </a:cubicBezTo>
                  <a:cubicBezTo>
                    <a:pt x="193" y="12195"/>
                    <a:pt x="282" y="12274"/>
                    <a:pt x="397" y="12274"/>
                  </a:cubicBezTo>
                  <a:cubicBezTo>
                    <a:pt x="414" y="12274"/>
                    <a:pt x="432" y="12273"/>
                    <a:pt x="450" y="12269"/>
                  </a:cubicBezTo>
                  <a:lnTo>
                    <a:pt x="10332" y="10528"/>
                  </a:lnTo>
                  <a:cubicBezTo>
                    <a:pt x="10444" y="10500"/>
                    <a:pt x="10529" y="10416"/>
                    <a:pt x="10529" y="10304"/>
                  </a:cubicBezTo>
                  <a:lnTo>
                    <a:pt x="10529" y="253"/>
                  </a:lnTo>
                  <a:cubicBezTo>
                    <a:pt x="10529" y="169"/>
                    <a:pt x="10501" y="113"/>
                    <a:pt x="10472" y="85"/>
                  </a:cubicBezTo>
                  <a:cubicBezTo>
                    <a:pt x="10416" y="28"/>
                    <a:pt x="10360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4107;p64">
              <a:extLst>
                <a:ext uri="{FF2B5EF4-FFF2-40B4-BE49-F238E27FC236}">
                  <a16:creationId xmlns:a16="http://schemas.microsoft.com/office/drawing/2014/main" id="{6EC7540B-1649-CC93-3118-EC12001D3BAE}"/>
                </a:ext>
              </a:extLst>
            </p:cNvPr>
            <p:cNvSpPr/>
            <p:nvPr/>
          </p:nvSpPr>
          <p:spPr>
            <a:xfrm>
              <a:off x="2923525" y="2376000"/>
              <a:ext cx="247775" cy="197950"/>
            </a:xfrm>
            <a:custGeom>
              <a:avLst/>
              <a:gdLst/>
              <a:ahLst/>
              <a:cxnLst/>
              <a:rect l="l" t="t" r="r" b="b"/>
              <a:pathLst>
                <a:path w="9911" h="7918" extrusionOk="0">
                  <a:moveTo>
                    <a:pt x="9911" y="1"/>
                  </a:moveTo>
                  <a:lnTo>
                    <a:pt x="1" y="1741"/>
                  </a:lnTo>
                  <a:cubicBezTo>
                    <a:pt x="450" y="4324"/>
                    <a:pt x="1657" y="6318"/>
                    <a:pt x="3706" y="7918"/>
                  </a:cubicBezTo>
                  <a:lnTo>
                    <a:pt x="99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4108;p64">
              <a:extLst>
                <a:ext uri="{FF2B5EF4-FFF2-40B4-BE49-F238E27FC236}">
                  <a16:creationId xmlns:a16="http://schemas.microsoft.com/office/drawing/2014/main" id="{6812E804-075E-C4CC-8681-1D0046044D51}"/>
                </a:ext>
              </a:extLst>
            </p:cNvPr>
            <p:cNvSpPr/>
            <p:nvPr/>
          </p:nvSpPr>
          <p:spPr>
            <a:xfrm>
              <a:off x="2916500" y="2367575"/>
              <a:ext cx="268850" cy="214800"/>
            </a:xfrm>
            <a:custGeom>
              <a:avLst/>
              <a:gdLst/>
              <a:ahLst/>
              <a:cxnLst/>
              <a:rect l="l" t="t" r="r" b="b"/>
              <a:pathLst>
                <a:path w="10754" h="8592" extrusionOk="0">
                  <a:moveTo>
                    <a:pt x="9630" y="666"/>
                  </a:moveTo>
                  <a:lnTo>
                    <a:pt x="3964" y="7929"/>
                  </a:lnTo>
                  <a:lnTo>
                    <a:pt x="3964" y="7929"/>
                  </a:lnTo>
                  <a:cubicBezTo>
                    <a:pt x="2101" y="6427"/>
                    <a:pt x="1009" y="4618"/>
                    <a:pt x="547" y="2266"/>
                  </a:cubicBezTo>
                  <a:lnTo>
                    <a:pt x="547" y="2266"/>
                  </a:lnTo>
                  <a:lnTo>
                    <a:pt x="9630" y="666"/>
                  </a:lnTo>
                  <a:close/>
                  <a:moveTo>
                    <a:pt x="10753" y="1"/>
                  </a:moveTo>
                  <a:lnTo>
                    <a:pt x="10136" y="113"/>
                  </a:lnTo>
                  <a:lnTo>
                    <a:pt x="1" y="1882"/>
                  </a:lnTo>
                  <a:lnTo>
                    <a:pt x="57" y="2106"/>
                  </a:lnTo>
                  <a:cubicBezTo>
                    <a:pt x="506" y="4745"/>
                    <a:pt x="1741" y="6795"/>
                    <a:pt x="3847" y="8451"/>
                  </a:cubicBezTo>
                  <a:lnTo>
                    <a:pt x="4044" y="8592"/>
                  </a:lnTo>
                  <a:lnTo>
                    <a:pt x="107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4109;p64">
              <a:extLst>
                <a:ext uri="{FF2B5EF4-FFF2-40B4-BE49-F238E27FC236}">
                  <a16:creationId xmlns:a16="http://schemas.microsoft.com/office/drawing/2014/main" id="{2015CA4E-0A96-1D30-BE30-8C8F415E5931}"/>
                </a:ext>
              </a:extLst>
            </p:cNvPr>
            <p:cNvSpPr/>
            <p:nvPr/>
          </p:nvSpPr>
          <p:spPr>
            <a:xfrm>
              <a:off x="3016175" y="2250375"/>
              <a:ext cx="442200" cy="377675"/>
            </a:xfrm>
            <a:custGeom>
              <a:avLst/>
              <a:gdLst/>
              <a:ahLst/>
              <a:cxnLst/>
              <a:rect l="l" t="t" r="r" b="b"/>
              <a:pathLst>
                <a:path w="17688" h="15107" extrusionOk="0">
                  <a:moveTo>
                    <a:pt x="14908" y="0"/>
                  </a:moveTo>
                  <a:lnTo>
                    <a:pt x="6205" y="5026"/>
                  </a:lnTo>
                  <a:lnTo>
                    <a:pt x="0" y="12943"/>
                  </a:lnTo>
                  <a:cubicBezTo>
                    <a:pt x="1846" y="14382"/>
                    <a:pt x="3997" y="15106"/>
                    <a:pt x="6167" y="15106"/>
                  </a:cubicBezTo>
                  <a:cubicBezTo>
                    <a:pt x="7891" y="15106"/>
                    <a:pt x="9627" y="14649"/>
                    <a:pt x="11230" y="13729"/>
                  </a:cubicBezTo>
                  <a:cubicBezTo>
                    <a:pt x="16031" y="10949"/>
                    <a:pt x="17688" y="4801"/>
                    <a:pt x="14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4110;p64">
              <a:extLst>
                <a:ext uri="{FF2B5EF4-FFF2-40B4-BE49-F238E27FC236}">
                  <a16:creationId xmlns:a16="http://schemas.microsoft.com/office/drawing/2014/main" id="{6ECEB430-1308-AE35-285B-7D949A4D3EC8}"/>
                </a:ext>
              </a:extLst>
            </p:cNvPr>
            <p:cNvSpPr/>
            <p:nvPr/>
          </p:nvSpPr>
          <p:spPr>
            <a:xfrm>
              <a:off x="3009850" y="2244450"/>
              <a:ext cx="418350" cy="389175"/>
            </a:xfrm>
            <a:custGeom>
              <a:avLst/>
              <a:gdLst/>
              <a:ahLst/>
              <a:cxnLst/>
              <a:rect l="l" t="t" r="r" b="b"/>
              <a:pathLst>
                <a:path w="16734" h="15567" extrusionOk="0">
                  <a:moveTo>
                    <a:pt x="15077" y="547"/>
                  </a:moveTo>
                  <a:cubicBezTo>
                    <a:pt x="15898" y="2037"/>
                    <a:pt x="16284" y="3649"/>
                    <a:pt x="16284" y="5235"/>
                  </a:cubicBezTo>
                  <a:cubicBezTo>
                    <a:pt x="16284" y="8632"/>
                    <a:pt x="14515" y="11945"/>
                    <a:pt x="11371" y="13769"/>
                  </a:cubicBezTo>
                  <a:cubicBezTo>
                    <a:pt x="9799" y="14668"/>
                    <a:pt x="8114" y="15117"/>
                    <a:pt x="6430" y="15117"/>
                  </a:cubicBezTo>
                  <a:cubicBezTo>
                    <a:pt x="4374" y="15117"/>
                    <a:pt x="2371" y="14439"/>
                    <a:pt x="595" y="13134"/>
                  </a:cubicBezTo>
                  <a:lnTo>
                    <a:pt x="595" y="13134"/>
                  </a:lnTo>
                  <a:lnTo>
                    <a:pt x="6593" y="5446"/>
                  </a:lnTo>
                  <a:lnTo>
                    <a:pt x="6593" y="5446"/>
                  </a:lnTo>
                  <a:lnTo>
                    <a:pt x="15077" y="547"/>
                  </a:lnTo>
                  <a:close/>
                  <a:moveTo>
                    <a:pt x="15166" y="0"/>
                  </a:moveTo>
                  <a:cubicBezTo>
                    <a:pt x="15127" y="0"/>
                    <a:pt x="15086" y="13"/>
                    <a:pt x="15049" y="41"/>
                  </a:cubicBezTo>
                  <a:lnTo>
                    <a:pt x="6346" y="5066"/>
                  </a:lnTo>
                  <a:lnTo>
                    <a:pt x="6261" y="5122"/>
                  </a:lnTo>
                  <a:lnTo>
                    <a:pt x="85" y="13039"/>
                  </a:lnTo>
                  <a:cubicBezTo>
                    <a:pt x="1" y="13124"/>
                    <a:pt x="29" y="13292"/>
                    <a:pt x="113" y="13376"/>
                  </a:cubicBezTo>
                  <a:cubicBezTo>
                    <a:pt x="1994" y="14836"/>
                    <a:pt x="4212" y="15566"/>
                    <a:pt x="6430" y="15566"/>
                  </a:cubicBezTo>
                  <a:cubicBezTo>
                    <a:pt x="8199" y="15566"/>
                    <a:pt x="9967" y="15117"/>
                    <a:pt x="11596" y="14162"/>
                  </a:cubicBezTo>
                  <a:cubicBezTo>
                    <a:pt x="14908" y="12253"/>
                    <a:pt x="16733" y="8800"/>
                    <a:pt x="16733" y="5235"/>
                  </a:cubicBezTo>
                  <a:cubicBezTo>
                    <a:pt x="16733" y="3494"/>
                    <a:pt x="16284" y="1725"/>
                    <a:pt x="15358" y="125"/>
                  </a:cubicBezTo>
                  <a:cubicBezTo>
                    <a:pt x="15320" y="50"/>
                    <a:pt x="15245" y="0"/>
                    <a:pt x="15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4111;p64">
              <a:extLst>
                <a:ext uri="{FF2B5EF4-FFF2-40B4-BE49-F238E27FC236}">
                  <a16:creationId xmlns:a16="http://schemas.microsoft.com/office/drawing/2014/main" id="{926D69E2-4F70-7A0F-19B4-E55D05324DC9}"/>
                </a:ext>
              </a:extLst>
            </p:cNvPr>
            <p:cNvSpPr/>
            <p:nvPr/>
          </p:nvSpPr>
          <p:spPr>
            <a:xfrm>
              <a:off x="3171275" y="2124725"/>
              <a:ext cx="217625" cy="251300"/>
            </a:xfrm>
            <a:custGeom>
              <a:avLst/>
              <a:gdLst/>
              <a:ahLst/>
              <a:cxnLst/>
              <a:rect l="l" t="t" r="r" b="b"/>
              <a:pathLst>
                <a:path w="8705" h="10052" extrusionOk="0">
                  <a:moveTo>
                    <a:pt x="1" y="1"/>
                  </a:moveTo>
                  <a:lnTo>
                    <a:pt x="1" y="10052"/>
                  </a:lnTo>
                  <a:lnTo>
                    <a:pt x="8704" y="5026"/>
                  </a:lnTo>
                  <a:cubicBezTo>
                    <a:pt x="6851" y="1798"/>
                    <a:pt x="370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4112;p64">
              <a:extLst>
                <a:ext uri="{FF2B5EF4-FFF2-40B4-BE49-F238E27FC236}">
                  <a16:creationId xmlns:a16="http://schemas.microsoft.com/office/drawing/2014/main" id="{22CA6F68-0501-7DAC-1276-F74C3E44121C}"/>
                </a:ext>
              </a:extLst>
            </p:cNvPr>
            <p:cNvSpPr/>
            <p:nvPr/>
          </p:nvSpPr>
          <p:spPr>
            <a:xfrm>
              <a:off x="3164975" y="2118425"/>
              <a:ext cx="231625" cy="267425"/>
            </a:xfrm>
            <a:custGeom>
              <a:avLst/>
              <a:gdLst/>
              <a:ahLst/>
              <a:cxnLst/>
              <a:rect l="l" t="t" r="r" b="b"/>
              <a:pathLst>
                <a:path w="9265" h="10697" extrusionOk="0">
                  <a:moveTo>
                    <a:pt x="478" y="480"/>
                  </a:moveTo>
                  <a:cubicBezTo>
                    <a:pt x="3926" y="550"/>
                    <a:pt x="6847" y="2238"/>
                    <a:pt x="8645" y="5197"/>
                  </a:cubicBezTo>
                  <a:lnTo>
                    <a:pt x="8645" y="5197"/>
                  </a:lnTo>
                  <a:lnTo>
                    <a:pt x="478" y="9913"/>
                  </a:lnTo>
                  <a:lnTo>
                    <a:pt x="478" y="480"/>
                  </a:lnTo>
                  <a:close/>
                  <a:moveTo>
                    <a:pt x="0" y="0"/>
                  </a:moveTo>
                  <a:lnTo>
                    <a:pt x="0" y="10697"/>
                  </a:lnTo>
                  <a:lnTo>
                    <a:pt x="365" y="10500"/>
                  </a:lnTo>
                  <a:lnTo>
                    <a:pt x="9265" y="5363"/>
                  </a:lnTo>
                  <a:lnTo>
                    <a:pt x="9153" y="5166"/>
                  </a:lnTo>
                  <a:cubicBezTo>
                    <a:pt x="7272" y="1881"/>
                    <a:pt x="4043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113;p64">
              <a:extLst>
                <a:ext uri="{FF2B5EF4-FFF2-40B4-BE49-F238E27FC236}">
                  <a16:creationId xmlns:a16="http://schemas.microsoft.com/office/drawing/2014/main" id="{618EC32D-066A-03D9-C352-6CEC3CDE3D36}"/>
                </a:ext>
              </a:extLst>
            </p:cNvPr>
            <p:cNvSpPr/>
            <p:nvPr/>
          </p:nvSpPr>
          <p:spPr>
            <a:xfrm>
              <a:off x="3048450" y="2253175"/>
              <a:ext cx="244975" cy="244975"/>
            </a:xfrm>
            <a:custGeom>
              <a:avLst/>
              <a:gdLst/>
              <a:ahLst/>
              <a:cxnLst/>
              <a:rect l="l" t="t" r="r" b="b"/>
              <a:pathLst>
                <a:path w="9799" h="9799" extrusionOk="0">
                  <a:moveTo>
                    <a:pt x="4914" y="1"/>
                  </a:moveTo>
                  <a:cubicBezTo>
                    <a:pt x="2191" y="1"/>
                    <a:pt x="1" y="2190"/>
                    <a:pt x="1" y="4914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914"/>
                  </a:cubicBezTo>
                  <a:cubicBezTo>
                    <a:pt x="9799" y="2190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4114;p64">
              <a:extLst>
                <a:ext uri="{FF2B5EF4-FFF2-40B4-BE49-F238E27FC236}">
                  <a16:creationId xmlns:a16="http://schemas.microsoft.com/office/drawing/2014/main" id="{C54AEB37-ED5D-34B6-F1F4-A198D8A7D6D0}"/>
                </a:ext>
              </a:extLst>
            </p:cNvPr>
            <p:cNvSpPr/>
            <p:nvPr/>
          </p:nvSpPr>
          <p:spPr>
            <a:xfrm>
              <a:off x="3042850" y="2247575"/>
              <a:ext cx="256900" cy="256900"/>
            </a:xfrm>
            <a:custGeom>
              <a:avLst/>
              <a:gdLst/>
              <a:ahLst/>
              <a:cxnLst/>
              <a:rect l="l" t="t" r="r" b="b"/>
              <a:pathLst>
                <a:path w="10276" h="10276" extrusionOk="0">
                  <a:moveTo>
                    <a:pt x="5138" y="477"/>
                  </a:moveTo>
                  <a:cubicBezTo>
                    <a:pt x="6429" y="477"/>
                    <a:pt x="7580" y="983"/>
                    <a:pt x="8423" y="1825"/>
                  </a:cubicBezTo>
                  <a:cubicBezTo>
                    <a:pt x="9265" y="2667"/>
                    <a:pt x="9798" y="3846"/>
                    <a:pt x="9798" y="5138"/>
                  </a:cubicBezTo>
                  <a:cubicBezTo>
                    <a:pt x="9798" y="6429"/>
                    <a:pt x="9265" y="7580"/>
                    <a:pt x="8423" y="8422"/>
                  </a:cubicBezTo>
                  <a:cubicBezTo>
                    <a:pt x="7580" y="9265"/>
                    <a:pt x="6429" y="9798"/>
                    <a:pt x="5138" y="9798"/>
                  </a:cubicBezTo>
                  <a:cubicBezTo>
                    <a:pt x="3847" y="9798"/>
                    <a:pt x="2667" y="9265"/>
                    <a:pt x="1825" y="8422"/>
                  </a:cubicBezTo>
                  <a:cubicBezTo>
                    <a:pt x="983" y="7580"/>
                    <a:pt x="478" y="6429"/>
                    <a:pt x="478" y="5138"/>
                  </a:cubicBezTo>
                  <a:cubicBezTo>
                    <a:pt x="478" y="3846"/>
                    <a:pt x="983" y="2667"/>
                    <a:pt x="1825" y="1825"/>
                  </a:cubicBezTo>
                  <a:cubicBezTo>
                    <a:pt x="2667" y="983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4115;p64">
              <a:extLst>
                <a:ext uri="{FF2B5EF4-FFF2-40B4-BE49-F238E27FC236}">
                  <a16:creationId xmlns:a16="http://schemas.microsoft.com/office/drawing/2014/main" id="{8B30D0A2-362F-3D36-DBB5-77B2DAF58CAC}"/>
                </a:ext>
              </a:extLst>
            </p:cNvPr>
            <p:cNvSpPr/>
            <p:nvPr/>
          </p:nvSpPr>
          <p:spPr>
            <a:xfrm>
              <a:off x="2176025" y="2376000"/>
              <a:ext cx="295525" cy="251575"/>
            </a:xfrm>
            <a:custGeom>
              <a:avLst/>
              <a:gdLst/>
              <a:ahLst/>
              <a:cxnLst/>
              <a:rect l="l" t="t" r="r" b="b"/>
              <a:pathLst>
                <a:path w="11821" h="10063" extrusionOk="0">
                  <a:moveTo>
                    <a:pt x="1" y="1"/>
                  </a:moveTo>
                  <a:cubicBezTo>
                    <a:pt x="1" y="590"/>
                    <a:pt x="57" y="1208"/>
                    <a:pt x="169" y="1769"/>
                  </a:cubicBezTo>
                  <a:cubicBezTo>
                    <a:pt x="1022" y="6632"/>
                    <a:pt x="5276" y="10063"/>
                    <a:pt x="10074" y="10063"/>
                  </a:cubicBezTo>
                  <a:cubicBezTo>
                    <a:pt x="10650" y="10063"/>
                    <a:pt x="11234" y="10013"/>
                    <a:pt x="11820" y="9911"/>
                  </a:cubicBezTo>
                  <a:lnTo>
                    <a:pt x="100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4116;p64">
              <a:extLst>
                <a:ext uri="{FF2B5EF4-FFF2-40B4-BE49-F238E27FC236}">
                  <a16:creationId xmlns:a16="http://schemas.microsoft.com/office/drawing/2014/main" id="{E4D24461-A0AF-8729-63C7-AD2BAAEBDA60}"/>
                </a:ext>
              </a:extLst>
            </p:cNvPr>
            <p:cNvSpPr/>
            <p:nvPr/>
          </p:nvSpPr>
          <p:spPr>
            <a:xfrm>
              <a:off x="2170425" y="2370400"/>
              <a:ext cx="306750" cy="263225"/>
            </a:xfrm>
            <a:custGeom>
              <a:avLst/>
              <a:gdLst/>
              <a:ahLst/>
              <a:cxnLst/>
              <a:rect l="l" t="t" r="r" b="b"/>
              <a:pathLst>
                <a:path w="12270" h="10529" extrusionOk="0">
                  <a:moveTo>
                    <a:pt x="10086" y="477"/>
                  </a:moveTo>
                  <a:lnTo>
                    <a:pt x="11775" y="9941"/>
                  </a:lnTo>
                  <a:lnTo>
                    <a:pt x="11775" y="9941"/>
                  </a:lnTo>
                  <a:cubicBezTo>
                    <a:pt x="11279" y="10008"/>
                    <a:pt x="10767" y="10051"/>
                    <a:pt x="10276" y="10051"/>
                  </a:cubicBezTo>
                  <a:cubicBezTo>
                    <a:pt x="5615" y="10051"/>
                    <a:pt x="1460" y="6710"/>
                    <a:pt x="618" y="1937"/>
                  </a:cubicBezTo>
                  <a:cubicBezTo>
                    <a:pt x="546" y="1483"/>
                    <a:pt x="495" y="967"/>
                    <a:pt x="481" y="477"/>
                  </a:cubicBez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85" y="56"/>
                  </a:cubicBezTo>
                  <a:cubicBezTo>
                    <a:pt x="28" y="112"/>
                    <a:pt x="0" y="169"/>
                    <a:pt x="0" y="225"/>
                  </a:cubicBezTo>
                  <a:cubicBezTo>
                    <a:pt x="0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65" y="10528"/>
                    <a:pt x="11483" y="10472"/>
                    <a:pt x="12073" y="10360"/>
                  </a:cubicBezTo>
                  <a:cubicBezTo>
                    <a:pt x="12129" y="10360"/>
                    <a:pt x="12185" y="10332"/>
                    <a:pt x="12241" y="10275"/>
                  </a:cubicBezTo>
                  <a:cubicBezTo>
                    <a:pt x="12269" y="10219"/>
                    <a:pt x="12269" y="10163"/>
                    <a:pt x="12269" y="10107"/>
                  </a:cubicBezTo>
                  <a:lnTo>
                    <a:pt x="10528" y="197"/>
                  </a:lnTo>
                  <a:cubicBezTo>
                    <a:pt x="10500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4117;p64">
              <a:extLst>
                <a:ext uri="{FF2B5EF4-FFF2-40B4-BE49-F238E27FC236}">
                  <a16:creationId xmlns:a16="http://schemas.microsoft.com/office/drawing/2014/main" id="{D8DAFE87-462C-B8AC-3440-509764101B6C}"/>
                </a:ext>
              </a:extLst>
            </p:cNvPr>
            <p:cNvSpPr/>
            <p:nvPr/>
          </p:nvSpPr>
          <p:spPr>
            <a:xfrm>
              <a:off x="2428000" y="2376000"/>
              <a:ext cx="197950" cy="247800"/>
            </a:xfrm>
            <a:custGeom>
              <a:avLst/>
              <a:gdLst/>
              <a:ahLst/>
              <a:cxnLst/>
              <a:rect l="l" t="t" r="r" b="b"/>
              <a:pathLst>
                <a:path w="7918" h="9912" extrusionOk="0">
                  <a:moveTo>
                    <a:pt x="1" y="1"/>
                  </a:moveTo>
                  <a:lnTo>
                    <a:pt x="1741" y="9911"/>
                  </a:lnTo>
                  <a:cubicBezTo>
                    <a:pt x="4324" y="9462"/>
                    <a:pt x="6290" y="8255"/>
                    <a:pt x="7918" y="620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4118;p64">
              <a:extLst>
                <a:ext uri="{FF2B5EF4-FFF2-40B4-BE49-F238E27FC236}">
                  <a16:creationId xmlns:a16="http://schemas.microsoft.com/office/drawing/2014/main" id="{C0F304B1-E765-D71C-7C8C-87C18D3939F5}"/>
                </a:ext>
              </a:extLst>
            </p:cNvPr>
            <p:cNvSpPr/>
            <p:nvPr/>
          </p:nvSpPr>
          <p:spPr>
            <a:xfrm>
              <a:off x="2419575" y="2361975"/>
              <a:ext cx="214100" cy="268825"/>
            </a:xfrm>
            <a:custGeom>
              <a:avLst/>
              <a:gdLst/>
              <a:ahLst/>
              <a:cxnLst/>
              <a:rect l="l" t="t" r="r" b="b"/>
              <a:pathLst>
                <a:path w="8564" h="10753" extrusionOk="0">
                  <a:moveTo>
                    <a:pt x="670" y="1148"/>
                  </a:moveTo>
                  <a:lnTo>
                    <a:pt x="7928" y="6790"/>
                  </a:lnTo>
                  <a:lnTo>
                    <a:pt x="7928" y="6790"/>
                  </a:lnTo>
                  <a:cubicBezTo>
                    <a:pt x="6430" y="8647"/>
                    <a:pt x="4603" y="9738"/>
                    <a:pt x="2261" y="10203"/>
                  </a:cubicBezTo>
                  <a:lnTo>
                    <a:pt x="2261" y="10203"/>
                  </a:lnTo>
                  <a:lnTo>
                    <a:pt x="670" y="1148"/>
                  </a:lnTo>
                  <a:close/>
                  <a:moveTo>
                    <a:pt x="1" y="0"/>
                  </a:moveTo>
                  <a:lnTo>
                    <a:pt x="85" y="618"/>
                  </a:lnTo>
                  <a:lnTo>
                    <a:pt x="1882" y="10753"/>
                  </a:lnTo>
                  <a:lnTo>
                    <a:pt x="2107" y="10697"/>
                  </a:lnTo>
                  <a:cubicBezTo>
                    <a:pt x="4746" y="10248"/>
                    <a:pt x="6795" y="9012"/>
                    <a:pt x="8423" y="6907"/>
                  </a:cubicBezTo>
                  <a:lnTo>
                    <a:pt x="8564" y="6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4119;p64">
              <a:extLst>
                <a:ext uri="{FF2B5EF4-FFF2-40B4-BE49-F238E27FC236}">
                  <a16:creationId xmlns:a16="http://schemas.microsoft.com/office/drawing/2014/main" id="{C397C850-02EB-4BF6-71C3-4D508F305D92}"/>
                </a:ext>
              </a:extLst>
            </p:cNvPr>
            <p:cNvSpPr/>
            <p:nvPr/>
          </p:nvSpPr>
          <p:spPr>
            <a:xfrm>
              <a:off x="2302375" y="2124700"/>
              <a:ext cx="395175" cy="406450"/>
            </a:xfrm>
            <a:custGeom>
              <a:avLst/>
              <a:gdLst/>
              <a:ahLst/>
              <a:cxnLst/>
              <a:rect l="l" t="t" r="r" b="b"/>
              <a:pathLst>
                <a:path w="15807" h="16258" extrusionOk="0">
                  <a:moveTo>
                    <a:pt x="5009" y="1"/>
                  </a:moveTo>
                  <a:cubicBezTo>
                    <a:pt x="3306" y="1"/>
                    <a:pt x="1580" y="435"/>
                    <a:pt x="0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498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4120;p64">
              <a:extLst>
                <a:ext uri="{FF2B5EF4-FFF2-40B4-BE49-F238E27FC236}">
                  <a16:creationId xmlns:a16="http://schemas.microsoft.com/office/drawing/2014/main" id="{7D9F7EFF-F348-AC2A-447C-501E9CE365C8}"/>
                </a:ext>
              </a:extLst>
            </p:cNvPr>
            <p:cNvSpPr/>
            <p:nvPr/>
          </p:nvSpPr>
          <p:spPr>
            <a:xfrm>
              <a:off x="2295350" y="2119125"/>
              <a:ext cx="390275" cy="417625"/>
            </a:xfrm>
            <a:custGeom>
              <a:avLst/>
              <a:gdLst/>
              <a:ahLst/>
              <a:cxnLst/>
              <a:rect l="l" t="t" r="r" b="b"/>
              <a:pathLst>
                <a:path w="15611" h="16705" extrusionOk="0">
                  <a:moveTo>
                    <a:pt x="5279" y="478"/>
                  </a:moveTo>
                  <a:cubicBezTo>
                    <a:pt x="8676" y="478"/>
                    <a:pt x="11989" y="2218"/>
                    <a:pt x="13785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34" y="12359"/>
                    <a:pt x="14482" y="14388"/>
                    <a:pt x="13180" y="16140"/>
                  </a:cubicBezTo>
                  <a:lnTo>
                    <a:pt x="13180" y="16140"/>
                  </a:lnTo>
                  <a:lnTo>
                    <a:pt x="5490" y="10141"/>
                  </a:lnTo>
                  <a:lnTo>
                    <a:pt x="5490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2" y="863"/>
                    <a:pt x="3693" y="478"/>
                    <a:pt x="5279" y="478"/>
                  </a:cubicBezTo>
                  <a:close/>
                  <a:moveTo>
                    <a:pt x="5279" y="0"/>
                  </a:moveTo>
                  <a:cubicBezTo>
                    <a:pt x="3538" y="0"/>
                    <a:pt x="1769" y="450"/>
                    <a:pt x="141" y="1376"/>
                  </a:cubicBezTo>
                  <a:cubicBezTo>
                    <a:pt x="29" y="1432"/>
                    <a:pt x="1" y="1573"/>
                    <a:pt x="57" y="1685"/>
                  </a:cubicBezTo>
                  <a:lnTo>
                    <a:pt x="5082" y="10416"/>
                  </a:lnTo>
                  <a:lnTo>
                    <a:pt x="5138" y="10472"/>
                  </a:lnTo>
                  <a:lnTo>
                    <a:pt x="13084" y="16649"/>
                  </a:lnTo>
                  <a:cubicBezTo>
                    <a:pt x="13112" y="16705"/>
                    <a:pt x="13196" y="16705"/>
                    <a:pt x="13252" y="16705"/>
                  </a:cubicBezTo>
                  <a:cubicBezTo>
                    <a:pt x="13308" y="16705"/>
                    <a:pt x="13364" y="16677"/>
                    <a:pt x="13392" y="16621"/>
                  </a:cubicBezTo>
                  <a:cubicBezTo>
                    <a:pt x="14880" y="14740"/>
                    <a:pt x="15610" y="12550"/>
                    <a:pt x="15610" y="10304"/>
                  </a:cubicBezTo>
                  <a:cubicBezTo>
                    <a:pt x="15610" y="8563"/>
                    <a:pt x="15161" y="6766"/>
                    <a:pt x="14207" y="5138"/>
                  </a:cubicBezTo>
                  <a:cubicBezTo>
                    <a:pt x="12297" y="1853"/>
                    <a:pt x="8844" y="0"/>
                    <a:pt x="5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4121;p64">
              <a:extLst>
                <a:ext uri="{FF2B5EF4-FFF2-40B4-BE49-F238E27FC236}">
                  <a16:creationId xmlns:a16="http://schemas.microsoft.com/office/drawing/2014/main" id="{BED886E1-96AF-44A1-A2C4-1F3E32B557A9}"/>
                </a:ext>
              </a:extLst>
            </p:cNvPr>
            <p:cNvSpPr/>
            <p:nvPr/>
          </p:nvSpPr>
          <p:spPr>
            <a:xfrm>
              <a:off x="2176025" y="2158425"/>
              <a:ext cx="252000" cy="217600"/>
            </a:xfrm>
            <a:custGeom>
              <a:avLst/>
              <a:gdLst/>
              <a:ahLst/>
              <a:cxnLst/>
              <a:rect l="l" t="t" r="r" b="b"/>
              <a:pathLst>
                <a:path w="10080" h="8704" extrusionOk="0">
                  <a:moveTo>
                    <a:pt x="5054" y="1"/>
                  </a:moveTo>
                  <a:cubicBezTo>
                    <a:pt x="1826" y="1853"/>
                    <a:pt x="1" y="4998"/>
                    <a:pt x="1" y="8704"/>
                  </a:cubicBezTo>
                  <a:lnTo>
                    <a:pt x="10080" y="8704"/>
                  </a:lnTo>
                  <a:lnTo>
                    <a:pt x="5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4122;p64">
              <a:extLst>
                <a:ext uri="{FF2B5EF4-FFF2-40B4-BE49-F238E27FC236}">
                  <a16:creationId xmlns:a16="http://schemas.microsoft.com/office/drawing/2014/main" id="{5B9F561C-34DB-DD2A-C7DE-F58B0FC3B9BC}"/>
                </a:ext>
              </a:extLst>
            </p:cNvPr>
            <p:cNvSpPr/>
            <p:nvPr/>
          </p:nvSpPr>
          <p:spPr>
            <a:xfrm>
              <a:off x="2170425" y="2150700"/>
              <a:ext cx="267425" cy="231650"/>
            </a:xfrm>
            <a:custGeom>
              <a:avLst/>
              <a:gdLst/>
              <a:ahLst/>
              <a:cxnLst/>
              <a:rect l="l" t="t" r="r" b="b"/>
              <a:pathLst>
                <a:path w="10697" h="9266" extrusionOk="0">
                  <a:moveTo>
                    <a:pt x="5176" y="634"/>
                  </a:moveTo>
                  <a:lnTo>
                    <a:pt x="9869" y="8788"/>
                  </a:lnTo>
                  <a:lnTo>
                    <a:pt x="480" y="8788"/>
                  </a:lnTo>
                  <a:cubicBezTo>
                    <a:pt x="550" y="5347"/>
                    <a:pt x="2230" y="2433"/>
                    <a:pt x="5176" y="634"/>
                  </a:cubicBezTo>
                  <a:close/>
                  <a:moveTo>
                    <a:pt x="5363" y="1"/>
                  </a:moveTo>
                  <a:lnTo>
                    <a:pt x="5138" y="113"/>
                  </a:lnTo>
                  <a:cubicBezTo>
                    <a:pt x="1853" y="1994"/>
                    <a:pt x="0" y="5223"/>
                    <a:pt x="0" y="9013"/>
                  </a:cubicBezTo>
                  <a:lnTo>
                    <a:pt x="0" y="9265"/>
                  </a:lnTo>
                  <a:lnTo>
                    <a:pt x="10697" y="9265"/>
                  </a:lnTo>
                  <a:lnTo>
                    <a:pt x="10500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4123;p64">
              <a:extLst>
                <a:ext uri="{FF2B5EF4-FFF2-40B4-BE49-F238E27FC236}">
                  <a16:creationId xmlns:a16="http://schemas.microsoft.com/office/drawing/2014/main" id="{9911F630-D887-85AB-CA55-39C6312CFDD2}"/>
                </a:ext>
              </a:extLst>
            </p:cNvPr>
            <p:cNvSpPr/>
            <p:nvPr/>
          </p:nvSpPr>
          <p:spPr>
            <a:xfrm>
              <a:off x="2305175" y="2253875"/>
              <a:ext cx="244975" cy="244975"/>
            </a:xfrm>
            <a:custGeom>
              <a:avLst/>
              <a:gdLst/>
              <a:ahLst/>
              <a:cxnLst/>
              <a:rect l="l" t="t" r="r" b="b"/>
              <a:pathLst>
                <a:path w="9799" h="9799" extrusionOk="0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4124;p64">
              <a:extLst>
                <a:ext uri="{FF2B5EF4-FFF2-40B4-BE49-F238E27FC236}">
                  <a16:creationId xmlns:a16="http://schemas.microsoft.com/office/drawing/2014/main" id="{680FFD20-D804-55FE-E854-ABFAE4C3D93C}"/>
                </a:ext>
              </a:extLst>
            </p:cNvPr>
            <p:cNvSpPr/>
            <p:nvPr/>
          </p:nvSpPr>
          <p:spPr>
            <a:xfrm>
              <a:off x="2299575" y="2247575"/>
              <a:ext cx="256200" cy="256900"/>
            </a:xfrm>
            <a:custGeom>
              <a:avLst/>
              <a:gdLst/>
              <a:ahLst/>
              <a:cxnLst/>
              <a:rect l="l" t="t" r="r" b="b"/>
              <a:pathLst>
                <a:path w="10248" h="10276" extrusionOk="0">
                  <a:moveTo>
                    <a:pt x="5138" y="477"/>
                  </a:moveTo>
                  <a:cubicBezTo>
                    <a:pt x="6401" y="477"/>
                    <a:pt x="7580" y="1011"/>
                    <a:pt x="8423" y="1853"/>
                  </a:cubicBezTo>
                  <a:cubicBezTo>
                    <a:pt x="9265" y="2695"/>
                    <a:pt x="9798" y="3846"/>
                    <a:pt x="9798" y="5138"/>
                  </a:cubicBezTo>
                  <a:cubicBezTo>
                    <a:pt x="9798" y="6429"/>
                    <a:pt x="9265" y="7608"/>
                    <a:pt x="8423" y="8451"/>
                  </a:cubicBezTo>
                  <a:cubicBezTo>
                    <a:pt x="7580" y="9293"/>
                    <a:pt x="6401" y="9826"/>
                    <a:pt x="5138" y="9826"/>
                  </a:cubicBezTo>
                  <a:cubicBezTo>
                    <a:pt x="3846" y="9826"/>
                    <a:pt x="2667" y="9293"/>
                    <a:pt x="1825" y="8451"/>
                  </a:cubicBezTo>
                  <a:cubicBezTo>
                    <a:pt x="983" y="7608"/>
                    <a:pt x="449" y="6429"/>
                    <a:pt x="449" y="5138"/>
                  </a:cubicBezTo>
                  <a:cubicBezTo>
                    <a:pt x="449" y="3846"/>
                    <a:pt x="983" y="2695"/>
                    <a:pt x="1825" y="1853"/>
                  </a:cubicBezTo>
                  <a:cubicBezTo>
                    <a:pt x="2667" y="1011"/>
                    <a:pt x="3846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3" y="10275"/>
                    <a:pt x="10247" y="7973"/>
                    <a:pt x="10247" y="5138"/>
                  </a:cubicBezTo>
                  <a:cubicBezTo>
                    <a:pt x="10247" y="2302"/>
                    <a:pt x="7973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4125;p64">
              <a:extLst>
                <a:ext uri="{FF2B5EF4-FFF2-40B4-BE49-F238E27FC236}">
                  <a16:creationId xmlns:a16="http://schemas.microsoft.com/office/drawing/2014/main" id="{9C5A7661-F50C-CCF7-9116-A5DC6201A7C2}"/>
                </a:ext>
              </a:extLst>
            </p:cNvPr>
            <p:cNvSpPr/>
            <p:nvPr/>
          </p:nvSpPr>
          <p:spPr>
            <a:xfrm>
              <a:off x="3662600" y="2376000"/>
              <a:ext cx="294800" cy="251575"/>
            </a:xfrm>
            <a:custGeom>
              <a:avLst/>
              <a:gdLst/>
              <a:ahLst/>
              <a:cxnLst/>
              <a:rect l="l" t="t" r="r" b="b"/>
              <a:pathLst>
                <a:path w="11792" h="10063" extrusionOk="0">
                  <a:moveTo>
                    <a:pt x="0" y="1"/>
                  </a:moveTo>
                  <a:cubicBezTo>
                    <a:pt x="0" y="590"/>
                    <a:pt x="56" y="1208"/>
                    <a:pt x="141" y="1769"/>
                  </a:cubicBezTo>
                  <a:cubicBezTo>
                    <a:pt x="1018" y="6632"/>
                    <a:pt x="5252" y="10063"/>
                    <a:pt x="10046" y="10063"/>
                  </a:cubicBezTo>
                  <a:cubicBezTo>
                    <a:pt x="10622" y="10063"/>
                    <a:pt x="11205" y="10013"/>
                    <a:pt x="11792" y="9911"/>
                  </a:cubicBezTo>
                  <a:lnTo>
                    <a:pt x="100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4126;p64">
              <a:extLst>
                <a:ext uri="{FF2B5EF4-FFF2-40B4-BE49-F238E27FC236}">
                  <a16:creationId xmlns:a16="http://schemas.microsoft.com/office/drawing/2014/main" id="{2F0FEF2B-95DB-9268-70A9-F2658006C34F}"/>
                </a:ext>
              </a:extLst>
            </p:cNvPr>
            <p:cNvSpPr/>
            <p:nvPr/>
          </p:nvSpPr>
          <p:spPr>
            <a:xfrm>
              <a:off x="3656275" y="2370400"/>
              <a:ext cx="307450" cy="263225"/>
            </a:xfrm>
            <a:custGeom>
              <a:avLst/>
              <a:gdLst/>
              <a:ahLst/>
              <a:cxnLst/>
              <a:rect l="l" t="t" r="r" b="b"/>
              <a:pathLst>
                <a:path w="12298" h="10529" extrusionOk="0">
                  <a:moveTo>
                    <a:pt x="10114" y="477"/>
                  </a:moveTo>
                  <a:lnTo>
                    <a:pt x="11777" y="9943"/>
                  </a:lnTo>
                  <a:lnTo>
                    <a:pt x="11777" y="9943"/>
                  </a:lnTo>
                  <a:cubicBezTo>
                    <a:pt x="11273" y="10009"/>
                    <a:pt x="10785" y="10051"/>
                    <a:pt x="10276" y="10051"/>
                  </a:cubicBezTo>
                  <a:cubicBezTo>
                    <a:pt x="5616" y="10051"/>
                    <a:pt x="1461" y="6710"/>
                    <a:pt x="618" y="1937"/>
                  </a:cubicBezTo>
                  <a:cubicBezTo>
                    <a:pt x="547" y="1483"/>
                    <a:pt x="495" y="967"/>
                    <a:pt x="482" y="477"/>
                  </a:cubicBez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56"/>
                  </a:cubicBezTo>
                  <a:cubicBezTo>
                    <a:pt x="29" y="112"/>
                    <a:pt x="1" y="169"/>
                    <a:pt x="1" y="225"/>
                  </a:cubicBezTo>
                  <a:cubicBezTo>
                    <a:pt x="1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94" y="10528"/>
                    <a:pt x="11483" y="10472"/>
                    <a:pt x="12101" y="10360"/>
                  </a:cubicBezTo>
                  <a:cubicBezTo>
                    <a:pt x="12157" y="10360"/>
                    <a:pt x="12213" y="10332"/>
                    <a:pt x="12241" y="10275"/>
                  </a:cubicBezTo>
                  <a:cubicBezTo>
                    <a:pt x="12269" y="10219"/>
                    <a:pt x="12297" y="10163"/>
                    <a:pt x="12269" y="10107"/>
                  </a:cubicBezTo>
                  <a:lnTo>
                    <a:pt x="10529" y="197"/>
                  </a:lnTo>
                  <a:cubicBezTo>
                    <a:pt x="10501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4127;p64">
              <a:extLst>
                <a:ext uri="{FF2B5EF4-FFF2-40B4-BE49-F238E27FC236}">
                  <a16:creationId xmlns:a16="http://schemas.microsoft.com/office/drawing/2014/main" id="{E2E03588-D8A5-366B-73FC-7C5A075ED115}"/>
                </a:ext>
              </a:extLst>
            </p:cNvPr>
            <p:cNvSpPr/>
            <p:nvPr/>
          </p:nvSpPr>
          <p:spPr>
            <a:xfrm>
              <a:off x="3913875" y="2376000"/>
              <a:ext cx="197950" cy="247800"/>
            </a:xfrm>
            <a:custGeom>
              <a:avLst/>
              <a:gdLst/>
              <a:ahLst/>
              <a:cxnLst/>
              <a:rect l="l" t="t" r="r" b="b"/>
              <a:pathLst>
                <a:path w="7918" h="9912" extrusionOk="0">
                  <a:moveTo>
                    <a:pt x="0" y="1"/>
                  </a:moveTo>
                  <a:lnTo>
                    <a:pt x="1741" y="9911"/>
                  </a:lnTo>
                  <a:cubicBezTo>
                    <a:pt x="4324" y="9462"/>
                    <a:pt x="6317" y="8255"/>
                    <a:pt x="7917" y="620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4128;p64">
              <a:extLst>
                <a:ext uri="{FF2B5EF4-FFF2-40B4-BE49-F238E27FC236}">
                  <a16:creationId xmlns:a16="http://schemas.microsoft.com/office/drawing/2014/main" id="{9A2429D8-1112-2567-0092-DD134D7540CF}"/>
                </a:ext>
              </a:extLst>
            </p:cNvPr>
            <p:cNvSpPr/>
            <p:nvPr/>
          </p:nvSpPr>
          <p:spPr>
            <a:xfrm>
              <a:off x="3905450" y="2361975"/>
              <a:ext cx="214800" cy="268825"/>
            </a:xfrm>
            <a:custGeom>
              <a:avLst/>
              <a:gdLst/>
              <a:ahLst/>
              <a:cxnLst/>
              <a:rect l="l" t="t" r="r" b="b"/>
              <a:pathLst>
                <a:path w="8592" h="10753" extrusionOk="0">
                  <a:moveTo>
                    <a:pt x="665" y="1124"/>
                  </a:moveTo>
                  <a:lnTo>
                    <a:pt x="7944" y="6802"/>
                  </a:lnTo>
                  <a:lnTo>
                    <a:pt x="7944" y="6802"/>
                  </a:lnTo>
                  <a:cubicBezTo>
                    <a:pt x="6418" y="8659"/>
                    <a:pt x="4610" y="9747"/>
                    <a:pt x="2261" y="10208"/>
                  </a:cubicBezTo>
                  <a:lnTo>
                    <a:pt x="2261" y="10208"/>
                  </a:lnTo>
                  <a:lnTo>
                    <a:pt x="665" y="1124"/>
                  </a:lnTo>
                  <a:close/>
                  <a:moveTo>
                    <a:pt x="0" y="0"/>
                  </a:moveTo>
                  <a:lnTo>
                    <a:pt x="112" y="618"/>
                  </a:lnTo>
                  <a:lnTo>
                    <a:pt x="1881" y="10753"/>
                  </a:lnTo>
                  <a:lnTo>
                    <a:pt x="2134" y="10697"/>
                  </a:lnTo>
                  <a:cubicBezTo>
                    <a:pt x="4745" y="10248"/>
                    <a:pt x="6794" y="9012"/>
                    <a:pt x="8451" y="6907"/>
                  </a:cubicBezTo>
                  <a:lnTo>
                    <a:pt x="8591" y="6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4129;p64">
              <a:extLst>
                <a:ext uri="{FF2B5EF4-FFF2-40B4-BE49-F238E27FC236}">
                  <a16:creationId xmlns:a16="http://schemas.microsoft.com/office/drawing/2014/main" id="{F6D1A000-1FFA-94A4-C119-3C441613FD47}"/>
                </a:ext>
              </a:extLst>
            </p:cNvPr>
            <p:cNvSpPr/>
            <p:nvPr/>
          </p:nvSpPr>
          <p:spPr>
            <a:xfrm>
              <a:off x="3788225" y="2124700"/>
              <a:ext cx="395175" cy="406450"/>
            </a:xfrm>
            <a:custGeom>
              <a:avLst/>
              <a:gdLst/>
              <a:ahLst/>
              <a:cxnLst/>
              <a:rect l="l" t="t" r="r" b="b"/>
              <a:pathLst>
                <a:path w="15807" h="16258" extrusionOk="0">
                  <a:moveTo>
                    <a:pt x="5010" y="1"/>
                  </a:moveTo>
                  <a:cubicBezTo>
                    <a:pt x="3306" y="1"/>
                    <a:pt x="1580" y="435"/>
                    <a:pt x="1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526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4130;p64">
              <a:extLst>
                <a:ext uri="{FF2B5EF4-FFF2-40B4-BE49-F238E27FC236}">
                  <a16:creationId xmlns:a16="http://schemas.microsoft.com/office/drawing/2014/main" id="{789279E6-F5CA-7B54-72C1-282E83DE5CD6}"/>
                </a:ext>
              </a:extLst>
            </p:cNvPr>
            <p:cNvSpPr/>
            <p:nvPr/>
          </p:nvSpPr>
          <p:spPr>
            <a:xfrm>
              <a:off x="3781200" y="2119125"/>
              <a:ext cx="390975" cy="417625"/>
            </a:xfrm>
            <a:custGeom>
              <a:avLst/>
              <a:gdLst/>
              <a:ahLst/>
              <a:cxnLst/>
              <a:rect l="l" t="t" r="r" b="b"/>
              <a:pathLst>
                <a:path w="15639" h="16705" extrusionOk="0">
                  <a:moveTo>
                    <a:pt x="5307" y="478"/>
                  </a:moveTo>
                  <a:cubicBezTo>
                    <a:pt x="8676" y="478"/>
                    <a:pt x="11989" y="2218"/>
                    <a:pt x="13814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61" y="12364"/>
                    <a:pt x="14507" y="14398"/>
                    <a:pt x="13198" y="16154"/>
                  </a:cubicBezTo>
                  <a:lnTo>
                    <a:pt x="13198" y="16154"/>
                  </a:lnTo>
                  <a:lnTo>
                    <a:pt x="5491" y="10141"/>
                  </a:lnTo>
                  <a:lnTo>
                    <a:pt x="5491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3" y="863"/>
                    <a:pt x="3695" y="478"/>
                    <a:pt x="5307" y="478"/>
                  </a:cubicBezTo>
                  <a:close/>
                  <a:moveTo>
                    <a:pt x="5307" y="0"/>
                  </a:moveTo>
                  <a:cubicBezTo>
                    <a:pt x="3538" y="0"/>
                    <a:pt x="1770" y="450"/>
                    <a:pt x="169" y="1376"/>
                  </a:cubicBezTo>
                  <a:cubicBezTo>
                    <a:pt x="57" y="1432"/>
                    <a:pt x="1" y="1573"/>
                    <a:pt x="85" y="1685"/>
                  </a:cubicBezTo>
                  <a:lnTo>
                    <a:pt x="5111" y="10416"/>
                  </a:lnTo>
                  <a:lnTo>
                    <a:pt x="5167" y="10472"/>
                  </a:lnTo>
                  <a:lnTo>
                    <a:pt x="13084" y="16649"/>
                  </a:lnTo>
                  <a:cubicBezTo>
                    <a:pt x="13140" y="16705"/>
                    <a:pt x="13196" y="16705"/>
                    <a:pt x="13252" y="16705"/>
                  </a:cubicBezTo>
                  <a:cubicBezTo>
                    <a:pt x="13308" y="16705"/>
                    <a:pt x="13365" y="16677"/>
                    <a:pt x="13421" y="16621"/>
                  </a:cubicBezTo>
                  <a:cubicBezTo>
                    <a:pt x="14881" y="14740"/>
                    <a:pt x="15639" y="12550"/>
                    <a:pt x="15639" y="10304"/>
                  </a:cubicBezTo>
                  <a:cubicBezTo>
                    <a:pt x="15639" y="8563"/>
                    <a:pt x="15161" y="6766"/>
                    <a:pt x="14207" y="5138"/>
                  </a:cubicBezTo>
                  <a:cubicBezTo>
                    <a:pt x="12298" y="1853"/>
                    <a:pt x="8844" y="0"/>
                    <a:pt x="5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4131;p64">
              <a:extLst>
                <a:ext uri="{FF2B5EF4-FFF2-40B4-BE49-F238E27FC236}">
                  <a16:creationId xmlns:a16="http://schemas.microsoft.com/office/drawing/2014/main" id="{C7FB34E5-C960-4C8D-0802-F2319A6E37EB}"/>
                </a:ext>
              </a:extLst>
            </p:cNvPr>
            <p:cNvSpPr/>
            <p:nvPr/>
          </p:nvSpPr>
          <p:spPr>
            <a:xfrm>
              <a:off x="3662600" y="2158425"/>
              <a:ext cx="251300" cy="217600"/>
            </a:xfrm>
            <a:custGeom>
              <a:avLst/>
              <a:gdLst/>
              <a:ahLst/>
              <a:cxnLst/>
              <a:rect l="l" t="t" r="r" b="b"/>
              <a:pathLst>
                <a:path w="10052" h="8704" extrusionOk="0">
                  <a:moveTo>
                    <a:pt x="5026" y="1"/>
                  </a:moveTo>
                  <a:cubicBezTo>
                    <a:pt x="1797" y="1853"/>
                    <a:pt x="0" y="4998"/>
                    <a:pt x="0" y="8704"/>
                  </a:cubicBezTo>
                  <a:lnTo>
                    <a:pt x="10051" y="8704"/>
                  </a:lnTo>
                  <a:lnTo>
                    <a:pt x="50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4132;p64">
              <a:extLst>
                <a:ext uri="{FF2B5EF4-FFF2-40B4-BE49-F238E27FC236}">
                  <a16:creationId xmlns:a16="http://schemas.microsoft.com/office/drawing/2014/main" id="{9D4B3276-DFB4-136D-F87F-FBCD3450E3F4}"/>
                </a:ext>
              </a:extLst>
            </p:cNvPr>
            <p:cNvSpPr/>
            <p:nvPr/>
          </p:nvSpPr>
          <p:spPr>
            <a:xfrm>
              <a:off x="3656275" y="2150700"/>
              <a:ext cx="267450" cy="231650"/>
            </a:xfrm>
            <a:custGeom>
              <a:avLst/>
              <a:gdLst/>
              <a:ahLst/>
              <a:cxnLst/>
              <a:rect l="l" t="t" r="r" b="b"/>
              <a:pathLst>
                <a:path w="10698" h="9266" extrusionOk="0">
                  <a:moveTo>
                    <a:pt x="5197" y="621"/>
                  </a:moveTo>
                  <a:lnTo>
                    <a:pt x="9897" y="8788"/>
                  </a:lnTo>
                  <a:lnTo>
                    <a:pt x="480" y="8788"/>
                  </a:lnTo>
                  <a:cubicBezTo>
                    <a:pt x="550" y="5339"/>
                    <a:pt x="2238" y="2419"/>
                    <a:pt x="5197" y="621"/>
                  </a:cubicBezTo>
                  <a:close/>
                  <a:moveTo>
                    <a:pt x="5363" y="1"/>
                  </a:moveTo>
                  <a:lnTo>
                    <a:pt x="5166" y="113"/>
                  </a:lnTo>
                  <a:cubicBezTo>
                    <a:pt x="1882" y="1994"/>
                    <a:pt x="1" y="5223"/>
                    <a:pt x="1" y="9013"/>
                  </a:cubicBezTo>
                  <a:lnTo>
                    <a:pt x="1" y="9265"/>
                  </a:lnTo>
                  <a:lnTo>
                    <a:pt x="10697" y="9265"/>
                  </a:lnTo>
                  <a:lnTo>
                    <a:pt x="10501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4133;p64">
              <a:extLst>
                <a:ext uri="{FF2B5EF4-FFF2-40B4-BE49-F238E27FC236}">
                  <a16:creationId xmlns:a16="http://schemas.microsoft.com/office/drawing/2014/main" id="{EEC29279-5D03-F46D-9891-80EBEA7230A0}"/>
                </a:ext>
              </a:extLst>
            </p:cNvPr>
            <p:cNvSpPr/>
            <p:nvPr/>
          </p:nvSpPr>
          <p:spPr>
            <a:xfrm>
              <a:off x="3791025" y="2253875"/>
              <a:ext cx="245000" cy="244975"/>
            </a:xfrm>
            <a:custGeom>
              <a:avLst/>
              <a:gdLst/>
              <a:ahLst/>
              <a:cxnLst/>
              <a:rect l="l" t="t" r="r" b="b"/>
              <a:pathLst>
                <a:path w="9800" h="9799" extrusionOk="0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4134;p64">
              <a:extLst>
                <a:ext uri="{FF2B5EF4-FFF2-40B4-BE49-F238E27FC236}">
                  <a16:creationId xmlns:a16="http://schemas.microsoft.com/office/drawing/2014/main" id="{4B714623-54EE-D62E-3B56-08E99CBB8C47}"/>
                </a:ext>
              </a:extLst>
            </p:cNvPr>
            <p:cNvSpPr/>
            <p:nvPr/>
          </p:nvSpPr>
          <p:spPr>
            <a:xfrm>
              <a:off x="3785425" y="2247575"/>
              <a:ext cx="256900" cy="256900"/>
            </a:xfrm>
            <a:custGeom>
              <a:avLst/>
              <a:gdLst/>
              <a:ahLst/>
              <a:cxnLst/>
              <a:rect l="l" t="t" r="r" b="b"/>
              <a:pathLst>
                <a:path w="10276" h="10276" extrusionOk="0">
                  <a:moveTo>
                    <a:pt x="5138" y="477"/>
                  </a:moveTo>
                  <a:cubicBezTo>
                    <a:pt x="6430" y="477"/>
                    <a:pt x="7581" y="1011"/>
                    <a:pt x="8423" y="1853"/>
                  </a:cubicBezTo>
                  <a:cubicBezTo>
                    <a:pt x="9293" y="2695"/>
                    <a:pt x="9798" y="3846"/>
                    <a:pt x="9798" y="5138"/>
                  </a:cubicBezTo>
                  <a:cubicBezTo>
                    <a:pt x="9798" y="6429"/>
                    <a:pt x="9293" y="7608"/>
                    <a:pt x="8423" y="8451"/>
                  </a:cubicBezTo>
                  <a:cubicBezTo>
                    <a:pt x="7581" y="9293"/>
                    <a:pt x="6430" y="9826"/>
                    <a:pt x="5138" y="9826"/>
                  </a:cubicBezTo>
                  <a:cubicBezTo>
                    <a:pt x="3847" y="9826"/>
                    <a:pt x="2667" y="9293"/>
                    <a:pt x="1825" y="8451"/>
                  </a:cubicBezTo>
                  <a:cubicBezTo>
                    <a:pt x="983" y="7608"/>
                    <a:pt x="478" y="6429"/>
                    <a:pt x="478" y="5138"/>
                  </a:cubicBezTo>
                  <a:cubicBezTo>
                    <a:pt x="478" y="3846"/>
                    <a:pt x="983" y="2695"/>
                    <a:pt x="1825" y="1853"/>
                  </a:cubicBezTo>
                  <a:cubicBezTo>
                    <a:pt x="2667" y="1011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3" y="0"/>
                    <a:pt x="0" y="2302"/>
                    <a:pt x="0" y="5138"/>
                  </a:cubicBezTo>
                  <a:cubicBezTo>
                    <a:pt x="0" y="7973"/>
                    <a:pt x="2303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4135;p64">
              <a:extLst>
                <a:ext uri="{FF2B5EF4-FFF2-40B4-BE49-F238E27FC236}">
                  <a16:creationId xmlns:a16="http://schemas.microsoft.com/office/drawing/2014/main" id="{D95D0086-B69F-BE60-E22C-30C8E06AE819}"/>
                </a:ext>
              </a:extLst>
            </p:cNvPr>
            <p:cNvSpPr/>
            <p:nvPr/>
          </p:nvSpPr>
          <p:spPr>
            <a:xfrm>
              <a:off x="2155675" y="11828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4136;p64">
              <a:extLst>
                <a:ext uri="{FF2B5EF4-FFF2-40B4-BE49-F238E27FC236}">
                  <a16:creationId xmlns:a16="http://schemas.microsoft.com/office/drawing/2014/main" id="{6843AD9D-8306-3278-6794-CA43C28405FF}"/>
                </a:ext>
              </a:extLst>
            </p:cNvPr>
            <p:cNvSpPr/>
            <p:nvPr/>
          </p:nvSpPr>
          <p:spPr>
            <a:xfrm>
              <a:off x="2155675" y="12298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4137;p64">
              <a:extLst>
                <a:ext uri="{FF2B5EF4-FFF2-40B4-BE49-F238E27FC236}">
                  <a16:creationId xmlns:a16="http://schemas.microsoft.com/office/drawing/2014/main" id="{93CFA30E-0CF8-976A-05B0-FC4F3CAA7A3F}"/>
                </a:ext>
              </a:extLst>
            </p:cNvPr>
            <p:cNvSpPr/>
            <p:nvPr/>
          </p:nvSpPr>
          <p:spPr>
            <a:xfrm>
              <a:off x="2155675" y="12775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4138;p64">
              <a:extLst>
                <a:ext uri="{FF2B5EF4-FFF2-40B4-BE49-F238E27FC236}">
                  <a16:creationId xmlns:a16="http://schemas.microsoft.com/office/drawing/2014/main" id="{CF948A61-4F32-1350-253F-525BB16A2666}"/>
                </a:ext>
              </a:extLst>
            </p:cNvPr>
            <p:cNvSpPr/>
            <p:nvPr/>
          </p:nvSpPr>
          <p:spPr>
            <a:xfrm>
              <a:off x="2155675" y="132460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4139;p64">
              <a:extLst>
                <a:ext uri="{FF2B5EF4-FFF2-40B4-BE49-F238E27FC236}">
                  <a16:creationId xmlns:a16="http://schemas.microsoft.com/office/drawing/2014/main" id="{DA150126-1B6F-CBE4-3983-2CCFAF786FF8}"/>
                </a:ext>
              </a:extLst>
            </p:cNvPr>
            <p:cNvSpPr/>
            <p:nvPr/>
          </p:nvSpPr>
          <p:spPr>
            <a:xfrm>
              <a:off x="4314625" y="1290925"/>
              <a:ext cx="604350" cy="291850"/>
            </a:xfrm>
            <a:custGeom>
              <a:avLst/>
              <a:gdLst/>
              <a:ahLst/>
              <a:cxnLst/>
              <a:rect l="l" t="t" r="r" b="b"/>
              <a:pathLst>
                <a:path w="24174" h="11674" extrusionOk="0">
                  <a:moveTo>
                    <a:pt x="225" y="0"/>
                  </a:moveTo>
                  <a:cubicBezTo>
                    <a:pt x="113" y="0"/>
                    <a:pt x="1" y="112"/>
                    <a:pt x="1" y="225"/>
                  </a:cubicBezTo>
                  <a:cubicBezTo>
                    <a:pt x="1" y="365"/>
                    <a:pt x="113" y="477"/>
                    <a:pt x="225" y="477"/>
                  </a:cubicBezTo>
                  <a:lnTo>
                    <a:pt x="11034" y="477"/>
                  </a:lnTo>
                  <a:lnTo>
                    <a:pt x="23752" y="11623"/>
                  </a:lnTo>
                  <a:cubicBezTo>
                    <a:pt x="23799" y="11658"/>
                    <a:pt x="23851" y="11674"/>
                    <a:pt x="23902" y="11674"/>
                  </a:cubicBezTo>
                  <a:cubicBezTo>
                    <a:pt x="23972" y="11674"/>
                    <a:pt x="24040" y="11644"/>
                    <a:pt x="24089" y="11595"/>
                  </a:cubicBezTo>
                  <a:cubicBezTo>
                    <a:pt x="24173" y="11483"/>
                    <a:pt x="24173" y="11342"/>
                    <a:pt x="24061" y="11258"/>
                  </a:cubicBezTo>
                  <a:lnTo>
                    <a:pt x="11259" y="56"/>
                  </a:lnTo>
                  <a:cubicBezTo>
                    <a:pt x="11231" y="28"/>
                    <a:pt x="11174" y="0"/>
                    <a:pt x="11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4140;p64">
              <a:extLst>
                <a:ext uri="{FF2B5EF4-FFF2-40B4-BE49-F238E27FC236}">
                  <a16:creationId xmlns:a16="http://schemas.microsoft.com/office/drawing/2014/main" id="{C5152E6A-8729-3910-977B-9480253DF60B}"/>
                </a:ext>
              </a:extLst>
            </p:cNvPr>
            <p:cNvSpPr/>
            <p:nvPr/>
          </p:nvSpPr>
          <p:spPr>
            <a:xfrm>
              <a:off x="4963850" y="14909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4141;p64">
              <a:extLst>
                <a:ext uri="{FF2B5EF4-FFF2-40B4-BE49-F238E27FC236}">
                  <a16:creationId xmlns:a16="http://schemas.microsoft.com/office/drawing/2014/main" id="{9AE99121-CE4E-9ABF-A157-EE678CAE7E8D}"/>
                </a:ext>
              </a:extLst>
            </p:cNvPr>
            <p:cNvSpPr/>
            <p:nvPr/>
          </p:nvSpPr>
          <p:spPr>
            <a:xfrm>
              <a:off x="4963850" y="15379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4142;p64">
              <a:extLst>
                <a:ext uri="{FF2B5EF4-FFF2-40B4-BE49-F238E27FC236}">
                  <a16:creationId xmlns:a16="http://schemas.microsoft.com/office/drawing/2014/main" id="{F9B8D250-F615-8CF6-492E-28A4D6694CA0}"/>
                </a:ext>
              </a:extLst>
            </p:cNvPr>
            <p:cNvSpPr/>
            <p:nvPr/>
          </p:nvSpPr>
          <p:spPr>
            <a:xfrm>
              <a:off x="4963850" y="1585700"/>
              <a:ext cx="277975" cy="11250"/>
            </a:xfrm>
            <a:custGeom>
              <a:avLst/>
              <a:gdLst/>
              <a:ahLst/>
              <a:cxnLst/>
              <a:rect l="l" t="t" r="r" b="b"/>
              <a:pathLst>
                <a:path w="11119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118" y="450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4143;p64">
              <a:extLst>
                <a:ext uri="{FF2B5EF4-FFF2-40B4-BE49-F238E27FC236}">
                  <a16:creationId xmlns:a16="http://schemas.microsoft.com/office/drawing/2014/main" id="{1EB20873-31E6-B34D-FAE8-401845F6BBBB}"/>
                </a:ext>
              </a:extLst>
            </p:cNvPr>
            <p:cNvSpPr/>
            <p:nvPr/>
          </p:nvSpPr>
          <p:spPr>
            <a:xfrm>
              <a:off x="4963850" y="16327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4144;p64">
              <a:extLst>
                <a:ext uri="{FF2B5EF4-FFF2-40B4-BE49-F238E27FC236}">
                  <a16:creationId xmlns:a16="http://schemas.microsoft.com/office/drawing/2014/main" id="{270BDF84-A55F-3F4A-6386-B3F6BF445269}"/>
                </a:ext>
              </a:extLst>
            </p:cNvPr>
            <p:cNvSpPr/>
            <p:nvPr/>
          </p:nvSpPr>
          <p:spPr>
            <a:xfrm>
              <a:off x="4963850" y="229880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4145;p64">
              <a:extLst>
                <a:ext uri="{FF2B5EF4-FFF2-40B4-BE49-F238E27FC236}">
                  <a16:creationId xmlns:a16="http://schemas.microsoft.com/office/drawing/2014/main" id="{F12A7985-B832-D675-609F-B8A65437BACE}"/>
                </a:ext>
              </a:extLst>
            </p:cNvPr>
            <p:cNvSpPr/>
            <p:nvPr/>
          </p:nvSpPr>
          <p:spPr>
            <a:xfrm>
              <a:off x="4963850" y="234582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4146;p64">
              <a:extLst>
                <a:ext uri="{FF2B5EF4-FFF2-40B4-BE49-F238E27FC236}">
                  <a16:creationId xmlns:a16="http://schemas.microsoft.com/office/drawing/2014/main" id="{BE5CB91F-01E5-8F71-5A43-BA062C021FB2}"/>
                </a:ext>
              </a:extLst>
            </p:cNvPr>
            <p:cNvSpPr/>
            <p:nvPr/>
          </p:nvSpPr>
          <p:spPr>
            <a:xfrm>
              <a:off x="4963850" y="2393550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4147;p64">
              <a:extLst>
                <a:ext uri="{FF2B5EF4-FFF2-40B4-BE49-F238E27FC236}">
                  <a16:creationId xmlns:a16="http://schemas.microsoft.com/office/drawing/2014/main" id="{A3D727A6-EBA2-7639-3A2D-C5C871F15838}"/>
                </a:ext>
              </a:extLst>
            </p:cNvPr>
            <p:cNvSpPr/>
            <p:nvPr/>
          </p:nvSpPr>
          <p:spPr>
            <a:xfrm>
              <a:off x="4963850" y="2440575"/>
              <a:ext cx="277975" cy="11950"/>
            </a:xfrm>
            <a:custGeom>
              <a:avLst/>
              <a:gdLst/>
              <a:ahLst/>
              <a:cxnLst/>
              <a:rect l="l" t="t" r="r" b="b"/>
              <a:pathLst>
                <a:path w="11119" h="478" extrusionOk="0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4148;p64">
              <a:extLst>
                <a:ext uri="{FF2B5EF4-FFF2-40B4-BE49-F238E27FC236}">
                  <a16:creationId xmlns:a16="http://schemas.microsoft.com/office/drawing/2014/main" id="{82D8E647-C4B5-7FA6-81B0-F09F85CC33CD}"/>
                </a:ext>
              </a:extLst>
            </p:cNvPr>
            <p:cNvSpPr/>
            <p:nvPr/>
          </p:nvSpPr>
          <p:spPr>
            <a:xfrm>
              <a:off x="2291850" y="3234400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7"/>
                  </a:lnTo>
                  <a:lnTo>
                    <a:pt x="11146" y="477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4149;p64">
              <a:extLst>
                <a:ext uri="{FF2B5EF4-FFF2-40B4-BE49-F238E27FC236}">
                  <a16:creationId xmlns:a16="http://schemas.microsoft.com/office/drawing/2014/main" id="{01379FDF-B13B-11DA-A827-B1FE36063F62}"/>
                </a:ext>
              </a:extLst>
            </p:cNvPr>
            <p:cNvSpPr/>
            <p:nvPr/>
          </p:nvSpPr>
          <p:spPr>
            <a:xfrm>
              <a:off x="2291850" y="3282125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4150;p64">
              <a:extLst>
                <a:ext uri="{FF2B5EF4-FFF2-40B4-BE49-F238E27FC236}">
                  <a16:creationId xmlns:a16="http://schemas.microsoft.com/office/drawing/2014/main" id="{C4B18637-E562-80C3-B8FA-CAA7B786C728}"/>
                </a:ext>
              </a:extLst>
            </p:cNvPr>
            <p:cNvSpPr/>
            <p:nvPr/>
          </p:nvSpPr>
          <p:spPr>
            <a:xfrm>
              <a:off x="2291850" y="3329150"/>
              <a:ext cx="278650" cy="11950"/>
            </a:xfrm>
            <a:custGeom>
              <a:avLst/>
              <a:gdLst/>
              <a:ahLst/>
              <a:cxnLst/>
              <a:rect l="l" t="t" r="r" b="b"/>
              <a:pathLst>
                <a:path w="11146" h="478" extrusionOk="0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4151;p64">
              <a:extLst>
                <a:ext uri="{FF2B5EF4-FFF2-40B4-BE49-F238E27FC236}">
                  <a16:creationId xmlns:a16="http://schemas.microsoft.com/office/drawing/2014/main" id="{A7AC91DD-2DA5-357E-56A3-35868423480B}"/>
                </a:ext>
              </a:extLst>
            </p:cNvPr>
            <p:cNvSpPr/>
            <p:nvPr/>
          </p:nvSpPr>
          <p:spPr>
            <a:xfrm>
              <a:off x="2291850" y="3376875"/>
              <a:ext cx="278650" cy="11250"/>
            </a:xfrm>
            <a:custGeom>
              <a:avLst/>
              <a:gdLst/>
              <a:ahLst/>
              <a:cxnLst/>
              <a:rect l="l" t="t" r="r" b="b"/>
              <a:pathLst>
                <a:path w="11146" h="450" extrusionOk="0">
                  <a:moveTo>
                    <a:pt x="0" y="0"/>
                  </a:moveTo>
                  <a:lnTo>
                    <a:pt x="0" y="450"/>
                  </a:lnTo>
                  <a:lnTo>
                    <a:pt x="11146" y="450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4152;p64">
              <a:extLst>
                <a:ext uri="{FF2B5EF4-FFF2-40B4-BE49-F238E27FC236}">
                  <a16:creationId xmlns:a16="http://schemas.microsoft.com/office/drawing/2014/main" id="{032F2390-7E9F-E33F-31BE-04E2C77DB8B8}"/>
                </a:ext>
              </a:extLst>
            </p:cNvPr>
            <p:cNvSpPr/>
            <p:nvPr/>
          </p:nvSpPr>
          <p:spPr>
            <a:xfrm>
              <a:off x="4036000" y="2098775"/>
              <a:ext cx="888575" cy="274450"/>
            </a:xfrm>
            <a:custGeom>
              <a:avLst/>
              <a:gdLst/>
              <a:ahLst/>
              <a:cxnLst/>
              <a:rect l="l" t="t" r="r" b="b"/>
              <a:pathLst>
                <a:path w="35543" h="10978" extrusionOk="0">
                  <a:moveTo>
                    <a:pt x="4548" y="0"/>
                  </a:moveTo>
                  <a:lnTo>
                    <a:pt x="0" y="5194"/>
                  </a:lnTo>
                  <a:lnTo>
                    <a:pt x="365" y="5503"/>
                  </a:lnTo>
                  <a:lnTo>
                    <a:pt x="4773" y="477"/>
                  </a:lnTo>
                  <a:lnTo>
                    <a:pt x="22488" y="477"/>
                  </a:lnTo>
                  <a:lnTo>
                    <a:pt x="35234" y="10977"/>
                  </a:lnTo>
                  <a:lnTo>
                    <a:pt x="35543" y="10612"/>
                  </a:lnTo>
                  <a:lnTo>
                    <a:pt x="22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4153;p64">
              <a:extLst>
                <a:ext uri="{FF2B5EF4-FFF2-40B4-BE49-F238E27FC236}">
                  <a16:creationId xmlns:a16="http://schemas.microsoft.com/office/drawing/2014/main" id="{DD579999-DA3D-A449-DD6F-4A6DFC3DFB7E}"/>
                </a:ext>
              </a:extLst>
            </p:cNvPr>
            <p:cNvSpPr/>
            <p:nvPr/>
          </p:nvSpPr>
          <p:spPr>
            <a:xfrm>
              <a:off x="2418875" y="2616750"/>
              <a:ext cx="11975" cy="600125"/>
            </a:xfrm>
            <a:custGeom>
              <a:avLst/>
              <a:gdLst/>
              <a:ahLst/>
              <a:cxnLst/>
              <a:rect l="l" t="t" r="r" b="b"/>
              <a:pathLst>
                <a:path w="479" h="24005" extrusionOk="0">
                  <a:moveTo>
                    <a:pt x="1" y="0"/>
                  </a:moveTo>
                  <a:lnTo>
                    <a:pt x="1" y="24004"/>
                  </a:lnTo>
                  <a:lnTo>
                    <a:pt x="478" y="24004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4154;p64">
              <a:extLst>
                <a:ext uri="{FF2B5EF4-FFF2-40B4-BE49-F238E27FC236}">
                  <a16:creationId xmlns:a16="http://schemas.microsoft.com/office/drawing/2014/main" id="{762C561B-AA22-4EC3-A899-B49B6858C1FE}"/>
                </a:ext>
              </a:extLst>
            </p:cNvPr>
            <p:cNvSpPr/>
            <p:nvPr/>
          </p:nvSpPr>
          <p:spPr>
            <a:xfrm>
              <a:off x="1831425" y="3538000"/>
              <a:ext cx="129875" cy="102100"/>
            </a:xfrm>
            <a:custGeom>
              <a:avLst/>
              <a:gdLst/>
              <a:ahLst/>
              <a:cxnLst/>
              <a:rect l="l" t="t" r="r" b="b"/>
              <a:pathLst>
                <a:path w="5195" h="4084" extrusionOk="0">
                  <a:moveTo>
                    <a:pt x="1580" y="1"/>
                  </a:moveTo>
                  <a:cubicBezTo>
                    <a:pt x="1521" y="1"/>
                    <a:pt x="1462" y="5"/>
                    <a:pt x="1404" y="13"/>
                  </a:cubicBezTo>
                  <a:cubicBezTo>
                    <a:pt x="506" y="125"/>
                    <a:pt x="0" y="1023"/>
                    <a:pt x="197" y="1894"/>
                  </a:cubicBezTo>
                  <a:cubicBezTo>
                    <a:pt x="393" y="2736"/>
                    <a:pt x="1292" y="3381"/>
                    <a:pt x="2050" y="3718"/>
                  </a:cubicBezTo>
                  <a:cubicBezTo>
                    <a:pt x="2860" y="4062"/>
                    <a:pt x="4638" y="4084"/>
                    <a:pt x="5070" y="4084"/>
                  </a:cubicBezTo>
                  <a:cubicBezTo>
                    <a:pt x="5132" y="4084"/>
                    <a:pt x="5166" y="4083"/>
                    <a:pt x="5166" y="4083"/>
                  </a:cubicBezTo>
                  <a:cubicBezTo>
                    <a:pt x="5194" y="4083"/>
                    <a:pt x="4689" y="2623"/>
                    <a:pt x="4661" y="2539"/>
                  </a:cubicBezTo>
                  <a:cubicBezTo>
                    <a:pt x="4206" y="1576"/>
                    <a:pt x="2782" y="1"/>
                    <a:pt x="1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4155;p64">
              <a:extLst>
                <a:ext uri="{FF2B5EF4-FFF2-40B4-BE49-F238E27FC236}">
                  <a16:creationId xmlns:a16="http://schemas.microsoft.com/office/drawing/2014/main" id="{9F766C74-0DA8-688D-E6AA-4BF74470A22E}"/>
                </a:ext>
              </a:extLst>
            </p:cNvPr>
            <p:cNvSpPr/>
            <p:nvPr/>
          </p:nvSpPr>
          <p:spPr>
            <a:xfrm>
              <a:off x="1834225" y="3377750"/>
              <a:ext cx="807875" cy="1698375"/>
            </a:xfrm>
            <a:custGeom>
              <a:avLst/>
              <a:gdLst/>
              <a:ahLst/>
              <a:cxnLst/>
              <a:rect l="l" t="t" r="r" b="b"/>
              <a:pathLst>
                <a:path w="32315" h="67935" extrusionOk="0">
                  <a:moveTo>
                    <a:pt x="15189" y="33037"/>
                  </a:moveTo>
                  <a:cubicBezTo>
                    <a:pt x="15835" y="33739"/>
                    <a:pt x="17491" y="34553"/>
                    <a:pt x="17716" y="34666"/>
                  </a:cubicBezTo>
                  <a:cubicBezTo>
                    <a:pt x="17491" y="35199"/>
                    <a:pt x="17267" y="35733"/>
                    <a:pt x="17042" y="36238"/>
                  </a:cubicBezTo>
                  <a:cubicBezTo>
                    <a:pt x="16284" y="37979"/>
                    <a:pt x="15582" y="39410"/>
                    <a:pt x="15077" y="40393"/>
                  </a:cubicBezTo>
                  <a:cubicBezTo>
                    <a:pt x="14993" y="40590"/>
                    <a:pt x="14880" y="40758"/>
                    <a:pt x="14796" y="40926"/>
                  </a:cubicBezTo>
                  <a:lnTo>
                    <a:pt x="14712" y="40926"/>
                  </a:lnTo>
                  <a:cubicBezTo>
                    <a:pt x="14712" y="40730"/>
                    <a:pt x="14684" y="40533"/>
                    <a:pt x="14628" y="40281"/>
                  </a:cubicBezTo>
                  <a:cubicBezTo>
                    <a:pt x="14487" y="39186"/>
                    <a:pt x="14234" y="37614"/>
                    <a:pt x="13870" y="35733"/>
                  </a:cubicBezTo>
                  <a:cubicBezTo>
                    <a:pt x="13757" y="35115"/>
                    <a:pt x="13617" y="34497"/>
                    <a:pt x="13476" y="33852"/>
                  </a:cubicBezTo>
                  <a:cubicBezTo>
                    <a:pt x="13617" y="33795"/>
                    <a:pt x="14459" y="33459"/>
                    <a:pt x="15189" y="33037"/>
                  </a:cubicBezTo>
                  <a:close/>
                  <a:moveTo>
                    <a:pt x="6799" y="1"/>
                  </a:moveTo>
                  <a:cubicBezTo>
                    <a:pt x="6583" y="1"/>
                    <a:pt x="6362" y="52"/>
                    <a:pt x="6149" y="162"/>
                  </a:cubicBezTo>
                  <a:cubicBezTo>
                    <a:pt x="5026" y="751"/>
                    <a:pt x="4745" y="2997"/>
                    <a:pt x="4914" y="4092"/>
                  </a:cubicBezTo>
                  <a:cubicBezTo>
                    <a:pt x="4942" y="4205"/>
                    <a:pt x="5363" y="5665"/>
                    <a:pt x="5363" y="5665"/>
                  </a:cubicBezTo>
                  <a:lnTo>
                    <a:pt x="5391" y="5636"/>
                  </a:lnTo>
                  <a:lnTo>
                    <a:pt x="5391" y="5636"/>
                  </a:lnTo>
                  <a:cubicBezTo>
                    <a:pt x="5335" y="6001"/>
                    <a:pt x="5307" y="6366"/>
                    <a:pt x="5251" y="6787"/>
                  </a:cubicBezTo>
                  <a:cubicBezTo>
                    <a:pt x="5166" y="7574"/>
                    <a:pt x="5110" y="8444"/>
                    <a:pt x="5082" y="9398"/>
                  </a:cubicBezTo>
                  <a:cubicBezTo>
                    <a:pt x="5054" y="10353"/>
                    <a:pt x="5054" y="11392"/>
                    <a:pt x="5138" y="12487"/>
                  </a:cubicBezTo>
                  <a:cubicBezTo>
                    <a:pt x="5251" y="13582"/>
                    <a:pt x="5419" y="14733"/>
                    <a:pt x="5728" y="15884"/>
                  </a:cubicBezTo>
                  <a:lnTo>
                    <a:pt x="5728" y="15940"/>
                  </a:lnTo>
                  <a:cubicBezTo>
                    <a:pt x="5531" y="15603"/>
                    <a:pt x="4942" y="14761"/>
                    <a:pt x="4914" y="14705"/>
                  </a:cubicBezTo>
                  <a:cubicBezTo>
                    <a:pt x="4274" y="13994"/>
                    <a:pt x="2816" y="13024"/>
                    <a:pt x="1685" y="13024"/>
                  </a:cubicBezTo>
                  <a:cubicBezTo>
                    <a:pt x="1475" y="13024"/>
                    <a:pt x="1276" y="13058"/>
                    <a:pt x="1096" y="13132"/>
                  </a:cubicBezTo>
                  <a:cubicBezTo>
                    <a:pt x="253" y="13497"/>
                    <a:pt x="1" y="14480"/>
                    <a:pt x="422" y="15238"/>
                  </a:cubicBezTo>
                  <a:cubicBezTo>
                    <a:pt x="843" y="16024"/>
                    <a:pt x="1882" y="16417"/>
                    <a:pt x="2724" y="16529"/>
                  </a:cubicBezTo>
                  <a:cubicBezTo>
                    <a:pt x="2826" y="16545"/>
                    <a:pt x="2941" y="16552"/>
                    <a:pt x="3065" y="16552"/>
                  </a:cubicBezTo>
                  <a:cubicBezTo>
                    <a:pt x="4063" y="16552"/>
                    <a:pt x="5634" y="16102"/>
                    <a:pt x="5784" y="16052"/>
                  </a:cubicBezTo>
                  <a:cubicBezTo>
                    <a:pt x="6093" y="17147"/>
                    <a:pt x="6486" y="18270"/>
                    <a:pt x="6963" y="19365"/>
                  </a:cubicBezTo>
                  <a:cubicBezTo>
                    <a:pt x="7244" y="19983"/>
                    <a:pt x="7525" y="20628"/>
                    <a:pt x="7833" y="21246"/>
                  </a:cubicBezTo>
                  <a:cubicBezTo>
                    <a:pt x="7665" y="20965"/>
                    <a:pt x="7497" y="20741"/>
                    <a:pt x="7468" y="20713"/>
                  </a:cubicBezTo>
                  <a:cubicBezTo>
                    <a:pt x="6853" y="20002"/>
                    <a:pt x="5378" y="19032"/>
                    <a:pt x="4241" y="19032"/>
                  </a:cubicBezTo>
                  <a:cubicBezTo>
                    <a:pt x="4030" y="19032"/>
                    <a:pt x="3831" y="19066"/>
                    <a:pt x="3650" y="19140"/>
                  </a:cubicBezTo>
                  <a:cubicBezTo>
                    <a:pt x="2808" y="19505"/>
                    <a:pt x="2583" y="20488"/>
                    <a:pt x="3005" y="21246"/>
                  </a:cubicBezTo>
                  <a:cubicBezTo>
                    <a:pt x="3426" y="22032"/>
                    <a:pt x="4436" y="22425"/>
                    <a:pt x="5279" y="22537"/>
                  </a:cubicBezTo>
                  <a:cubicBezTo>
                    <a:pt x="5385" y="22555"/>
                    <a:pt x="5505" y="22563"/>
                    <a:pt x="5634" y="22563"/>
                  </a:cubicBezTo>
                  <a:cubicBezTo>
                    <a:pt x="6527" y="22563"/>
                    <a:pt x="7862" y="22186"/>
                    <a:pt x="8255" y="22088"/>
                  </a:cubicBezTo>
                  <a:cubicBezTo>
                    <a:pt x="8367" y="22313"/>
                    <a:pt x="8479" y="22566"/>
                    <a:pt x="8620" y="22790"/>
                  </a:cubicBezTo>
                  <a:cubicBezTo>
                    <a:pt x="9181" y="23941"/>
                    <a:pt x="9743" y="25064"/>
                    <a:pt x="10276" y="26187"/>
                  </a:cubicBezTo>
                  <a:cubicBezTo>
                    <a:pt x="10472" y="26608"/>
                    <a:pt x="10641" y="27001"/>
                    <a:pt x="10809" y="27394"/>
                  </a:cubicBezTo>
                  <a:cubicBezTo>
                    <a:pt x="10641" y="27170"/>
                    <a:pt x="10529" y="26973"/>
                    <a:pt x="10501" y="26945"/>
                  </a:cubicBezTo>
                  <a:cubicBezTo>
                    <a:pt x="9867" y="26217"/>
                    <a:pt x="8427" y="25253"/>
                    <a:pt x="7300" y="25253"/>
                  </a:cubicBezTo>
                  <a:cubicBezTo>
                    <a:pt x="7079" y="25253"/>
                    <a:pt x="6871" y="25290"/>
                    <a:pt x="6682" y="25373"/>
                  </a:cubicBezTo>
                  <a:cubicBezTo>
                    <a:pt x="5840" y="25710"/>
                    <a:pt x="5587" y="26721"/>
                    <a:pt x="6009" y="27479"/>
                  </a:cubicBezTo>
                  <a:cubicBezTo>
                    <a:pt x="6458" y="28265"/>
                    <a:pt x="7468" y="28658"/>
                    <a:pt x="8311" y="28770"/>
                  </a:cubicBezTo>
                  <a:cubicBezTo>
                    <a:pt x="8406" y="28784"/>
                    <a:pt x="8514" y="28790"/>
                    <a:pt x="8630" y="28790"/>
                  </a:cubicBezTo>
                  <a:cubicBezTo>
                    <a:pt x="9464" y="28790"/>
                    <a:pt x="10734" y="28469"/>
                    <a:pt x="11202" y="28321"/>
                  </a:cubicBezTo>
                  <a:cubicBezTo>
                    <a:pt x="11371" y="28742"/>
                    <a:pt x="11539" y="29163"/>
                    <a:pt x="11680" y="29556"/>
                  </a:cubicBezTo>
                  <a:cubicBezTo>
                    <a:pt x="11764" y="29837"/>
                    <a:pt x="11848" y="30118"/>
                    <a:pt x="11932" y="30398"/>
                  </a:cubicBezTo>
                  <a:cubicBezTo>
                    <a:pt x="12017" y="30679"/>
                    <a:pt x="12101" y="30960"/>
                    <a:pt x="12157" y="31241"/>
                  </a:cubicBezTo>
                  <a:cubicBezTo>
                    <a:pt x="12297" y="31774"/>
                    <a:pt x="12438" y="32336"/>
                    <a:pt x="12550" y="32841"/>
                  </a:cubicBezTo>
                  <a:cubicBezTo>
                    <a:pt x="12634" y="33206"/>
                    <a:pt x="12690" y="33571"/>
                    <a:pt x="12775" y="33936"/>
                  </a:cubicBezTo>
                  <a:cubicBezTo>
                    <a:pt x="12578" y="33515"/>
                    <a:pt x="12213" y="32757"/>
                    <a:pt x="12185" y="32700"/>
                  </a:cubicBezTo>
                  <a:cubicBezTo>
                    <a:pt x="11624" y="31833"/>
                    <a:pt x="10159" y="30525"/>
                    <a:pt x="8990" y="30525"/>
                  </a:cubicBezTo>
                  <a:cubicBezTo>
                    <a:pt x="8872" y="30525"/>
                    <a:pt x="8758" y="30539"/>
                    <a:pt x="8648" y="30567"/>
                  </a:cubicBezTo>
                  <a:cubicBezTo>
                    <a:pt x="7777" y="30791"/>
                    <a:pt x="7384" y="31746"/>
                    <a:pt x="7665" y="32560"/>
                  </a:cubicBezTo>
                  <a:cubicBezTo>
                    <a:pt x="7974" y="33402"/>
                    <a:pt x="8928" y="33936"/>
                    <a:pt x="9743" y="34160"/>
                  </a:cubicBezTo>
                  <a:cubicBezTo>
                    <a:pt x="10047" y="34259"/>
                    <a:pt x="10487" y="34292"/>
                    <a:pt x="10940" y="34292"/>
                  </a:cubicBezTo>
                  <a:cubicBezTo>
                    <a:pt x="11780" y="34292"/>
                    <a:pt x="12667" y="34179"/>
                    <a:pt x="12831" y="34160"/>
                  </a:cubicBezTo>
                  <a:cubicBezTo>
                    <a:pt x="12943" y="34750"/>
                    <a:pt x="13055" y="35311"/>
                    <a:pt x="13140" y="35873"/>
                  </a:cubicBezTo>
                  <a:cubicBezTo>
                    <a:pt x="13476" y="37726"/>
                    <a:pt x="13673" y="39298"/>
                    <a:pt x="13785" y="40393"/>
                  </a:cubicBezTo>
                  <a:cubicBezTo>
                    <a:pt x="13813" y="40590"/>
                    <a:pt x="13841" y="40758"/>
                    <a:pt x="13870" y="40926"/>
                  </a:cubicBezTo>
                  <a:lnTo>
                    <a:pt x="10079" y="40926"/>
                  </a:lnTo>
                  <a:lnTo>
                    <a:pt x="11455" y="67934"/>
                  </a:lnTo>
                  <a:lnTo>
                    <a:pt x="17912" y="67934"/>
                  </a:lnTo>
                  <a:lnTo>
                    <a:pt x="19288" y="40926"/>
                  </a:lnTo>
                  <a:lnTo>
                    <a:pt x="15751" y="40926"/>
                  </a:lnTo>
                  <a:cubicBezTo>
                    <a:pt x="15779" y="40870"/>
                    <a:pt x="15807" y="40814"/>
                    <a:pt x="15835" y="40758"/>
                  </a:cubicBezTo>
                  <a:cubicBezTo>
                    <a:pt x="16312" y="39747"/>
                    <a:pt x="16986" y="38315"/>
                    <a:pt x="17716" y="36547"/>
                  </a:cubicBezTo>
                  <a:cubicBezTo>
                    <a:pt x="17940" y="35985"/>
                    <a:pt x="18193" y="35368"/>
                    <a:pt x="18418" y="34750"/>
                  </a:cubicBezTo>
                  <a:cubicBezTo>
                    <a:pt x="18620" y="34795"/>
                    <a:pt x="19909" y="35057"/>
                    <a:pt x="20874" y="35057"/>
                  </a:cubicBezTo>
                  <a:cubicBezTo>
                    <a:pt x="21111" y="35057"/>
                    <a:pt x="21329" y="35041"/>
                    <a:pt x="21506" y="35003"/>
                  </a:cubicBezTo>
                  <a:cubicBezTo>
                    <a:pt x="22320" y="34806"/>
                    <a:pt x="23303" y="34329"/>
                    <a:pt x="23668" y="33543"/>
                  </a:cubicBezTo>
                  <a:cubicBezTo>
                    <a:pt x="24033" y="32729"/>
                    <a:pt x="23724" y="31774"/>
                    <a:pt x="22853" y="31465"/>
                  </a:cubicBezTo>
                  <a:cubicBezTo>
                    <a:pt x="22709" y="31417"/>
                    <a:pt x="22555" y="31395"/>
                    <a:pt x="22395" y="31395"/>
                  </a:cubicBezTo>
                  <a:cubicBezTo>
                    <a:pt x="21245" y="31395"/>
                    <a:pt x="19767" y="32530"/>
                    <a:pt x="19176" y="33318"/>
                  </a:cubicBezTo>
                  <a:cubicBezTo>
                    <a:pt x="19148" y="33374"/>
                    <a:pt x="18783" y="34020"/>
                    <a:pt x="18558" y="34413"/>
                  </a:cubicBezTo>
                  <a:cubicBezTo>
                    <a:pt x="18642" y="34160"/>
                    <a:pt x="18726" y="33908"/>
                    <a:pt x="18839" y="33655"/>
                  </a:cubicBezTo>
                  <a:cubicBezTo>
                    <a:pt x="19035" y="33122"/>
                    <a:pt x="19204" y="32616"/>
                    <a:pt x="19400" y="32055"/>
                  </a:cubicBezTo>
                  <a:cubicBezTo>
                    <a:pt x="19484" y="31774"/>
                    <a:pt x="19569" y="31493"/>
                    <a:pt x="19653" y="31213"/>
                  </a:cubicBezTo>
                  <a:cubicBezTo>
                    <a:pt x="19737" y="30932"/>
                    <a:pt x="19793" y="30623"/>
                    <a:pt x="19878" y="30342"/>
                  </a:cubicBezTo>
                  <a:cubicBezTo>
                    <a:pt x="20018" y="29668"/>
                    <a:pt x="20158" y="28967"/>
                    <a:pt x="20271" y="28237"/>
                  </a:cubicBezTo>
                  <a:cubicBezTo>
                    <a:pt x="20699" y="28397"/>
                    <a:pt x="22197" y="28914"/>
                    <a:pt x="23066" y="28914"/>
                  </a:cubicBezTo>
                  <a:cubicBezTo>
                    <a:pt x="23109" y="28914"/>
                    <a:pt x="23151" y="28913"/>
                    <a:pt x="23190" y="28910"/>
                  </a:cubicBezTo>
                  <a:cubicBezTo>
                    <a:pt x="24033" y="28854"/>
                    <a:pt x="25071" y="28545"/>
                    <a:pt x="25577" y="27815"/>
                  </a:cubicBezTo>
                  <a:cubicBezTo>
                    <a:pt x="26054" y="27086"/>
                    <a:pt x="25886" y="26075"/>
                    <a:pt x="25071" y="25654"/>
                  </a:cubicBezTo>
                  <a:cubicBezTo>
                    <a:pt x="24845" y="25535"/>
                    <a:pt x="24583" y="25483"/>
                    <a:pt x="24302" y="25483"/>
                  </a:cubicBezTo>
                  <a:cubicBezTo>
                    <a:pt x="23192" y="25483"/>
                    <a:pt x="21791" y="26290"/>
                    <a:pt x="21141" y="26917"/>
                  </a:cubicBezTo>
                  <a:cubicBezTo>
                    <a:pt x="21085" y="26973"/>
                    <a:pt x="20579" y="27619"/>
                    <a:pt x="20327" y="27956"/>
                  </a:cubicBezTo>
                  <a:cubicBezTo>
                    <a:pt x="20383" y="27535"/>
                    <a:pt x="20439" y="27114"/>
                    <a:pt x="20495" y="26692"/>
                  </a:cubicBezTo>
                  <a:cubicBezTo>
                    <a:pt x="20664" y="25429"/>
                    <a:pt x="20776" y="24166"/>
                    <a:pt x="20888" y="22902"/>
                  </a:cubicBezTo>
                  <a:cubicBezTo>
                    <a:pt x="20944" y="22509"/>
                    <a:pt x="20972" y="22116"/>
                    <a:pt x="21029" y="21751"/>
                  </a:cubicBezTo>
                  <a:cubicBezTo>
                    <a:pt x="21164" y="21805"/>
                    <a:pt x="22960" y="22456"/>
                    <a:pt x="23922" y="22456"/>
                  </a:cubicBezTo>
                  <a:cubicBezTo>
                    <a:pt x="23960" y="22456"/>
                    <a:pt x="23997" y="22455"/>
                    <a:pt x="24033" y="22453"/>
                  </a:cubicBezTo>
                  <a:cubicBezTo>
                    <a:pt x="24875" y="22397"/>
                    <a:pt x="25942" y="22088"/>
                    <a:pt x="26419" y="21330"/>
                  </a:cubicBezTo>
                  <a:cubicBezTo>
                    <a:pt x="26896" y="20600"/>
                    <a:pt x="26728" y="19590"/>
                    <a:pt x="25914" y="19168"/>
                  </a:cubicBezTo>
                  <a:cubicBezTo>
                    <a:pt x="25695" y="19059"/>
                    <a:pt x="25444" y="19012"/>
                    <a:pt x="25174" y="19012"/>
                  </a:cubicBezTo>
                  <a:cubicBezTo>
                    <a:pt x="24059" y="19012"/>
                    <a:pt x="22639" y="19827"/>
                    <a:pt x="21983" y="20460"/>
                  </a:cubicBezTo>
                  <a:cubicBezTo>
                    <a:pt x="21927" y="20516"/>
                    <a:pt x="21197" y="21443"/>
                    <a:pt x="21029" y="21667"/>
                  </a:cubicBezTo>
                  <a:cubicBezTo>
                    <a:pt x="21113" y="20825"/>
                    <a:pt x="21225" y="19983"/>
                    <a:pt x="21337" y="19140"/>
                  </a:cubicBezTo>
                  <a:cubicBezTo>
                    <a:pt x="21534" y="17989"/>
                    <a:pt x="21759" y="16894"/>
                    <a:pt x="22067" y="15828"/>
                  </a:cubicBezTo>
                  <a:cubicBezTo>
                    <a:pt x="22147" y="15854"/>
                    <a:pt x="23941" y="16536"/>
                    <a:pt x="24941" y="16536"/>
                  </a:cubicBezTo>
                  <a:cubicBezTo>
                    <a:pt x="24996" y="16536"/>
                    <a:pt x="25049" y="16534"/>
                    <a:pt x="25099" y="16529"/>
                  </a:cubicBezTo>
                  <a:cubicBezTo>
                    <a:pt x="25942" y="16473"/>
                    <a:pt x="27009" y="16164"/>
                    <a:pt x="27486" y="15435"/>
                  </a:cubicBezTo>
                  <a:cubicBezTo>
                    <a:pt x="27963" y="14705"/>
                    <a:pt x="27795" y="13666"/>
                    <a:pt x="26980" y="13273"/>
                  </a:cubicBezTo>
                  <a:cubicBezTo>
                    <a:pt x="26754" y="13154"/>
                    <a:pt x="26492" y="13102"/>
                    <a:pt x="26211" y="13102"/>
                  </a:cubicBezTo>
                  <a:cubicBezTo>
                    <a:pt x="25101" y="13102"/>
                    <a:pt x="23700" y="13909"/>
                    <a:pt x="23050" y="14536"/>
                  </a:cubicBezTo>
                  <a:cubicBezTo>
                    <a:pt x="22994" y="14592"/>
                    <a:pt x="22208" y="15575"/>
                    <a:pt x="22095" y="15771"/>
                  </a:cubicBezTo>
                  <a:cubicBezTo>
                    <a:pt x="22095" y="15715"/>
                    <a:pt x="22123" y="15631"/>
                    <a:pt x="22123" y="15575"/>
                  </a:cubicBezTo>
                  <a:cubicBezTo>
                    <a:pt x="22488" y="14452"/>
                    <a:pt x="22966" y="13385"/>
                    <a:pt x="23443" y="12431"/>
                  </a:cubicBezTo>
                  <a:cubicBezTo>
                    <a:pt x="23724" y="11869"/>
                    <a:pt x="24033" y="11364"/>
                    <a:pt x="24341" y="10858"/>
                  </a:cubicBezTo>
                  <a:cubicBezTo>
                    <a:pt x="24706" y="11027"/>
                    <a:pt x="26363" y="11841"/>
                    <a:pt x="27233" y="11869"/>
                  </a:cubicBezTo>
                  <a:cubicBezTo>
                    <a:pt x="27284" y="11871"/>
                    <a:pt x="27336" y="11872"/>
                    <a:pt x="27388" y="11872"/>
                  </a:cubicBezTo>
                  <a:cubicBezTo>
                    <a:pt x="28202" y="11872"/>
                    <a:pt x="29176" y="11660"/>
                    <a:pt x="29704" y="11027"/>
                  </a:cubicBezTo>
                  <a:cubicBezTo>
                    <a:pt x="30265" y="10353"/>
                    <a:pt x="30209" y="9314"/>
                    <a:pt x="29451" y="8809"/>
                  </a:cubicBezTo>
                  <a:cubicBezTo>
                    <a:pt x="29170" y="8631"/>
                    <a:pt x="28816" y="8557"/>
                    <a:pt x="28431" y="8557"/>
                  </a:cubicBezTo>
                  <a:cubicBezTo>
                    <a:pt x="27359" y="8557"/>
                    <a:pt x="26049" y="9134"/>
                    <a:pt x="25408" y="9651"/>
                  </a:cubicBezTo>
                  <a:cubicBezTo>
                    <a:pt x="25352" y="9707"/>
                    <a:pt x="24903" y="10156"/>
                    <a:pt x="24594" y="10465"/>
                  </a:cubicBezTo>
                  <a:cubicBezTo>
                    <a:pt x="24734" y="10241"/>
                    <a:pt x="24875" y="10016"/>
                    <a:pt x="25015" y="9791"/>
                  </a:cubicBezTo>
                  <a:cubicBezTo>
                    <a:pt x="25549" y="9005"/>
                    <a:pt x="26082" y="8304"/>
                    <a:pt x="26559" y="7714"/>
                  </a:cubicBezTo>
                  <a:cubicBezTo>
                    <a:pt x="26840" y="7349"/>
                    <a:pt x="27093" y="7040"/>
                    <a:pt x="27317" y="6759"/>
                  </a:cubicBezTo>
                  <a:cubicBezTo>
                    <a:pt x="27767" y="6759"/>
                    <a:pt x="29535" y="6703"/>
                    <a:pt x="30321" y="6338"/>
                  </a:cubicBezTo>
                  <a:cubicBezTo>
                    <a:pt x="31079" y="5973"/>
                    <a:pt x="31950" y="5328"/>
                    <a:pt x="32146" y="4457"/>
                  </a:cubicBezTo>
                  <a:cubicBezTo>
                    <a:pt x="32315" y="3587"/>
                    <a:pt x="31809" y="2717"/>
                    <a:pt x="30883" y="2604"/>
                  </a:cubicBezTo>
                  <a:cubicBezTo>
                    <a:pt x="30844" y="2601"/>
                    <a:pt x="30805" y="2599"/>
                    <a:pt x="30766" y="2599"/>
                  </a:cubicBezTo>
                  <a:cubicBezTo>
                    <a:pt x="29555" y="2599"/>
                    <a:pt x="28145" y="4236"/>
                    <a:pt x="27710" y="5215"/>
                  </a:cubicBezTo>
                  <a:cubicBezTo>
                    <a:pt x="27654" y="5300"/>
                    <a:pt x="27205" y="6759"/>
                    <a:pt x="27233" y="6759"/>
                  </a:cubicBezTo>
                  <a:lnTo>
                    <a:pt x="27261" y="6759"/>
                  </a:lnTo>
                  <a:cubicBezTo>
                    <a:pt x="27009" y="7040"/>
                    <a:pt x="26756" y="7321"/>
                    <a:pt x="26503" y="7658"/>
                  </a:cubicBezTo>
                  <a:cubicBezTo>
                    <a:pt x="25998" y="8247"/>
                    <a:pt x="25464" y="8949"/>
                    <a:pt x="24903" y="9735"/>
                  </a:cubicBezTo>
                  <a:cubicBezTo>
                    <a:pt x="24369" y="10493"/>
                    <a:pt x="23780" y="11364"/>
                    <a:pt x="23275" y="12346"/>
                  </a:cubicBezTo>
                  <a:cubicBezTo>
                    <a:pt x="22741" y="13301"/>
                    <a:pt x="22236" y="14340"/>
                    <a:pt x="21871" y="15491"/>
                  </a:cubicBezTo>
                  <a:lnTo>
                    <a:pt x="21843" y="15547"/>
                  </a:lnTo>
                  <a:cubicBezTo>
                    <a:pt x="21871" y="15154"/>
                    <a:pt x="21843" y="14143"/>
                    <a:pt x="21843" y="14059"/>
                  </a:cubicBezTo>
                  <a:cubicBezTo>
                    <a:pt x="21702" y="12936"/>
                    <a:pt x="20748" y="10858"/>
                    <a:pt x="19513" y="10634"/>
                  </a:cubicBezTo>
                  <a:cubicBezTo>
                    <a:pt x="19422" y="10617"/>
                    <a:pt x="19333" y="10609"/>
                    <a:pt x="19246" y="10609"/>
                  </a:cubicBezTo>
                  <a:cubicBezTo>
                    <a:pt x="18473" y="10609"/>
                    <a:pt x="17876" y="11255"/>
                    <a:pt x="17800" y="12037"/>
                  </a:cubicBezTo>
                  <a:cubicBezTo>
                    <a:pt x="17716" y="12936"/>
                    <a:pt x="18361" y="13806"/>
                    <a:pt x="19007" y="14368"/>
                  </a:cubicBezTo>
                  <a:cubicBezTo>
                    <a:pt x="19709" y="15013"/>
                    <a:pt x="21674" y="15631"/>
                    <a:pt x="21815" y="15659"/>
                  </a:cubicBezTo>
                  <a:cubicBezTo>
                    <a:pt x="21478" y="16754"/>
                    <a:pt x="21197" y="17905"/>
                    <a:pt x="21001" y="19084"/>
                  </a:cubicBezTo>
                  <a:cubicBezTo>
                    <a:pt x="20860" y="19758"/>
                    <a:pt x="20776" y="20432"/>
                    <a:pt x="20692" y="21134"/>
                  </a:cubicBezTo>
                  <a:cubicBezTo>
                    <a:pt x="20664" y="20797"/>
                    <a:pt x="20664" y="20516"/>
                    <a:pt x="20664" y="20488"/>
                  </a:cubicBezTo>
                  <a:cubicBezTo>
                    <a:pt x="20523" y="19365"/>
                    <a:pt x="19597" y="17287"/>
                    <a:pt x="18333" y="17063"/>
                  </a:cubicBezTo>
                  <a:cubicBezTo>
                    <a:pt x="18246" y="17046"/>
                    <a:pt x="18159" y="17038"/>
                    <a:pt x="18074" y="17038"/>
                  </a:cubicBezTo>
                  <a:cubicBezTo>
                    <a:pt x="17317" y="17038"/>
                    <a:pt x="16697" y="17684"/>
                    <a:pt x="16621" y="18467"/>
                  </a:cubicBezTo>
                  <a:cubicBezTo>
                    <a:pt x="16565" y="19365"/>
                    <a:pt x="17210" y="20235"/>
                    <a:pt x="17828" y="20797"/>
                  </a:cubicBezTo>
                  <a:cubicBezTo>
                    <a:pt x="18446" y="21358"/>
                    <a:pt x="20130" y="21920"/>
                    <a:pt x="20551" y="22060"/>
                  </a:cubicBezTo>
                  <a:cubicBezTo>
                    <a:pt x="20523" y="22341"/>
                    <a:pt x="20495" y="22594"/>
                    <a:pt x="20467" y="22846"/>
                  </a:cubicBezTo>
                  <a:cubicBezTo>
                    <a:pt x="20299" y="24110"/>
                    <a:pt x="20158" y="25373"/>
                    <a:pt x="19990" y="26608"/>
                  </a:cubicBezTo>
                  <a:cubicBezTo>
                    <a:pt x="19934" y="27057"/>
                    <a:pt x="19849" y="27479"/>
                    <a:pt x="19765" y="27900"/>
                  </a:cubicBezTo>
                  <a:cubicBezTo>
                    <a:pt x="19765" y="27619"/>
                    <a:pt x="19765" y="27366"/>
                    <a:pt x="19765" y="27338"/>
                  </a:cubicBezTo>
                  <a:cubicBezTo>
                    <a:pt x="19597" y="26215"/>
                    <a:pt x="18670" y="24166"/>
                    <a:pt x="17435" y="23941"/>
                  </a:cubicBezTo>
                  <a:cubicBezTo>
                    <a:pt x="17344" y="23924"/>
                    <a:pt x="17255" y="23916"/>
                    <a:pt x="17168" y="23916"/>
                  </a:cubicBezTo>
                  <a:cubicBezTo>
                    <a:pt x="16391" y="23916"/>
                    <a:pt x="15773" y="24560"/>
                    <a:pt x="15722" y="25317"/>
                  </a:cubicBezTo>
                  <a:cubicBezTo>
                    <a:pt x="15638" y="26215"/>
                    <a:pt x="16284" y="27114"/>
                    <a:pt x="16902" y="27647"/>
                  </a:cubicBezTo>
                  <a:cubicBezTo>
                    <a:pt x="17519" y="28209"/>
                    <a:pt x="19035" y="28714"/>
                    <a:pt x="19569" y="28910"/>
                  </a:cubicBezTo>
                  <a:cubicBezTo>
                    <a:pt x="19484" y="29332"/>
                    <a:pt x="19400" y="29753"/>
                    <a:pt x="19288" y="30174"/>
                  </a:cubicBezTo>
                  <a:cubicBezTo>
                    <a:pt x="19204" y="30455"/>
                    <a:pt x="19148" y="30735"/>
                    <a:pt x="19035" y="31016"/>
                  </a:cubicBezTo>
                  <a:cubicBezTo>
                    <a:pt x="18951" y="31297"/>
                    <a:pt x="18867" y="31578"/>
                    <a:pt x="18783" y="31858"/>
                  </a:cubicBezTo>
                  <a:cubicBezTo>
                    <a:pt x="18586" y="32364"/>
                    <a:pt x="18390" y="32897"/>
                    <a:pt x="18193" y="33402"/>
                  </a:cubicBezTo>
                  <a:cubicBezTo>
                    <a:pt x="18053" y="33767"/>
                    <a:pt x="17940" y="34104"/>
                    <a:pt x="17800" y="34413"/>
                  </a:cubicBezTo>
                  <a:cubicBezTo>
                    <a:pt x="17856" y="33992"/>
                    <a:pt x="17968" y="33150"/>
                    <a:pt x="17968" y="33065"/>
                  </a:cubicBezTo>
                  <a:cubicBezTo>
                    <a:pt x="17997" y="32336"/>
                    <a:pt x="17744" y="31100"/>
                    <a:pt x="17210" y="30258"/>
                  </a:cubicBezTo>
                  <a:cubicBezTo>
                    <a:pt x="17210" y="30146"/>
                    <a:pt x="17210" y="30033"/>
                    <a:pt x="17182" y="29921"/>
                  </a:cubicBezTo>
                  <a:cubicBezTo>
                    <a:pt x="17061" y="29194"/>
                    <a:pt x="16437" y="28613"/>
                    <a:pt x="15708" y="28613"/>
                  </a:cubicBezTo>
                  <a:cubicBezTo>
                    <a:pt x="15594" y="28613"/>
                    <a:pt x="15476" y="28627"/>
                    <a:pt x="15357" y="28658"/>
                  </a:cubicBezTo>
                  <a:cubicBezTo>
                    <a:pt x="14150" y="28995"/>
                    <a:pt x="13364" y="31128"/>
                    <a:pt x="13308" y="32251"/>
                  </a:cubicBezTo>
                  <a:cubicBezTo>
                    <a:pt x="13308" y="32307"/>
                    <a:pt x="13364" y="33037"/>
                    <a:pt x="13392" y="33487"/>
                  </a:cubicBezTo>
                  <a:cubicBezTo>
                    <a:pt x="13336" y="33234"/>
                    <a:pt x="13280" y="32981"/>
                    <a:pt x="13196" y="32700"/>
                  </a:cubicBezTo>
                  <a:cubicBezTo>
                    <a:pt x="13083" y="32167"/>
                    <a:pt x="12943" y="31634"/>
                    <a:pt x="12775" y="31044"/>
                  </a:cubicBezTo>
                  <a:cubicBezTo>
                    <a:pt x="12690" y="30791"/>
                    <a:pt x="12606" y="30511"/>
                    <a:pt x="12522" y="30230"/>
                  </a:cubicBezTo>
                  <a:cubicBezTo>
                    <a:pt x="12466" y="29949"/>
                    <a:pt x="12325" y="29668"/>
                    <a:pt x="12241" y="29360"/>
                  </a:cubicBezTo>
                  <a:cubicBezTo>
                    <a:pt x="11989" y="28714"/>
                    <a:pt x="11708" y="28068"/>
                    <a:pt x="11427" y="27394"/>
                  </a:cubicBezTo>
                  <a:cubicBezTo>
                    <a:pt x="11904" y="27282"/>
                    <a:pt x="13561" y="26861"/>
                    <a:pt x="14234" y="26356"/>
                  </a:cubicBezTo>
                  <a:cubicBezTo>
                    <a:pt x="14908" y="25850"/>
                    <a:pt x="15610" y="25008"/>
                    <a:pt x="15610" y="24110"/>
                  </a:cubicBezTo>
                  <a:cubicBezTo>
                    <a:pt x="15584" y="23297"/>
                    <a:pt x="14995" y="22583"/>
                    <a:pt x="14163" y="22583"/>
                  </a:cubicBezTo>
                  <a:cubicBezTo>
                    <a:pt x="14104" y="22583"/>
                    <a:pt x="14043" y="22586"/>
                    <a:pt x="13982" y="22594"/>
                  </a:cubicBezTo>
                  <a:cubicBezTo>
                    <a:pt x="12747" y="22734"/>
                    <a:pt x="11652" y="24727"/>
                    <a:pt x="11427" y="25822"/>
                  </a:cubicBezTo>
                  <a:cubicBezTo>
                    <a:pt x="11427" y="25878"/>
                    <a:pt x="11343" y="26692"/>
                    <a:pt x="11315" y="27142"/>
                  </a:cubicBezTo>
                  <a:cubicBezTo>
                    <a:pt x="11118" y="26749"/>
                    <a:pt x="10950" y="26356"/>
                    <a:pt x="10753" y="25963"/>
                  </a:cubicBezTo>
                  <a:cubicBezTo>
                    <a:pt x="10192" y="24840"/>
                    <a:pt x="9602" y="23717"/>
                    <a:pt x="9013" y="22594"/>
                  </a:cubicBezTo>
                  <a:cubicBezTo>
                    <a:pt x="8816" y="22257"/>
                    <a:pt x="8648" y="21920"/>
                    <a:pt x="8451" y="21555"/>
                  </a:cubicBezTo>
                  <a:cubicBezTo>
                    <a:pt x="8620" y="21527"/>
                    <a:pt x="10613" y="21078"/>
                    <a:pt x="11371" y="20488"/>
                  </a:cubicBezTo>
                  <a:cubicBezTo>
                    <a:pt x="12045" y="19983"/>
                    <a:pt x="12747" y="19140"/>
                    <a:pt x="12747" y="18242"/>
                  </a:cubicBezTo>
                  <a:cubicBezTo>
                    <a:pt x="12747" y="17418"/>
                    <a:pt x="12117" y="16719"/>
                    <a:pt x="11263" y="16719"/>
                  </a:cubicBezTo>
                  <a:cubicBezTo>
                    <a:pt x="11216" y="16719"/>
                    <a:pt x="11167" y="16722"/>
                    <a:pt x="11118" y="16726"/>
                  </a:cubicBezTo>
                  <a:cubicBezTo>
                    <a:pt x="9883" y="16866"/>
                    <a:pt x="8788" y="18860"/>
                    <a:pt x="8563" y="19955"/>
                  </a:cubicBezTo>
                  <a:cubicBezTo>
                    <a:pt x="8535" y="20039"/>
                    <a:pt x="8451" y="21218"/>
                    <a:pt x="8423" y="21499"/>
                  </a:cubicBezTo>
                  <a:cubicBezTo>
                    <a:pt x="8030" y="20741"/>
                    <a:pt x="7637" y="19983"/>
                    <a:pt x="7300" y="19225"/>
                  </a:cubicBezTo>
                  <a:cubicBezTo>
                    <a:pt x="6823" y="18158"/>
                    <a:pt x="6402" y="17091"/>
                    <a:pt x="6065" y="16052"/>
                  </a:cubicBezTo>
                  <a:cubicBezTo>
                    <a:pt x="6149" y="16024"/>
                    <a:pt x="8226" y="15547"/>
                    <a:pt x="9013" y="14957"/>
                  </a:cubicBezTo>
                  <a:cubicBezTo>
                    <a:pt x="9658" y="14452"/>
                    <a:pt x="10360" y="13610"/>
                    <a:pt x="10360" y="12739"/>
                  </a:cubicBezTo>
                  <a:cubicBezTo>
                    <a:pt x="10360" y="11914"/>
                    <a:pt x="9728" y="11189"/>
                    <a:pt x="8896" y="11189"/>
                  </a:cubicBezTo>
                  <a:cubicBezTo>
                    <a:pt x="8851" y="11189"/>
                    <a:pt x="8806" y="11191"/>
                    <a:pt x="8760" y="11195"/>
                  </a:cubicBezTo>
                  <a:cubicBezTo>
                    <a:pt x="7497" y="11336"/>
                    <a:pt x="6430" y="13329"/>
                    <a:pt x="6177" y="14424"/>
                  </a:cubicBezTo>
                  <a:cubicBezTo>
                    <a:pt x="6177" y="14508"/>
                    <a:pt x="6065" y="15771"/>
                    <a:pt x="6065" y="15996"/>
                  </a:cubicBezTo>
                  <a:cubicBezTo>
                    <a:pt x="6037" y="15940"/>
                    <a:pt x="6009" y="15884"/>
                    <a:pt x="5981" y="15799"/>
                  </a:cubicBezTo>
                  <a:cubicBezTo>
                    <a:pt x="5644" y="14677"/>
                    <a:pt x="5475" y="13525"/>
                    <a:pt x="5363" y="12459"/>
                  </a:cubicBezTo>
                  <a:cubicBezTo>
                    <a:pt x="5279" y="11841"/>
                    <a:pt x="5251" y="11223"/>
                    <a:pt x="5223" y="10662"/>
                  </a:cubicBezTo>
                  <a:cubicBezTo>
                    <a:pt x="5644" y="10606"/>
                    <a:pt x="7440" y="10353"/>
                    <a:pt x="8198" y="9904"/>
                  </a:cubicBezTo>
                  <a:cubicBezTo>
                    <a:pt x="8900" y="9483"/>
                    <a:pt x="9714" y="8725"/>
                    <a:pt x="9799" y="7826"/>
                  </a:cubicBezTo>
                  <a:cubicBezTo>
                    <a:pt x="9883" y="6956"/>
                    <a:pt x="9265" y="6142"/>
                    <a:pt x="8367" y="6142"/>
                  </a:cubicBezTo>
                  <a:cubicBezTo>
                    <a:pt x="7104" y="6142"/>
                    <a:pt x="5812" y="7995"/>
                    <a:pt x="5447" y="9062"/>
                  </a:cubicBezTo>
                  <a:cubicBezTo>
                    <a:pt x="5447" y="9118"/>
                    <a:pt x="5307" y="9735"/>
                    <a:pt x="5223" y="10185"/>
                  </a:cubicBezTo>
                  <a:cubicBezTo>
                    <a:pt x="5223" y="9932"/>
                    <a:pt x="5223" y="9651"/>
                    <a:pt x="5223" y="9398"/>
                  </a:cubicBezTo>
                  <a:cubicBezTo>
                    <a:pt x="5223" y="8444"/>
                    <a:pt x="5279" y="7574"/>
                    <a:pt x="5335" y="6787"/>
                  </a:cubicBezTo>
                  <a:cubicBezTo>
                    <a:pt x="5363" y="6366"/>
                    <a:pt x="5419" y="5973"/>
                    <a:pt x="5447" y="5608"/>
                  </a:cubicBezTo>
                  <a:cubicBezTo>
                    <a:pt x="5812" y="5356"/>
                    <a:pt x="7272" y="4317"/>
                    <a:pt x="7721" y="3587"/>
                  </a:cubicBezTo>
                  <a:cubicBezTo>
                    <a:pt x="8170" y="2857"/>
                    <a:pt x="8535" y="1818"/>
                    <a:pt x="8198" y="1004"/>
                  </a:cubicBezTo>
                  <a:cubicBezTo>
                    <a:pt x="7970" y="403"/>
                    <a:pt x="7406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4156;p64">
              <a:extLst>
                <a:ext uri="{FF2B5EF4-FFF2-40B4-BE49-F238E27FC236}">
                  <a16:creationId xmlns:a16="http://schemas.microsoft.com/office/drawing/2014/main" id="{F43F5F92-56CD-2D65-5260-53D8DB3C3D58}"/>
                </a:ext>
              </a:extLst>
            </p:cNvPr>
            <p:cNvSpPr/>
            <p:nvPr/>
          </p:nvSpPr>
          <p:spPr>
            <a:xfrm>
              <a:off x="2360625" y="3503225"/>
              <a:ext cx="95475" cy="140375"/>
            </a:xfrm>
            <a:custGeom>
              <a:avLst/>
              <a:gdLst/>
              <a:ahLst/>
              <a:cxnLst/>
              <a:rect l="l" t="t" r="r" b="b"/>
              <a:pathLst>
                <a:path w="3819" h="5615" extrusionOk="0">
                  <a:moveTo>
                    <a:pt x="1726" y="0"/>
                  </a:moveTo>
                  <a:cubicBezTo>
                    <a:pt x="1103" y="0"/>
                    <a:pt x="522" y="423"/>
                    <a:pt x="309" y="1039"/>
                  </a:cubicBezTo>
                  <a:cubicBezTo>
                    <a:pt x="1" y="1881"/>
                    <a:pt x="366" y="2891"/>
                    <a:pt x="843" y="3593"/>
                  </a:cubicBezTo>
                  <a:cubicBezTo>
                    <a:pt x="1376" y="4436"/>
                    <a:pt x="3229" y="5615"/>
                    <a:pt x="3229" y="5615"/>
                  </a:cubicBezTo>
                  <a:cubicBezTo>
                    <a:pt x="3257" y="5615"/>
                    <a:pt x="3650" y="4127"/>
                    <a:pt x="3650" y="4043"/>
                  </a:cubicBezTo>
                  <a:cubicBezTo>
                    <a:pt x="3819" y="2920"/>
                    <a:pt x="3454" y="674"/>
                    <a:pt x="2331" y="140"/>
                  </a:cubicBezTo>
                  <a:cubicBezTo>
                    <a:pt x="2132" y="44"/>
                    <a:pt x="1927" y="0"/>
                    <a:pt x="1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4157;p64">
              <a:extLst>
                <a:ext uri="{FF2B5EF4-FFF2-40B4-BE49-F238E27FC236}">
                  <a16:creationId xmlns:a16="http://schemas.microsoft.com/office/drawing/2014/main" id="{CE66901B-4696-1920-ECBF-38B011F0C8DC}"/>
                </a:ext>
              </a:extLst>
            </p:cNvPr>
            <p:cNvSpPr/>
            <p:nvPr/>
          </p:nvSpPr>
          <p:spPr>
            <a:xfrm>
              <a:off x="3864725" y="5031175"/>
              <a:ext cx="1179875" cy="346750"/>
            </a:xfrm>
            <a:custGeom>
              <a:avLst/>
              <a:gdLst/>
              <a:ahLst/>
              <a:cxnLst/>
              <a:rect l="l" t="t" r="r" b="b"/>
              <a:pathLst>
                <a:path w="47195" h="13870" extrusionOk="0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4158;p64">
              <a:extLst>
                <a:ext uri="{FF2B5EF4-FFF2-40B4-BE49-F238E27FC236}">
                  <a16:creationId xmlns:a16="http://schemas.microsoft.com/office/drawing/2014/main" id="{9F454429-D44F-EC10-7D82-09F4EA80030B}"/>
                </a:ext>
              </a:extLst>
            </p:cNvPr>
            <p:cNvSpPr/>
            <p:nvPr/>
          </p:nvSpPr>
          <p:spPr>
            <a:xfrm>
              <a:off x="3864725" y="5031175"/>
              <a:ext cx="1179875" cy="346750"/>
            </a:xfrm>
            <a:custGeom>
              <a:avLst/>
              <a:gdLst/>
              <a:ahLst/>
              <a:cxnLst/>
              <a:rect l="l" t="t" r="r" b="b"/>
              <a:pathLst>
                <a:path w="47195" h="13870" extrusionOk="0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4159;p64">
              <a:extLst>
                <a:ext uri="{FF2B5EF4-FFF2-40B4-BE49-F238E27FC236}">
                  <a16:creationId xmlns:a16="http://schemas.microsoft.com/office/drawing/2014/main" id="{E47A7127-7167-AD3F-022F-51B8BB5AFD5C}"/>
                </a:ext>
              </a:extLst>
            </p:cNvPr>
            <p:cNvSpPr/>
            <p:nvPr/>
          </p:nvSpPr>
          <p:spPr>
            <a:xfrm>
              <a:off x="4084425" y="2377175"/>
              <a:ext cx="392350" cy="435425"/>
            </a:xfrm>
            <a:custGeom>
              <a:avLst/>
              <a:gdLst/>
              <a:ahLst/>
              <a:cxnLst/>
              <a:rect l="l" t="t" r="r" b="b"/>
              <a:pathLst>
                <a:path w="15694" h="17417" extrusionOk="0">
                  <a:moveTo>
                    <a:pt x="7946" y="0"/>
                  </a:moveTo>
                  <a:cubicBezTo>
                    <a:pt x="5367" y="0"/>
                    <a:pt x="3225" y="1790"/>
                    <a:pt x="2162" y="2958"/>
                  </a:cubicBezTo>
                  <a:cubicBezTo>
                    <a:pt x="1011" y="4249"/>
                    <a:pt x="1769" y="6748"/>
                    <a:pt x="1657" y="7253"/>
                  </a:cubicBezTo>
                  <a:cubicBezTo>
                    <a:pt x="1516" y="7759"/>
                    <a:pt x="0" y="9415"/>
                    <a:pt x="56" y="9920"/>
                  </a:cubicBezTo>
                  <a:cubicBezTo>
                    <a:pt x="113" y="10426"/>
                    <a:pt x="871" y="10510"/>
                    <a:pt x="871" y="10510"/>
                  </a:cubicBezTo>
                  <a:cubicBezTo>
                    <a:pt x="871" y="10510"/>
                    <a:pt x="1516" y="13486"/>
                    <a:pt x="1909" y="14216"/>
                  </a:cubicBezTo>
                  <a:cubicBezTo>
                    <a:pt x="2274" y="14918"/>
                    <a:pt x="3313" y="15030"/>
                    <a:pt x="3678" y="15030"/>
                  </a:cubicBezTo>
                  <a:cubicBezTo>
                    <a:pt x="4071" y="15030"/>
                    <a:pt x="4464" y="15339"/>
                    <a:pt x="4464" y="15339"/>
                  </a:cubicBezTo>
                  <a:lnTo>
                    <a:pt x="5054" y="17416"/>
                  </a:lnTo>
                  <a:lnTo>
                    <a:pt x="13785" y="15423"/>
                  </a:lnTo>
                  <a:lnTo>
                    <a:pt x="13504" y="12531"/>
                  </a:lnTo>
                  <a:cubicBezTo>
                    <a:pt x="13504" y="12531"/>
                    <a:pt x="15694" y="9668"/>
                    <a:pt x="15497" y="6860"/>
                  </a:cubicBezTo>
                  <a:cubicBezTo>
                    <a:pt x="15301" y="4053"/>
                    <a:pt x="13083" y="2649"/>
                    <a:pt x="13083" y="2649"/>
                  </a:cubicBezTo>
                  <a:cubicBezTo>
                    <a:pt x="13083" y="2649"/>
                    <a:pt x="11483" y="347"/>
                    <a:pt x="8591" y="38"/>
                  </a:cubicBezTo>
                  <a:cubicBezTo>
                    <a:pt x="8373" y="12"/>
                    <a:pt x="8158" y="0"/>
                    <a:pt x="7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4160;p64">
              <a:extLst>
                <a:ext uri="{FF2B5EF4-FFF2-40B4-BE49-F238E27FC236}">
                  <a16:creationId xmlns:a16="http://schemas.microsoft.com/office/drawing/2014/main" id="{BD734221-8405-B8B0-3CE8-44EAA0CFE91E}"/>
                </a:ext>
              </a:extLst>
            </p:cNvPr>
            <p:cNvSpPr/>
            <p:nvPr/>
          </p:nvSpPr>
          <p:spPr>
            <a:xfrm>
              <a:off x="4079500" y="2371100"/>
              <a:ext cx="398700" cy="447250"/>
            </a:xfrm>
            <a:custGeom>
              <a:avLst/>
              <a:gdLst/>
              <a:ahLst/>
              <a:cxnLst/>
              <a:rect l="l" t="t" r="r" b="b"/>
              <a:pathLst>
                <a:path w="15948" h="17890" extrusionOk="0">
                  <a:moveTo>
                    <a:pt x="8170" y="477"/>
                  </a:moveTo>
                  <a:cubicBezTo>
                    <a:pt x="8367" y="477"/>
                    <a:pt x="8564" y="477"/>
                    <a:pt x="8788" y="506"/>
                  </a:cubicBezTo>
                  <a:cubicBezTo>
                    <a:pt x="10164" y="674"/>
                    <a:pt x="11231" y="1292"/>
                    <a:pt x="11961" y="1881"/>
                  </a:cubicBezTo>
                  <a:cubicBezTo>
                    <a:pt x="12326" y="2190"/>
                    <a:pt x="12606" y="2471"/>
                    <a:pt x="12803" y="2695"/>
                  </a:cubicBezTo>
                  <a:cubicBezTo>
                    <a:pt x="12887" y="2780"/>
                    <a:pt x="12971" y="2864"/>
                    <a:pt x="12999" y="2948"/>
                  </a:cubicBezTo>
                  <a:lnTo>
                    <a:pt x="13055" y="3004"/>
                  </a:lnTo>
                  <a:lnTo>
                    <a:pt x="13084" y="3032"/>
                  </a:lnTo>
                  <a:lnTo>
                    <a:pt x="13140" y="3088"/>
                  </a:lnTo>
                  <a:lnTo>
                    <a:pt x="13168" y="3116"/>
                  </a:lnTo>
                  <a:cubicBezTo>
                    <a:pt x="13280" y="3173"/>
                    <a:pt x="13813" y="3566"/>
                    <a:pt x="14347" y="4211"/>
                  </a:cubicBezTo>
                  <a:cubicBezTo>
                    <a:pt x="14852" y="4885"/>
                    <a:pt x="15386" y="5868"/>
                    <a:pt x="15470" y="7131"/>
                  </a:cubicBezTo>
                  <a:cubicBezTo>
                    <a:pt x="15470" y="7243"/>
                    <a:pt x="15470" y="7356"/>
                    <a:pt x="15470" y="7468"/>
                  </a:cubicBezTo>
                  <a:cubicBezTo>
                    <a:pt x="15470" y="8760"/>
                    <a:pt x="14993" y="10051"/>
                    <a:pt x="14487" y="11034"/>
                  </a:cubicBezTo>
                  <a:cubicBezTo>
                    <a:pt x="14263" y="11511"/>
                    <a:pt x="14010" y="11932"/>
                    <a:pt x="13842" y="12213"/>
                  </a:cubicBezTo>
                  <a:cubicBezTo>
                    <a:pt x="13729" y="12353"/>
                    <a:pt x="13673" y="12465"/>
                    <a:pt x="13617" y="12522"/>
                  </a:cubicBezTo>
                  <a:lnTo>
                    <a:pt x="13561" y="12606"/>
                  </a:lnTo>
                  <a:lnTo>
                    <a:pt x="13533" y="12634"/>
                  </a:lnTo>
                  <a:cubicBezTo>
                    <a:pt x="13505" y="12690"/>
                    <a:pt x="13477" y="12746"/>
                    <a:pt x="13477" y="12802"/>
                  </a:cubicBezTo>
                  <a:lnTo>
                    <a:pt x="13729" y="15469"/>
                  </a:lnTo>
                  <a:lnTo>
                    <a:pt x="5391" y="17378"/>
                  </a:lnTo>
                  <a:lnTo>
                    <a:pt x="4886" y="15526"/>
                  </a:lnTo>
                  <a:cubicBezTo>
                    <a:pt x="4858" y="15469"/>
                    <a:pt x="4830" y="15413"/>
                    <a:pt x="4801" y="15385"/>
                  </a:cubicBezTo>
                  <a:cubicBezTo>
                    <a:pt x="4773" y="15385"/>
                    <a:pt x="4689" y="15301"/>
                    <a:pt x="4521" y="15217"/>
                  </a:cubicBezTo>
                  <a:cubicBezTo>
                    <a:pt x="4352" y="15132"/>
                    <a:pt x="4128" y="15048"/>
                    <a:pt x="3875" y="15048"/>
                  </a:cubicBezTo>
                  <a:cubicBezTo>
                    <a:pt x="3707" y="15048"/>
                    <a:pt x="3398" y="15020"/>
                    <a:pt x="3061" y="14908"/>
                  </a:cubicBezTo>
                  <a:cubicBezTo>
                    <a:pt x="2752" y="14796"/>
                    <a:pt x="2443" y="14599"/>
                    <a:pt x="2303" y="14346"/>
                  </a:cubicBezTo>
                  <a:cubicBezTo>
                    <a:pt x="2219" y="14178"/>
                    <a:pt x="2106" y="13869"/>
                    <a:pt x="1994" y="13504"/>
                  </a:cubicBezTo>
                  <a:cubicBezTo>
                    <a:pt x="1826" y="12943"/>
                    <a:pt x="1657" y="12241"/>
                    <a:pt x="1517" y="11679"/>
                  </a:cubicBezTo>
                  <a:cubicBezTo>
                    <a:pt x="1404" y="11118"/>
                    <a:pt x="1320" y="10697"/>
                    <a:pt x="1292" y="10697"/>
                  </a:cubicBezTo>
                  <a:cubicBezTo>
                    <a:pt x="1292" y="10584"/>
                    <a:pt x="1208" y="10528"/>
                    <a:pt x="1096" y="10500"/>
                  </a:cubicBezTo>
                  <a:cubicBezTo>
                    <a:pt x="1068" y="10500"/>
                    <a:pt x="899" y="10472"/>
                    <a:pt x="731" y="10416"/>
                  </a:cubicBezTo>
                  <a:cubicBezTo>
                    <a:pt x="675" y="10388"/>
                    <a:pt x="590" y="10332"/>
                    <a:pt x="562" y="10304"/>
                  </a:cubicBezTo>
                  <a:cubicBezTo>
                    <a:pt x="506" y="10247"/>
                    <a:pt x="478" y="10191"/>
                    <a:pt x="478" y="10135"/>
                  </a:cubicBezTo>
                  <a:cubicBezTo>
                    <a:pt x="478" y="10107"/>
                    <a:pt x="478" y="10051"/>
                    <a:pt x="534" y="9967"/>
                  </a:cubicBezTo>
                  <a:cubicBezTo>
                    <a:pt x="646" y="9686"/>
                    <a:pt x="983" y="9181"/>
                    <a:pt x="1320" y="8731"/>
                  </a:cubicBezTo>
                  <a:cubicBezTo>
                    <a:pt x="1489" y="8507"/>
                    <a:pt x="1657" y="8282"/>
                    <a:pt x="1797" y="8086"/>
                  </a:cubicBezTo>
                  <a:cubicBezTo>
                    <a:pt x="1910" y="7889"/>
                    <a:pt x="2022" y="7721"/>
                    <a:pt x="2078" y="7552"/>
                  </a:cubicBezTo>
                  <a:cubicBezTo>
                    <a:pt x="2078" y="7468"/>
                    <a:pt x="2078" y="7412"/>
                    <a:pt x="2078" y="7328"/>
                  </a:cubicBezTo>
                  <a:cubicBezTo>
                    <a:pt x="2078" y="7103"/>
                    <a:pt x="2050" y="6822"/>
                    <a:pt x="2022" y="6485"/>
                  </a:cubicBezTo>
                  <a:cubicBezTo>
                    <a:pt x="1966" y="6149"/>
                    <a:pt x="1938" y="5756"/>
                    <a:pt x="1938" y="5362"/>
                  </a:cubicBezTo>
                  <a:cubicBezTo>
                    <a:pt x="1938" y="4604"/>
                    <a:pt x="2078" y="3875"/>
                    <a:pt x="2527" y="3369"/>
                  </a:cubicBezTo>
                  <a:cubicBezTo>
                    <a:pt x="3033" y="2780"/>
                    <a:pt x="3847" y="2050"/>
                    <a:pt x="4801" y="1488"/>
                  </a:cubicBezTo>
                  <a:cubicBezTo>
                    <a:pt x="5784" y="899"/>
                    <a:pt x="6935" y="477"/>
                    <a:pt x="8170" y="477"/>
                  </a:cubicBezTo>
                  <a:close/>
                  <a:moveTo>
                    <a:pt x="8170" y="0"/>
                  </a:moveTo>
                  <a:cubicBezTo>
                    <a:pt x="6823" y="0"/>
                    <a:pt x="5588" y="477"/>
                    <a:pt x="4577" y="1067"/>
                  </a:cubicBezTo>
                  <a:cubicBezTo>
                    <a:pt x="3538" y="1685"/>
                    <a:pt x="2724" y="2443"/>
                    <a:pt x="2191" y="3060"/>
                  </a:cubicBezTo>
                  <a:cubicBezTo>
                    <a:pt x="1601" y="3706"/>
                    <a:pt x="1489" y="4576"/>
                    <a:pt x="1489" y="5362"/>
                  </a:cubicBezTo>
                  <a:cubicBezTo>
                    <a:pt x="1489" y="5784"/>
                    <a:pt x="1517" y="6177"/>
                    <a:pt x="1545" y="6514"/>
                  </a:cubicBezTo>
                  <a:cubicBezTo>
                    <a:pt x="1601" y="6879"/>
                    <a:pt x="1629" y="7159"/>
                    <a:pt x="1629" y="7328"/>
                  </a:cubicBezTo>
                  <a:cubicBezTo>
                    <a:pt x="1629" y="7384"/>
                    <a:pt x="1629" y="7412"/>
                    <a:pt x="1601" y="7440"/>
                  </a:cubicBezTo>
                  <a:lnTo>
                    <a:pt x="1626" y="7446"/>
                  </a:lnTo>
                  <a:lnTo>
                    <a:pt x="1626" y="7446"/>
                  </a:lnTo>
                  <a:cubicBezTo>
                    <a:pt x="1594" y="7508"/>
                    <a:pt x="1484" y="7700"/>
                    <a:pt x="1348" y="7917"/>
                  </a:cubicBezTo>
                  <a:cubicBezTo>
                    <a:pt x="1124" y="8226"/>
                    <a:pt x="787" y="8675"/>
                    <a:pt x="534" y="9068"/>
                  </a:cubicBezTo>
                  <a:cubicBezTo>
                    <a:pt x="394" y="9265"/>
                    <a:pt x="253" y="9433"/>
                    <a:pt x="169" y="9630"/>
                  </a:cubicBezTo>
                  <a:cubicBezTo>
                    <a:pt x="85" y="9798"/>
                    <a:pt x="29" y="9967"/>
                    <a:pt x="1" y="10135"/>
                  </a:cubicBezTo>
                  <a:lnTo>
                    <a:pt x="29" y="10219"/>
                  </a:lnTo>
                  <a:lnTo>
                    <a:pt x="30" y="10219"/>
                  </a:lnTo>
                  <a:lnTo>
                    <a:pt x="30" y="10219"/>
                  </a:lnTo>
                  <a:cubicBezTo>
                    <a:pt x="40" y="10401"/>
                    <a:pt x="146" y="10534"/>
                    <a:pt x="253" y="10641"/>
                  </a:cubicBezTo>
                  <a:cubicBezTo>
                    <a:pt x="422" y="10809"/>
                    <a:pt x="618" y="10865"/>
                    <a:pt x="759" y="10921"/>
                  </a:cubicBezTo>
                  <a:cubicBezTo>
                    <a:pt x="804" y="10936"/>
                    <a:pt x="845" y="10947"/>
                    <a:pt x="882" y="10956"/>
                  </a:cubicBezTo>
                  <a:lnTo>
                    <a:pt x="882" y="10956"/>
                  </a:lnTo>
                  <a:cubicBezTo>
                    <a:pt x="943" y="11227"/>
                    <a:pt x="1068" y="11783"/>
                    <a:pt x="1208" y="12381"/>
                  </a:cubicBezTo>
                  <a:cubicBezTo>
                    <a:pt x="1320" y="12802"/>
                    <a:pt x="1433" y="13251"/>
                    <a:pt x="1545" y="13645"/>
                  </a:cubicBezTo>
                  <a:cubicBezTo>
                    <a:pt x="1657" y="14038"/>
                    <a:pt x="1769" y="14346"/>
                    <a:pt x="1882" y="14543"/>
                  </a:cubicBezTo>
                  <a:cubicBezTo>
                    <a:pt x="2134" y="14992"/>
                    <a:pt x="2527" y="15217"/>
                    <a:pt x="2920" y="15357"/>
                  </a:cubicBezTo>
                  <a:cubicBezTo>
                    <a:pt x="3314" y="15469"/>
                    <a:pt x="3679" y="15497"/>
                    <a:pt x="3875" y="15497"/>
                  </a:cubicBezTo>
                  <a:cubicBezTo>
                    <a:pt x="4015" y="15497"/>
                    <a:pt x="4184" y="15554"/>
                    <a:pt x="4296" y="15638"/>
                  </a:cubicBezTo>
                  <a:cubicBezTo>
                    <a:pt x="4350" y="15665"/>
                    <a:pt x="4403" y="15691"/>
                    <a:pt x="4432" y="15718"/>
                  </a:cubicBezTo>
                  <a:lnTo>
                    <a:pt x="4432" y="15718"/>
                  </a:lnTo>
                  <a:lnTo>
                    <a:pt x="5026" y="17715"/>
                  </a:lnTo>
                  <a:cubicBezTo>
                    <a:pt x="5050" y="17813"/>
                    <a:pt x="5138" y="17889"/>
                    <a:pt x="5235" y="17889"/>
                  </a:cubicBezTo>
                  <a:cubicBezTo>
                    <a:pt x="5249" y="17889"/>
                    <a:pt x="5264" y="17888"/>
                    <a:pt x="5279" y="17884"/>
                  </a:cubicBezTo>
                  <a:lnTo>
                    <a:pt x="14010" y="15891"/>
                  </a:lnTo>
                  <a:cubicBezTo>
                    <a:pt x="14150" y="15862"/>
                    <a:pt x="14207" y="15750"/>
                    <a:pt x="14207" y="15638"/>
                  </a:cubicBezTo>
                  <a:lnTo>
                    <a:pt x="13959" y="12830"/>
                  </a:lnTo>
                  <a:lnTo>
                    <a:pt x="13959" y="12830"/>
                  </a:lnTo>
                  <a:cubicBezTo>
                    <a:pt x="14108" y="12620"/>
                    <a:pt x="14508" y="12030"/>
                    <a:pt x="14908" y="11230"/>
                  </a:cubicBezTo>
                  <a:cubicBezTo>
                    <a:pt x="15414" y="10219"/>
                    <a:pt x="15947" y="8872"/>
                    <a:pt x="15947" y="7468"/>
                  </a:cubicBezTo>
                  <a:cubicBezTo>
                    <a:pt x="15947" y="7328"/>
                    <a:pt x="15947" y="7215"/>
                    <a:pt x="15919" y="7075"/>
                  </a:cubicBezTo>
                  <a:cubicBezTo>
                    <a:pt x="15835" y="5615"/>
                    <a:pt x="15189" y="4520"/>
                    <a:pt x="14600" y="3790"/>
                  </a:cubicBezTo>
                  <a:cubicBezTo>
                    <a:pt x="14040" y="3129"/>
                    <a:pt x="13526" y="2767"/>
                    <a:pt x="13414" y="2705"/>
                  </a:cubicBezTo>
                  <a:lnTo>
                    <a:pt x="13414" y="2705"/>
                  </a:lnTo>
                  <a:cubicBezTo>
                    <a:pt x="13299" y="2554"/>
                    <a:pt x="12901" y="2054"/>
                    <a:pt x="12269" y="1516"/>
                  </a:cubicBezTo>
                  <a:cubicBezTo>
                    <a:pt x="11483" y="899"/>
                    <a:pt x="10332" y="197"/>
                    <a:pt x="8816" y="56"/>
                  </a:cubicBezTo>
                  <a:cubicBezTo>
                    <a:pt x="8620" y="28"/>
                    <a:pt x="8395" y="0"/>
                    <a:pt x="8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4161;p64">
              <a:extLst>
                <a:ext uri="{FF2B5EF4-FFF2-40B4-BE49-F238E27FC236}">
                  <a16:creationId xmlns:a16="http://schemas.microsoft.com/office/drawing/2014/main" id="{8FF23EA7-FB6E-00C9-AC34-CCD1E89018B8}"/>
                </a:ext>
              </a:extLst>
            </p:cNvPr>
            <p:cNvSpPr/>
            <p:nvPr/>
          </p:nvSpPr>
          <p:spPr>
            <a:xfrm>
              <a:off x="4160925" y="2436200"/>
              <a:ext cx="315850" cy="264150"/>
            </a:xfrm>
            <a:custGeom>
              <a:avLst/>
              <a:gdLst/>
              <a:ahLst/>
              <a:cxnLst/>
              <a:rect l="l" t="t" r="r" b="b"/>
              <a:pathLst>
                <a:path w="12634" h="10566" extrusionOk="0">
                  <a:moveTo>
                    <a:pt x="3102" y="0"/>
                  </a:moveTo>
                  <a:cubicBezTo>
                    <a:pt x="2764" y="0"/>
                    <a:pt x="2447" y="83"/>
                    <a:pt x="2162" y="288"/>
                  </a:cubicBezTo>
                  <a:cubicBezTo>
                    <a:pt x="2162" y="288"/>
                    <a:pt x="0" y="2085"/>
                    <a:pt x="113" y="2899"/>
                  </a:cubicBezTo>
                  <a:cubicBezTo>
                    <a:pt x="253" y="3741"/>
                    <a:pt x="1264" y="4387"/>
                    <a:pt x="1208" y="5145"/>
                  </a:cubicBezTo>
                  <a:cubicBezTo>
                    <a:pt x="1161" y="5772"/>
                    <a:pt x="1364" y="6975"/>
                    <a:pt x="1659" y="6975"/>
                  </a:cubicBezTo>
                  <a:cubicBezTo>
                    <a:pt x="1720" y="6975"/>
                    <a:pt x="1785" y="6923"/>
                    <a:pt x="1853" y="6801"/>
                  </a:cubicBezTo>
                  <a:cubicBezTo>
                    <a:pt x="2218" y="6099"/>
                    <a:pt x="2022" y="5341"/>
                    <a:pt x="2611" y="5145"/>
                  </a:cubicBezTo>
                  <a:cubicBezTo>
                    <a:pt x="2659" y="5128"/>
                    <a:pt x="2709" y="5120"/>
                    <a:pt x="2760" y="5120"/>
                  </a:cubicBezTo>
                  <a:cubicBezTo>
                    <a:pt x="3311" y="5120"/>
                    <a:pt x="4025" y="6040"/>
                    <a:pt x="4127" y="6914"/>
                  </a:cubicBezTo>
                  <a:cubicBezTo>
                    <a:pt x="4268" y="7896"/>
                    <a:pt x="4071" y="8317"/>
                    <a:pt x="4577" y="9019"/>
                  </a:cubicBezTo>
                  <a:cubicBezTo>
                    <a:pt x="5094" y="9700"/>
                    <a:pt x="6245" y="10566"/>
                    <a:pt x="7518" y="10566"/>
                  </a:cubicBezTo>
                  <a:cubicBezTo>
                    <a:pt x="7558" y="10566"/>
                    <a:pt x="7597" y="10565"/>
                    <a:pt x="7637" y="10563"/>
                  </a:cubicBezTo>
                  <a:cubicBezTo>
                    <a:pt x="8984" y="10507"/>
                    <a:pt x="10444" y="10170"/>
                    <a:pt x="10444" y="10170"/>
                  </a:cubicBezTo>
                  <a:cubicBezTo>
                    <a:pt x="10444" y="10170"/>
                    <a:pt x="12634" y="7307"/>
                    <a:pt x="12437" y="4499"/>
                  </a:cubicBezTo>
                  <a:cubicBezTo>
                    <a:pt x="12241" y="1692"/>
                    <a:pt x="10023" y="288"/>
                    <a:pt x="10023" y="288"/>
                  </a:cubicBezTo>
                  <a:lnTo>
                    <a:pt x="10023" y="288"/>
                  </a:lnTo>
                  <a:cubicBezTo>
                    <a:pt x="10023" y="288"/>
                    <a:pt x="10079" y="1186"/>
                    <a:pt x="8226" y="1495"/>
                  </a:cubicBezTo>
                  <a:cubicBezTo>
                    <a:pt x="8116" y="1515"/>
                    <a:pt x="8003" y="1524"/>
                    <a:pt x="7887" y="1524"/>
                  </a:cubicBezTo>
                  <a:cubicBezTo>
                    <a:pt x="6410" y="1524"/>
                    <a:pt x="4554" y="0"/>
                    <a:pt x="3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4162;p64">
              <a:extLst>
                <a:ext uri="{FF2B5EF4-FFF2-40B4-BE49-F238E27FC236}">
                  <a16:creationId xmlns:a16="http://schemas.microsoft.com/office/drawing/2014/main" id="{6430D06A-A1EE-21F0-3880-ADA13AE4C583}"/>
                </a:ext>
              </a:extLst>
            </p:cNvPr>
            <p:cNvSpPr/>
            <p:nvPr/>
          </p:nvSpPr>
          <p:spPr>
            <a:xfrm>
              <a:off x="4158125" y="2430050"/>
              <a:ext cx="320075" cy="275850"/>
            </a:xfrm>
            <a:custGeom>
              <a:avLst/>
              <a:gdLst/>
              <a:ahLst/>
              <a:cxnLst/>
              <a:rect l="l" t="t" r="r" b="b"/>
              <a:pathLst>
                <a:path w="12803" h="11034" extrusionOk="0">
                  <a:moveTo>
                    <a:pt x="3201" y="478"/>
                  </a:moveTo>
                  <a:cubicBezTo>
                    <a:pt x="3846" y="478"/>
                    <a:pt x="4689" y="843"/>
                    <a:pt x="5503" y="1236"/>
                  </a:cubicBezTo>
                  <a:cubicBezTo>
                    <a:pt x="6345" y="1601"/>
                    <a:pt x="7187" y="1994"/>
                    <a:pt x="8001" y="1994"/>
                  </a:cubicBezTo>
                  <a:cubicBezTo>
                    <a:pt x="8142" y="1994"/>
                    <a:pt x="8254" y="1994"/>
                    <a:pt x="8366" y="1966"/>
                  </a:cubicBezTo>
                  <a:cubicBezTo>
                    <a:pt x="9265" y="1825"/>
                    <a:pt x="9770" y="1517"/>
                    <a:pt x="10051" y="1236"/>
                  </a:cubicBezTo>
                  <a:cubicBezTo>
                    <a:pt x="10150" y="1127"/>
                    <a:pt x="10217" y="1022"/>
                    <a:pt x="10263" y="926"/>
                  </a:cubicBezTo>
                  <a:lnTo>
                    <a:pt x="10263" y="926"/>
                  </a:lnTo>
                  <a:cubicBezTo>
                    <a:pt x="10494" y="1108"/>
                    <a:pt x="10848" y="1425"/>
                    <a:pt x="11202" y="1853"/>
                  </a:cubicBezTo>
                  <a:cubicBezTo>
                    <a:pt x="11707" y="2527"/>
                    <a:pt x="12241" y="3510"/>
                    <a:pt x="12325" y="4773"/>
                  </a:cubicBezTo>
                  <a:cubicBezTo>
                    <a:pt x="12325" y="4885"/>
                    <a:pt x="12325" y="4998"/>
                    <a:pt x="12325" y="5110"/>
                  </a:cubicBezTo>
                  <a:cubicBezTo>
                    <a:pt x="12325" y="6402"/>
                    <a:pt x="11848" y="7693"/>
                    <a:pt x="11342" y="8676"/>
                  </a:cubicBezTo>
                  <a:cubicBezTo>
                    <a:pt x="11118" y="9153"/>
                    <a:pt x="10865" y="9574"/>
                    <a:pt x="10697" y="9855"/>
                  </a:cubicBezTo>
                  <a:cubicBezTo>
                    <a:pt x="10584" y="9995"/>
                    <a:pt x="10528" y="10107"/>
                    <a:pt x="10472" y="10164"/>
                  </a:cubicBezTo>
                  <a:lnTo>
                    <a:pt x="10437" y="10216"/>
                  </a:lnTo>
                  <a:lnTo>
                    <a:pt x="10437" y="10216"/>
                  </a:lnTo>
                  <a:cubicBezTo>
                    <a:pt x="10397" y="10225"/>
                    <a:pt x="10343" y="10237"/>
                    <a:pt x="10275" y="10248"/>
                  </a:cubicBezTo>
                  <a:cubicBezTo>
                    <a:pt x="9798" y="10332"/>
                    <a:pt x="8731" y="10529"/>
                    <a:pt x="7749" y="10585"/>
                  </a:cubicBezTo>
                  <a:lnTo>
                    <a:pt x="7636" y="10585"/>
                  </a:lnTo>
                  <a:cubicBezTo>
                    <a:pt x="7047" y="10585"/>
                    <a:pt x="6457" y="10388"/>
                    <a:pt x="5980" y="10107"/>
                  </a:cubicBezTo>
                  <a:cubicBezTo>
                    <a:pt x="5503" y="9827"/>
                    <a:pt x="5110" y="9462"/>
                    <a:pt x="4885" y="9153"/>
                  </a:cubicBezTo>
                  <a:cubicBezTo>
                    <a:pt x="4660" y="8816"/>
                    <a:pt x="4604" y="8591"/>
                    <a:pt x="4576" y="8311"/>
                  </a:cubicBezTo>
                  <a:cubicBezTo>
                    <a:pt x="4520" y="8002"/>
                    <a:pt x="4548" y="7637"/>
                    <a:pt x="4492" y="7131"/>
                  </a:cubicBezTo>
                  <a:cubicBezTo>
                    <a:pt x="4408" y="6654"/>
                    <a:pt x="4183" y="6177"/>
                    <a:pt x="3902" y="5784"/>
                  </a:cubicBezTo>
                  <a:cubicBezTo>
                    <a:pt x="3762" y="5615"/>
                    <a:pt x="3594" y="5447"/>
                    <a:pt x="3425" y="5335"/>
                  </a:cubicBezTo>
                  <a:cubicBezTo>
                    <a:pt x="3257" y="5222"/>
                    <a:pt x="3060" y="5138"/>
                    <a:pt x="2864" y="5138"/>
                  </a:cubicBezTo>
                  <a:cubicBezTo>
                    <a:pt x="2779" y="5138"/>
                    <a:pt x="2723" y="5138"/>
                    <a:pt x="2639" y="5166"/>
                  </a:cubicBezTo>
                  <a:cubicBezTo>
                    <a:pt x="2443" y="5222"/>
                    <a:pt x="2302" y="5363"/>
                    <a:pt x="2218" y="5503"/>
                  </a:cubicBezTo>
                  <a:cubicBezTo>
                    <a:pt x="2078" y="5728"/>
                    <a:pt x="2050" y="5980"/>
                    <a:pt x="1993" y="6205"/>
                  </a:cubicBezTo>
                  <a:cubicBezTo>
                    <a:pt x="1940" y="6445"/>
                    <a:pt x="1887" y="6685"/>
                    <a:pt x="1762" y="6900"/>
                  </a:cubicBezTo>
                  <a:lnTo>
                    <a:pt x="1762" y="6900"/>
                  </a:lnTo>
                  <a:cubicBezTo>
                    <a:pt x="1754" y="6885"/>
                    <a:pt x="1747" y="6869"/>
                    <a:pt x="1741" y="6851"/>
                  </a:cubicBezTo>
                  <a:cubicBezTo>
                    <a:pt x="1628" y="6570"/>
                    <a:pt x="1544" y="6008"/>
                    <a:pt x="1544" y="5587"/>
                  </a:cubicBezTo>
                  <a:cubicBezTo>
                    <a:pt x="1544" y="5531"/>
                    <a:pt x="1544" y="5475"/>
                    <a:pt x="1544" y="5391"/>
                  </a:cubicBezTo>
                  <a:lnTo>
                    <a:pt x="1544" y="5307"/>
                  </a:lnTo>
                  <a:cubicBezTo>
                    <a:pt x="1544" y="5082"/>
                    <a:pt x="1488" y="4857"/>
                    <a:pt x="1376" y="4661"/>
                  </a:cubicBezTo>
                  <a:cubicBezTo>
                    <a:pt x="1207" y="4380"/>
                    <a:pt x="1011" y="4127"/>
                    <a:pt x="814" y="3875"/>
                  </a:cubicBezTo>
                  <a:cubicBezTo>
                    <a:pt x="646" y="3594"/>
                    <a:pt x="505" y="3341"/>
                    <a:pt x="449" y="3117"/>
                  </a:cubicBezTo>
                  <a:lnTo>
                    <a:pt x="449" y="3089"/>
                  </a:lnTo>
                  <a:cubicBezTo>
                    <a:pt x="449" y="2948"/>
                    <a:pt x="562" y="2724"/>
                    <a:pt x="730" y="2443"/>
                  </a:cubicBezTo>
                  <a:cubicBezTo>
                    <a:pt x="1011" y="2050"/>
                    <a:pt x="1432" y="1629"/>
                    <a:pt x="1797" y="1292"/>
                  </a:cubicBezTo>
                  <a:cubicBezTo>
                    <a:pt x="1965" y="1123"/>
                    <a:pt x="2134" y="983"/>
                    <a:pt x="2246" y="871"/>
                  </a:cubicBezTo>
                  <a:cubicBezTo>
                    <a:pt x="2329" y="788"/>
                    <a:pt x="2381" y="736"/>
                    <a:pt x="2403" y="714"/>
                  </a:cubicBezTo>
                  <a:lnTo>
                    <a:pt x="2403" y="714"/>
                  </a:lnTo>
                  <a:lnTo>
                    <a:pt x="2415" y="730"/>
                  </a:lnTo>
                  <a:cubicBezTo>
                    <a:pt x="2639" y="562"/>
                    <a:pt x="2920" y="478"/>
                    <a:pt x="3201" y="478"/>
                  </a:cubicBezTo>
                  <a:close/>
                  <a:moveTo>
                    <a:pt x="3201" y="0"/>
                  </a:moveTo>
                  <a:cubicBezTo>
                    <a:pt x="2836" y="0"/>
                    <a:pt x="2471" y="113"/>
                    <a:pt x="2134" y="337"/>
                  </a:cubicBezTo>
                  <a:lnTo>
                    <a:pt x="2134" y="365"/>
                  </a:lnTo>
                  <a:cubicBezTo>
                    <a:pt x="2106" y="365"/>
                    <a:pt x="1600" y="787"/>
                    <a:pt x="1067" y="1320"/>
                  </a:cubicBezTo>
                  <a:cubicBezTo>
                    <a:pt x="814" y="1601"/>
                    <a:pt x="562" y="1881"/>
                    <a:pt x="365" y="2190"/>
                  </a:cubicBezTo>
                  <a:cubicBezTo>
                    <a:pt x="140" y="2471"/>
                    <a:pt x="0" y="2780"/>
                    <a:pt x="0" y="3089"/>
                  </a:cubicBezTo>
                  <a:lnTo>
                    <a:pt x="0" y="3201"/>
                  </a:lnTo>
                  <a:lnTo>
                    <a:pt x="5" y="3200"/>
                  </a:lnTo>
                  <a:lnTo>
                    <a:pt x="5" y="3200"/>
                  </a:lnTo>
                  <a:cubicBezTo>
                    <a:pt x="95" y="3691"/>
                    <a:pt x="397" y="4050"/>
                    <a:pt x="618" y="4408"/>
                  </a:cubicBezTo>
                  <a:cubicBezTo>
                    <a:pt x="758" y="4577"/>
                    <a:pt x="870" y="4745"/>
                    <a:pt x="955" y="4885"/>
                  </a:cubicBezTo>
                  <a:cubicBezTo>
                    <a:pt x="1039" y="5054"/>
                    <a:pt x="1095" y="5194"/>
                    <a:pt x="1095" y="5307"/>
                  </a:cubicBezTo>
                  <a:lnTo>
                    <a:pt x="1095" y="5363"/>
                  </a:lnTo>
                  <a:cubicBezTo>
                    <a:pt x="1067" y="5447"/>
                    <a:pt x="1067" y="5531"/>
                    <a:pt x="1067" y="5587"/>
                  </a:cubicBezTo>
                  <a:cubicBezTo>
                    <a:pt x="1067" y="5952"/>
                    <a:pt x="1123" y="6373"/>
                    <a:pt x="1207" y="6710"/>
                  </a:cubicBezTo>
                  <a:cubicBezTo>
                    <a:pt x="1263" y="6879"/>
                    <a:pt x="1292" y="7047"/>
                    <a:pt x="1376" y="7160"/>
                  </a:cubicBezTo>
                  <a:cubicBezTo>
                    <a:pt x="1404" y="7244"/>
                    <a:pt x="1460" y="7300"/>
                    <a:pt x="1516" y="7356"/>
                  </a:cubicBezTo>
                  <a:cubicBezTo>
                    <a:pt x="1572" y="7412"/>
                    <a:pt x="1656" y="7440"/>
                    <a:pt x="1769" y="7440"/>
                  </a:cubicBezTo>
                  <a:cubicBezTo>
                    <a:pt x="1853" y="7440"/>
                    <a:pt x="1937" y="7412"/>
                    <a:pt x="2021" y="7356"/>
                  </a:cubicBezTo>
                  <a:cubicBezTo>
                    <a:pt x="2078" y="7300"/>
                    <a:pt x="2106" y="7244"/>
                    <a:pt x="2162" y="7160"/>
                  </a:cubicBezTo>
                  <a:cubicBezTo>
                    <a:pt x="2386" y="6766"/>
                    <a:pt x="2415" y="6373"/>
                    <a:pt x="2499" y="6065"/>
                  </a:cubicBezTo>
                  <a:cubicBezTo>
                    <a:pt x="2527" y="5924"/>
                    <a:pt x="2555" y="5812"/>
                    <a:pt x="2611" y="5756"/>
                  </a:cubicBezTo>
                  <a:cubicBezTo>
                    <a:pt x="2667" y="5672"/>
                    <a:pt x="2695" y="5644"/>
                    <a:pt x="2779" y="5615"/>
                  </a:cubicBezTo>
                  <a:lnTo>
                    <a:pt x="2864" y="5587"/>
                  </a:lnTo>
                  <a:cubicBezTo>
                    <a:pt x="2948" y="5587"/>
                    <a:pt x="3060" y="5615"/>
                    <a:pt x="3173" y="5700"/>
                  </a:cubicBezTo>
                  <a:cubicBezTo>
                    <a:pt x="3341" y="5840"/>
                    <a:pt x="3537" y="6065"/>
                    <a:pt x="3706" y="6317"/>
                  </a:cubicBezTo>
                  <a:cubicBezTo>
                    <a:pt x="3874" y="6598"/>
                    <a:pt x="3987" y="6907"/>
                    <a:pt x="4015" y="7216"/>
                  </a:cubicBezTo>
                  <a:cubicBezTo>
                    <a:pt x="4071" y="7665"/>
                    <a:pt x="4071" y="8002"/>
                    <a:pt x="4099" y="8339"/>
                  </a:cubicBezTo>
                  <a:cubicBezTo>
                    <a:pt x="4127" y="8676"/>
                    <a:pt x="4239" y="9041"/>
                    <a:pt x="4520" y="9406"/>
                  </a:cubicBezTo>
                  <a:cubicBezTo>
                    <a:pt x="4773" y="9799"/>
                    <a:pt x="5222" y="10192"/>
                    <a:pt x="5755" y="10500"/>
                  </a:cubicBezTo>
                  <a:cubicBezTo>
                    <a:pt x="6289" y="10809"/>
                    <a:pt x="6935" y="11034"/>
                    <a:pt x="7636" y="11034"/>
                  </a:cubicBezTo>
                  <a:lnTo>
                    <a:pt x="7777" y="11034"/>
                  </a:lnTo>
                  <a:cubicBezTo>
                    <a:pt x="9152" y="10978"/>
                    <a:pt x="10612" y="10669"/>
                    <a:pt x="10612" y="10669"/>
                  </a:cubicBezTo>
                  <a:cubicBezTo>
                    <a:pt x="10668" y="10641"/>
                    <a:pt x="10725" y="10613"/>
                    <a:pt x="10753" y="10557"/>
                  </a:cubicBezTo>
                  <a:cubicBezTo>
                    <a:pt x="10753" y="10557"/>
                    <a:pt x="11258" y="9883"/>
                    <a:pt x="11763" y="8872"/>
                  </a:cubicBezTo>
                  <a:cubicBezTo>
                    <a:pt x="12269" y="7861"/>
                    <a:pt x="12802" y="6514"/>
                    <a:pt x="12802" y="5110"/>
                  </a:cubicBezTo>
                  <a:cubicBezTo>
                    <a:pt x="12802" y="4970"/>
                    <a:pt x="12802" y="4857"/>
                    <a:pt x="12774" y="4717"/>
                  </a:cubicBezTo>
                  <a:cubicBezTo>
                    <a:pt x="12690" y="3257"/>
                    <a:pt x="12044" y="2162"/>
                    <a:pt x="11455" y="1432"/>
                  </a:cubicBezTo>
                  <a:cubicBezTo>
                    <a:pt x="10837" y="702"/>
                    <a:pt x="10275" y="337"/>
                    <a:pt x="10247" y="337"/>
                  </a:cubicBezTo>
                  <a:cubicBezTo>
                    <a:pt x="10205" y="309"/>
                    <a:pt x="10163" y="295"/>
                    <a:pt x="10125" y="295"/>
                  </a:cubicBezTo>
                  <a:cubicBezTo>
                    <a:pt x="10086" y="295"/>
                    <a:pt x="10051" y="309"/>
                    <a:pt x="10023" y="337"/>
                  </a:cubicBezTo>
                  <a:cubicBezTo>
                    <a:pt x="9939" y="365"/>
                    <a:pt x="9882" y="450"/>
                    <a:pt x="9882" y="534"/>
                  </a:cubicBezTo>
                  <a:cubicBezTo>
                    <a:pt x="9882" y="562"/>
                    <a:pt x="9882" y="702"/>
                    <a:pt x="9714" y="927"/>
                  </a:cubicBezTo>
                  <a:cubicBezTo>
                    <a:pt x="9517" y="1123"/>
                    <a:pt x="9124" y="1376"/>
                    <a:pt x="8282" y="1517"/>
                  </a:cubicBezTo>
                  <a:lnTo>
                    <a:pt x="8284" y="1523"/>
                  </a:lnTo>
                  <a:lnTo>
                    <a:pt x="8284" y="1523"/>
                  </a:lnTo>
                  <a:cubicBezTo>
                    <a:pt x="8184" y="1545"/>
                    <a:pt x="8105" y="1545"/>
                    <a:pt x="8001" y="1545"/>
                  </a:cubicBezTo>
                  <a:cubicBezTo>
                    <a:pt x="7356" y="1545"/>
                    <a:pt x="6541" y="1180"/>
                    <a:pt x="5699" y="787"/>
                  </a:cubicBezTo>
                  <a:cubicBezTo>
                    <a:pt x="4857" y="422"/>
                    <a:pt x="4015" y="29"/>
                    <a:pt x="3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4163;p64">
              <a:extLst>
                <a:ext uri="{FF2B5EF4-FFF2-40B4-BE49-F238E27FC236}">
                  <a16:creationId xmlns:a16="http://schemas.microsoft.com/office/drawing/2014/main" id="{BB304A10-6A3B-18CE-33EE-C362284ED04F}"/>
                </a:ext>
              </a:extLst>
            </p:cNvPr>
            <p:cNvSpPr/>
            <p:nvPr/>
          </p:nvSpPr>
          <p:spPr>
            <a:xfrm>
              <a:off x="4207250" y="2635575"/>
              <a:ext cx="66700" cy="50675"/>
            </a:xfrm>
            <a:custGeom>
              <a:avLst/>
              <a:gdLst/>
              <a:ahLst/>
              <a:cxnLst/>
              <a:rect l="l" t="t" r="r" b="b"/>
              <a:pathLst>
                <a:path w="2668" h="2027" extrusionOk="0">
                  <a:moveTo>
                    <a:pt x="2398" y="0"/>
                  </a:moveTo>
                  <a:cubicBezTo>
                    <a:pt x="2297" y="0"/>
                    <a:pt x="2190" y="80"/>
                    <a:pt x="2190" y="202"/>
                  </a:cubicBezTo>
                  <a:cubicBezTo>
                    <a:pt x="2162" y="258"/>
                    <a:pt x="2106" y="567"/>
                    <a:pt x="1966" y="848"/>
                  </a:cubicBezTo>
                  <a:cubicBezTo>
                    <a:pt x="1881" y="1016"/>
                    <a:pt x="1797" y="1156"/>
                    <a:pt x="1685" y="1269"/>
                  </a:cubicBezTo>
                  <a:cubicBezTo>
                    <a:pt x="1572" y="1409"/>
                    <a:pt x="1432" y="1493"/>
                    <a:pt x="1264" y="1521"/>
                  </a:cubicBezTo>
                  <a:cubicBezTo>
                    <a:pt x="1208" y="1549"/>
                    <a:pt x="1179" y="1549"/>
                    <a:pt x="1123" y="1549"/>
                  </a:cubicBezTo>
                  <a:cubicBezTo>
                    <a:pt x="1011" y="1549"/>
                    <a:pt x="927" y="1521"/>
                    <a:pt x="843" y="1437"/>
                  </a:cubicBezTo>
                  <a:cubicBezTo>
                    <a:pt x="730" y="1297"/>
                    <a:pt x="618" y="1072"/>
                    <a:pt x="562" y="876"/>
                  </a:cubicBezTo>
                  <a:cubicBezTo>
                    <a:pt x="534" y="763"/>
                    <a:pt x="506" y="679"/>
                    <a:pt x="506" y="623"/>
                  </a:cubicBezTo>
                  <a:lnTo>
                    <a:pt x="478" y="539"/>
                  </a:lnTo>
                  <a:lnTo>
                    <a:pt x="478" y="511"/>
                  </a:lnTo>
                  <a:cubicBezTo>
                    <a:pt x="452" y="410"/>
                    <a:pt x="360" y="310"/>
                    <a:pt x="260" y="310"/>
                  </a:cubicBezTo>
                  <a:cubicBezTo>
                    <a:pt x="249" y="310"/>
                    <a:pt x="237" y="311"/>
                    <a:pt x="225" y="314"/>
                  </a:cubicBezTo>
                  <a:cubicBezTo>
                    <a:pt x="85" y="342"/>
                    <a:pt x="0" y="455"/>
                    <a:pt x="0" y="567"/>
                  </a:cubicBezTo>
                  <a:cubicBezTo>
                    <a:pt x="0" y="595"/>
                    <a:pt x="56" y="904"/>
                    <a:pt x="197" y="1269"/>
                  </a:cubicBezTo>
                  <a:cubicBezTo>
                    <a:pt x="281" y="1437"/>
                    <a:pt x="365" y="1606"/>
                    <a:pt x="506" y="1774"/>
                  </a:cubicBezTo>
                  <a:cubicBezTo>
                    <a:pt x="674" y="1914"/>
                    <a:pt x="871" y="2027"/>
                    <a:pt x="1123" y="2027"/>
                  </a:cubicBezTo>
                  <a:cubicBezTo>
                    <a:pt x="1208" y="2027"/>
                    <a:pt x="1292" y="1999"/>
                    <a:pt x="1404" y="1971"/>
                  </a:cubicBezTo>
                  <a:cubicBezTo>
                    <a:pt x="1657" y="1914"/>
                    <a:pt x="1881" y="1746"/>
                    <a:pt x="2050" y="1578"/>
                  </a:cubicBezTo>
                  <a:cubicBezTo>
                    <a:pt x="2527" y="1016"/>
                    <a:pt x="2639" y="286"/>
                    <a:pt x="2639" y="258"/>
                  </a:cubicBezTo>
                  <a:cubicBezTo>
                    <a:pt x="2667" y="146"/>
                    <a:pt x="2583" y="5"/>
                    <a:pt x="2443" y="5"/>
                  </a:cubicBezTo>
                  <a:cubicBezTo>
                    <a:pt x="2428" y="2"/>
                    <a:pt x="2413" y="0"/>
                    <a:pt x="2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4164;p64">
              <a:extLst>
                <a:ext uri="{FF2B5EF4-FFF2-40B4-BE49-F238E27FC236}">
                  <a16:creationId xmlns:a16="http://schemas.microsoft.com/office/drawing/2014/main" id="{332EDEE6-E63E-DC2B-9B83-7D494B9B804B}"/>
                </a:ext>
              </a:extLst>
            </p:cNvPr>
            <p:cNvSpPr/>
            <p:nvPr/>
          </p:nvSpPr>
          <p:spPr>
            <a:xfrm>
              <a:off x="4134950" y="2749975"/>
              <a:ext cx="383950" cy="124375"/>
            </a:xfrm>
            <a:custGeom>
              <a:avLst/>
              <a:gdLst/>
              <a:ahLst/>
              <a:cxnLst/>
              <a:rect l="l" t="t" r="r" b="b"/>
              <a:pathLst>
                <a:path w="15358" h="4975" extrusionOk="0">
                  <a:moveTo>
                    <a:pt x="9549" y="0"/>
                  </a:moveTo>
                  <a:cubicBezTo>
                    <a:pt x="9483" y="0"/>
                    <a:pt x="9416" y="2"/>
                    <a:pt x="9350" y="6"/>
                  </a:cubicBezTo>
                  <a:cubicBezTo>
                    <a:pt x="7188" y="146"/>
                    <a:pt x="2499" y="1887"/>
                    <a:pt x="1657" y="2785"/>
                  </a:cubicBezTo>
                  <a:cubicBezTo>
                    <a:pt x="843" y="3683"/>
                    <a:pt x="394" y="4469"/>
                    <a:pt x="394" y="4469"/>
                  </a:cubicBezTo>
                  <a:lnTo>
                    <a:pt x="1" y="4975"/>
                  </a:lnTo>
                  <a:cubicBezTo>
                    <a:pt x="1" y="4975"/>
                    <a:pt x="2948" y="4217"/>
                    <a:pt x="7272" y="3627"/>
                  </a:cubicBezTo>
                  <a:cubicBezTo>
                    <a:pt x="8093" y="3521"/>
                    <a:pt x="8880" y="3478"/>
                    <a:pt x="9617" y="3478"/>
                  </a:cubicBezTo>
                  <a:cubicBezTo>
                    <a:pt x="12785" y="3478"/>
                    <a:pt x="15021" y="4273"/>
                    <a:pt x="15021" y="4273"/>
                  </a:cubicBezTo>
                  <a:cubicBezTo>
                    <a:pt x="15021" y="4273"/>
                    <a:pt x="15357" y="3318"/>
                    <a:pt x="14319" y="2504"/>
                  </a:cubicBezTo>
                  <a:cubicBezTo>
                    <a:pt x="13339" y="1688"/>
                    <a:pt x="11647" y="0"/>
                    <a:pt x="9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4165;p64">
              <a:extLst>
                <a:ext uri="{FF2B5EF4-FFF2-40B4-BE49-F238E27FC236}">
                  <a16:creationId xmlns:a16="http://schemas.microsoft.com/office/drawing/2014/main" id="{5F48C38A-3CD5-BCB7-F399-AC5D69A21D3B}"/>
                </a:ext>
              </a:extLst>
            </p:cNvPr>
            <p:cNvSpPr/>
            <p:nvPr/>
          </p:nvSpPr>
          <p:spPr>
            <a:xfrm>
              <a:off x="4128625" y="2744475"/>
              <a:ext cx="388875" cy="135675"/>
            </a:xfrm>
            <a:custGeom>
              <a:avLst/>
              <a:gdLst/>
              <a:ahLst/>
              <a:cxnLst/>
              <a:rect l="l" t="t" r="r" b="b"/>
              <a:pathLst>
                <a:path w="15555" h="5427" extrusionOk="0">
                  <a:moveTo>
                    <a:pt x="459" y="4555"/>
                  </a:moveTo>
                  <a:cubicBezTo>
                    <a:pt x="459" y="4555"/>
                    <a:pt x="459" y="4555"/>
                    <a:pt x="459" y="4555"/>
                  </a:cubicBezTo>
                  <a:lnTo>
                    <a:pt x="459" y="4555"/>
                  </a:lnTo>
                  <a:lnTo>
                    <a:pt x="459" y="4555"/>
                  </a:lnTo>
                  <a:close/>
                  <a:moveTo>
                    <a:pt x="9827" y="450"/>
                  </a:moveTo>
                  <a:cubicBezTo>
                    <a:pt x="10810" y="450"/>
                    <a:pt x="11708" y="843"/>
                    <a:pt x="12494" y="1377"/>
                  </a:cubicBezTo>
                  <a:cubicBezTo>
                    <a:pt x="13280" y="1882"/>
                    <a:pt x="13926" y="2500"/>
                    <a:pt x="14431" y="2893"/>
                  </a:cubicBezTo>
                  <a:cubicBezTo>
                    <a:pt x="14993" y="3342"/>
                    <a:pt x="15077" y="3791"/>
                    <a:pt x="15077" y="4100"/>
                  </a:cubicBezTo>
                  <a:cubicBezTo>
                    <a:pt x="15077" y="4133"/>
                    <a:pt x="15077" y="4161"/>
                    <a:pt x="15076" y="4185"/>
                  </a:cubicBezTo>
                  <a:lnTo>
                    <a:pt x="15076" y="4185"/>
                  </a:lnTo>
                  <a:cubicBezTo>
                    <a:pt x="14405" y="3978"/>
                    <a:pt x="12456" y="3454"/>
                    <a:pt x="9911" y="3454"/>
                  </a:cubicBezTo>
                  <a:cubicBezTo>
                    <a:pt x="9153" y="3454"/>
                    <a:pt x="8339" y="3510"/>
                    <a:pt x="7497" y="3623"/>
                  </a:cubicBezTo>
                  <a:cubicBezTo>
                    <a:pt x="4351" y="4029"/>
                    <a:pt x="1938" y="4552"/>
                    <a:pt x="843" y="4811"/>
                  </a:cubicBezTo>
                  <a:lnTo>
                    <a:pt x="843" y="4811"/>
                  </a:lnTo>
                  <a:lnTo>
                    <a:pt x="843" y="4802"/>
                  </a:lnTo>
                  <a:lnTo>
                    <a:pt x="871" y="4774"/>
                  </a:lnTo>
                  <a:cubicBezTo>
                    <a:pt x="955" y="4605"/>
                    <a:pt x="1377" y="3931"/>
                    <a:pt x="2078" y="3173"/>
                  </a:cubicBezTo>
                  <a:cubicBezTo>
                    <a:pt x="2247" y="3005"/>
                    <a:pt x="2696" y="2724"/>
                    <a:pt x="3258" y="2415"/>
                  </a:cubicBezTo>
                  <a:cubicBezTo>
                    <a:pt x="4128" y="1994"/>
                    <a:pt x="5335" y="1517"/>
                    <a:pt x="6514" y="1152"/>
                  </a:cubicBezTo>
                  <a:cubicBezTo>
                    <a:pt x="7693" y="787"/>
                    <a:pt x="8844" y="506"/>
                    <a:pt x="9631" y="450"/>
                  </a:cubicBezTo>
                  <a:close/>
                  <a:moveTo>
                    <a:pt x="9603" y="1"/>
                  </a:moveTo>
                  <a:cubicBezTo>
                    <a:pt x="8451" y="57"/>
                    <a:pt x="6739" y="534"/>
                    <a:pt x="5167" y="1124"/>
                  </a:cubicBezTo>
                  <a:cubicBezTo>
                    <a:pt x="4409" y="1405"/>
                    <a:pt x="3651" y="1714"/>
                    <a:pt x="3061" y="1994"/>
                  </a:cubicBezTo>
                  <a:cubicBezTo>
                    <a:pt x="2443" y="2303"/>
                    <a:pt x="1994" y="2584"/>
                    <a:pt x="1742" y="2865"/>
                  </a:cubicBezTo>
                  <a:cubicBezTo>
                    <a:pt x="968" y="3690"/>
                    <a:pt x="526" y="4420"/>
                    <a:pt x="459" y="4555"/>
                  </a:cubicBezTo>
                  <a:lnTo>
                    <a:pt x="459" y="4555"/>
                  </a:lnTo>
                  <a:lnTo>
                    <a:pt x="450" y="4549"/>
                  </a:lnTo>
                  <a:lnTo>
                    <a:pt x="85" y="5054"/>
                  </a:lnTo>
                  <a:cubicBezTo>
                    <a:pt x="1" y="5139"/>
                    <a:pt x="1" y="5251"/>
                    <a:pt x="57" y="5307"/>
                  </a:cubicBezTo>
                  <a:cubicBezTo>
                    <a:pt x="103" y="5376"/>
                    <a:pt x="188" y="5427"/>
                    <a:pt x="263" y="5427"/>
                  </a:cubicBezTo>
                  <a:cubicBezTo>
                    <a:pt x="279" y="5427"/>
                    <a:pt x="295" y="5424"/>
                    <a:pt x="310" y="5419"/>
                  </a:cubicBezTo>
                  <a:cubicBezTo>
                    <a:pt x="310" y="5419"/>
                    <a:pt x="506" y="5363"/>
                    <a:pt x="843" y="5279"/>
                  </a:cubicBezTo>
                  <a:cubicBezTo>
                    <a:pt x="1854" y="5054"/>
                    <a:pt x="4324" y="4521"/>
                    <a:pt x="7581" y="4072"/>
                  </a:cubicBezTo>
                  <a:cubicBezTo>
                    <a:pt x="8395" y="3960"/>
                    <a:pt x="9181" y="3931"/>
                    <a:pt x="9911" y="3931"/>
                  </a:cubicBezTo>
                  <a:cubicBezTo>
                    <a:pt x="11455" y="3931"/>
                    <a:pt x="12775" y="4128"/>
                    <a:pt x="13701" y="4324"/>
                  </a:cubicBezTo>
                  <a:cubicBezTo>
                    <a:pt x="14179" y="4409"/>
                    <a:pt x="14544" y="4521"/>
                    <a:pt x="14796" y="4577"/>
                  </a:cubicBezTo>
                  <a:cubicBezTo>
                    <a:pt x="14937" y="4633"/>
                    <a:pt x="15021" y="4661"/>
                    <a:pt x="15077" y="4689"/>
                  </a:cubicBezTo>
                  <a:cubicBezTo>
                    <a:pt x="15161" y="4689"/>
                    <a:pt x="15189" y="4718"/>
                    <a:pt x="15189" y="4718"/>
                  </a:cubicBezTo>
                  <a:cubicBezTo>
                    <a:pt x="15209" y="4722"/>
                    <a:pt x="15229" y="4725"/>
                    <a:pt x="15249" y="4725"/>
                  </a:cubicBezTo>
                  <a:cubicBezTo>
                    <a:pt x="15347" y="4725"/>
                    <a:pt x="15447" y="4670"/>
                    <a:pt x="15470" y="4577"/>
                  </a:cubicBezTo>
                  <a:cubicBezTo>
                    <a:pt x="15498" y="4549"/>
                    <a:pt x="15554" y="4381"/>
                    <a:pt x="15554" y="4100"/>
                  </a:cubicBezTo>
                  <a:cubicBezTo>
                    <a:pt x="15554" y="3707"/>
                    <a:pt x="15386" y="3061"/>
                    <a:pt x="14740" y="2528"/>
                  </a:cubicBezTo>
                  <a:cubicBezTo>
                    <a:pt x="14235" y="2135"/>
                    <a:pt x="13561" y="1517"/>
                    <a:pt x="12747" y="984"/>
                  </a:cubicBezTo>
                  <a:cubicBezTo>
                    <a:pt x="11905" y="422"/>
                    <a:pt x="10922" y="1"/>
                    <a:pt x="9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4166;p64">
              <a:extLst>
                <a:ext uri="{FF2B5EF4-FFF2-40B4-BE49-F238E27FC236}">
                  <a16:creationId xmlns:a16="http://schemas.microsoft.com/office/drawing/2014/main" id="{D997FA70-4A45-0787-AEB3-BC9BA35A2C96}"/>
                </a:ext>
              </a:extLst>
            </p:cNvPr>
            <p:cNvSpPr/>
            <p:nvPr/>
          </p:nvSpPr>
          <p:spPr>
            <a:xfrm>
              <a:off x="3856300" y="3795025"/>
              <a:ext cx="103200" cy="213500"/>
            </a:xfrm>
            <a:custGeom>
              <a:avLst/>
              <a:gdLst/>
              <a:ahLst/>
              <a:cxnLst/>
              <a:rect l="l" t="t" r="r" b="b"/>
              <a:pathLst>
                <a:path w="4128" h="8540" extrusionOk="0">
                  <a:moveTo>
                    <a:pt x="2125" y="1"/>
                  </a:moveTo>
                  <a:cubicBezTo>
                    <a:pt x="1332" y="1"/>
                    <a:pt x="1" y="203"/>
                    <a:pt x="1" y="203"/>
                  </a:cubicBezTo>
                  <a:cubicBezTo>
                    <a:pt x="1" y="203"/>
                    <a:pt x="562" y="4134"/>
                    <a:pt x="759" y="5088"/>
                  </a:cubicBezTo>
                  <a:cubicBezTo>
                    <a:pt x="935" y="5969"/>
                    <a:pt x="2058" y="8540"/>
                    <a:pt x="2835" y="8540"/>
                  </a:cubicBezTo>
                  <a:cubicBezTo>
                    <a:pt x="2925" y="8540"/>
                    <a:pt x="3010" y="8505"/>
                    <a:pt x="3089" y="8429"/>
                  </a:cubicBezTo>
                  <a:cubicBezTo>
                    <a:pt x="3847" y="7699"/>
                    <a:pt x="4128" y="5201"/>
                    <a:pt x="3735" y="3937"/>
                  </a:cubicBezTo>
                  <a:cubicBezTo>
                    <a:pt x="3342" y="2702"/>
                    <a:pt x="2780" y="400"/>
                    <a:pt x="2696" y="119"/>
                  </a:cubicBezTo>
                  <a:cubicBezTo>
                    <a:pt x="2664" y="32"/>
                    <a:pt x="2436" y="1"/>
                    <a:pt x="2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4167;p64">
              <a:extLst>
                <a:ext uri="{FF2B5EF4-FFF2-40B4-BE49-F238E27FC236}">
                  <a16:creationId xmlns:a16="http://schemas.microsoft.com/office/drawing/2014/main" id="{87FAA843-6D4E-42C1-2E91-66B175147A6C}"/>
                </a:ext>
              </a:extLst>
            </p:cNvPr>
            <p:cNvSpPr/>
            <p:nvPr/>
          </p:nvSpPr>
          <p:spPr>
            <a:xfrm>
              <a:off x="3850000" y="3788875"/>
              <a:ext cx="110200" cy="225325"/>
            </a:xfrm>
            <a:custGeom>
              <a:avLst/>
              <a:gdLst/>
              <a:ahLst/>
              <a:cxnLst/>
              <a:rect l="l" t="t" r="r" b="b"/>
              <a:pathLst>
                <a:path w="4408" h="9013" extrusionOk="0">
                  <a:moveTo>
                    <a:pt x="2415" y="477"/>
                  </a:moveTo>
                  <a:cubicBezTo>
                    <a:pt x="2555" y="477"/>
                    <a:pt x="2667" y="477"/>
                    <a:pt x="2724" y="506"/>
                  </a:cubicBezTo>
                  <a:lnTo>
                    <a:pt x="2737" y="506"/>
                  </a:lnTo>
                  <a:cubicBezTo>
                    <a:pt x="2759" y="600"/>
                    <a:pt x="2804" y="756"/>
                    <a:pt x="2864" y="955"/>
                  </a:cubicBezTo>
                  <a:cubicBezTo>
                    <a:pt x="3088" y="1797"/>
                    <a:pt x="3482" y="3313"/>
                    <a:pt x="3762" y="4268"/>
                  </a:cubicBezTo>
                  <a:cubicBezTo>
                    <a:pt x="3875" y="4604"/>
                    <a:pt x="3931" y="5082"/>
                    <a:pt x="3931" y="5559"/>
                  </a:cubicBezTo>
                  <a:cubicBezTo>
                    <a:pt x="3931" y="6149"/>
                    <a:pt x="3847" y="6794"/>
                    <a:pt x="3706" y="7328"/>
                  </a:cubicBezTo>
                  <a:cubicBezTo>
                    <a:pt x="3594" y="7861"/>
                    <a:pt x="3369" y="8310"/>
                    <a:pt x="3173" y="8507"/>
                  </a:cubicBezTo>
                  <a:cubicBezTo>
                    <a:pt x="3117" y="8535"/>
                    <a:pt x="3117" y="8535"/>
                    <a:pt x="3088" y="8563"/>
                  </a:cubicBezTo>
                  <a:cubicBezTo>
                    <a:pt x="3032" y="8563"/>
                    <a:pt x="2976" y="8535"/>
                    <a:pt x="2892" y="8479"/>
                  </a:cubicBezTo>
                  <a:cubicBezTo>
                    <a:pt x="2752" y="8395"/>
                    <a:pt x="2583" y="8170"/>
                    <a:pt x="2415" y="7917"/>
                  </a:cubicBezTo>
                  <a:cubicBezTo>
                    <a:pt x="2134" y="7524"/>
                    <a:pt x="1853" y="6991"/>
                    <a:pt x="1657" y="6514"/>
                  </a:cubicBezTo>
                  <a:cubicBezTo>
                    <a:pt x="1460" y="6008"/>
                    <a:pt x="1292" y="5559"/>
                    <a:pt x="1236" y="5306"/>
                  </a:cubicBezTo>
                  <a:cubicBezTo>
                    <a:pt x="1151" y="4829"/>
                    <a:pt x="955" y="3594"/>
                    <a:pt x="786" y="2499"/>
                  </a:cubicBezTo>
                  <a:cubicBezTo>
                    <a:pt x="666" y="1717"/>
                    <a:pt x="560" y="992"/>
                    <a:pt x="509" y="642"/>
                  </a:cubicBezTo>
                  <a:lnTo>
                    <a:pt x="509" y="642"/>
                  </a:lnTo>
                  <a:cubicBezTo>
                    <a:pt x="649" y="625"/>
                    <a:pt x="844" y="604"/>
                    <a:pt x="1067" y="590"/>
                  </a:cubicBezTo>
                  <a:cubicBezTo>
                    <a:pt x="1488" y="534"/>
                    <a:pt x="2022" y="477"/>
                    <a:pt x="2415" y="477"/>
                  </a:cubicBezTo>
                  <a:close/>
                  <a:moveTo>
                    <a:pt x="2415" y="0"/>
                  </a:moveTo>
                  <a:cubicBezTo>
                    <a:pt x="1572" y="0"/>
                    <a:pt x="225" y="225"/>
                    <a:pt x="225" y="225"/>
                  </a:cubicBezTo>
                  <a:cubicBezTo>
                    <a:pt x="84" y="225"/>
                    <a:pt x="0" y="365"/>
                    <a:pt x="28" y="477"/>
                  </a:cubicBezTo>
                  <a:cubicBezTo>
                    <a:pt x="28" y="477"/>
                    <a:pt x="590" y="4408"/>
                    <a:pt x="786" y="5391"/>
                  </a:cubicBezTo>
                  <a:cubicBezTo>
                    <a:pt x="871" y="5868"/>
                    <a:pt x="1207" y="6710"/>
                    <a:pt x="1601" y="7496"/>
                  </a:cubicBezTo>
                  <a:cubicBezTo>
                    <a:pt x="1825" y="7889"/>
                    <a:pt x="2050" y="8254"/>
                    <a:pt x="2274" y="8507"/>
                  </a:cubicBezTo>
                  <a:cubicBezTo>
                    <a:pt x="2387" y="8647"/>
                    <a:pt x="2499" y="8788"/>
                    <a:pt x="2639" y="8872"/>
                  </a:cubicBezTo>
                  <a:cubicBezTo>
                    <a:pt x="2780" y="8956"/>
                    <a:pt x="2920" y="9012"/>
                    <a:pt x="3088" y="9012"/>
                  </a:cubicBezTo>
                  <a:cubicBezTo>
                    <a:pt x="3229" y="9012"/>
                    <a:pt x="3369" y="8956"/>
                    <a:pt x="3482" y="8844"/>
                  </a:cubicBezTo>
                  <a:cubicBezTo>
                    <a:pt x="3818" y="8535"/>
                    <a:pt x="4015" y="8030"/>
                    <a:pt x="4183" y="7440"/>
                  </a:cubicBezTo>
                  <a:cubicBezTo>
                    <a:pt x="4324" y="6850"/>
                    <a:pt x="4408" y="6205"/>
                    <a:pt x="4408" y="5559"/>
                  </a:cubicBezTo>
                  <a:cubicBezTo>
                    <a:pt x="4408" y="5026"/>
                    <a:pt x="4352" y="4520"/>
                    <a:pt x="4211" y="4127"/>
                  </a:cubicBezTo>
                  <a:cubicBezTo>
                    <a:pt x="4015" y="3510"/>
                    <a:pt x="3790" y="2611"/>
                    <a:pt x="3594" y="1853"/>
                  </a:cubicBezTo>
                  <a:cubicBezTo>
                    <a:pt x="3482" y="1460"/>
                    <a:pt x="3397" y="1123"/>
                    <a:pt x="3313" y="842"/>
                  </a:cubicBezTo>
                  <a:cubicBezTo>
                    <a:pt x="3229" y="562"/>
                    <a:pt x="3173" y="365"/>
                    <a:pt x="3145" y="281"/>
                  </a:cubicBezTo>
                  <a:cubicBezTo>
                    <a:pt x="3117" y="169"/>
                    <a:pt x="3032" y="113"/>
                    <a:pt x="2976" y="84"/>
                  </a:cubicBezTo>
                  <a:cubicBezTo>
                    <a:pt x="2892" y="56"/>
                    <a:pt x="2808" y="28"/>
                    <a:pt x="2724" y="28"/>
                  </a:cubicBezTo>
                  <a:cubicBezTo>
                    <a:pt x="2611" y="28"/>
                    <a:pt x="2527" y="0"/>
                    <a:pt x="2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4168;p64">
              <a:extLst>
                <a:ext uri="{FF2B5EF4-FFF2-40B4-BE49-F238E27FC236}">
                  <a16:creationId xmlns:a16="http://schemas.microsoft.com/office/drawing/2014/main" id="{238CC92F-2E72-3D35-5E10-DAE76419DD8A}"/>
                </a:ext>
              </a:extLst>
            </p:cNvPr>
            <p:cNvSpPr/>
            <p:nvPr/>
          </p:nvSpPr>
          <p:spPr>
            <a:xfrm>
              <a:off x="3807875" y="3450575"/>
              <a:ext cx="162875" cy="381150"/>
            </a:xfrm>
            <a:custGeom>
              <a:avLst/>
              <a:gdLst/>
              <a:ahLst/>
              <a:cxnLst/>
              <a:rect l="l" t="t" r="r" b="b"/>
              <a:pathLst>
                <a:path w="6515" h="15246" extrusionOk="0">
                  <a:moveTo>
                    <a:pt x="843" y="0"/>
                  </a:moveTo>
                  <a:cubicBezTo>
                    <a:pt x="843" y="0"/>
                    <a:pt x="1" y="2723"/>
                    <a:pt x="1" y="4717"/>
                  </a:cubicBezTo>
                  <a:cubicBezTo>
                    <a:pt x="1" y="6682"/>
                    <a:pt x="338" y="8928"/>
                    <a:pt x="759" y="11848"/>
                  </a:cubicBezTo>
                  <a:cubicBezTo>
                    <a:pt x="1037" y="13546"/>
                    <a:pt x="2144" y="15245"/>
                    <a:pt x="3039" y="15245"/>
                  </a:cubicBezTo>
                  <a:cubicBezTo>
                    <a:pt x="3046" y="15245"/>
                    <a:pt x="3054" y="15245"/>
                    <a:pt x="3061" y="15245"/>
                  </a:cubicBezTo>
                  <a:cubicBezTo>
                    <a:pt x="5812" y="15104"/>
                    <a:pt x="4802" y="10023"/>
                    <a:pt x="5307" y="7075"/>
                  </a:cubicBezTo>
                  <a:cubicBezTo>
                    <a:pt x="5812" y="4127"/>
                    <a:pt x="6261" y="3959"/>
                    <a:pt x="6514" y="702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4169;p64">
              <a:extLst>
                <a:ext uri="{FF2B5EF4-FFF2-40B4-BE49-F238E27FC236}">
                  <a16:creationId xmlns:a16="http://schemas.microsoft.com/office/drawing/2014/main" id="{A81705D8-1C0C-4376-C8E0-2E956AC0EF6D}"/>
                </a:ext>
              </a:extLst>
            </p:cNvPr>
            <p:cNvSpPr/>
            <p:nvPr/>
          </p:nvSpPr>
          <p:spPr>
            <a:xfrm>
              <a:off x="3802275" y="3444500"/>
              <a:ext cx="174775" cy="392825"/>
            </a:xfrm>
            <a:custGeom>
              <a:avLst/>
              <a:gdLst/>
              <a:ahLst/>
              <a:cxnLst/>
              <a:rect l="l" t="t" r="r" b="b"/>
              <a:pathLst>
                <a:path w="6991" h="15713" extrusionOk="0">
                  <a:moveTo>
                    <a:pt x="1047" y="1"/>
                  </a:moveTo>
                  <a:cubicBezTo>
                    <a:pt x="955" y="1"/>
                    <a:pt x="864" y="71"/>
                    <a:pt x="842" y="159"/>
                  </a:cubicBezTo>
                  <a:cubicBezTo>
                    <a:pt x="842" y="187"/>
                    <a:pt x="0" y="2910"/>
                    <a:pt x="0" y="4960"/>
                  </a:cubicBezTo>
                  <a:cubicBezTo>
                    <a:pt x="0" y="6953"/>
                    <a:pt x="309" y="9199"/>
                    <a:pt x="758" y="12147"/>
                  </a:cubicBezTo>
                  <a:cubicBezTo>
                    <a:pt x="899" y="13017"/>
                    <a:pt x="1264" y="13888"/>
                    <a:pt x="1685" y="14561"/>
                  </a:cubicBezTo>
                  <a:cubicBezTo>
                    <a:pt x="1909" y="14898"/>
                    <a:pt x="2162" y="15179"/>
                    <a:pt x="2415" y="15375"/>
                  </a:cubicBezTo>
                  <a:cubicBezTo>
                    <a:pt x="2695" y="15572"/>
                    <a:pt x="2976" y="15712"/>
                    <a:pt x="3257" y="15712"/>
                  </a:cubicBezTo>
                  <a:lnTo>
                    <a:pt x="3313" y="15712"/>
                  </a:lnTo>
                  <a:cubicBezTo>
                    <a:pt x="3678" y="15712"/>
                    <a:pt x="4015" y="15600"/>
                    <a:pt x="4296" y="15404"/>
                  </a:cubicBezTo>
                  <a:cubicBezTo>
                    <a:pt x="4773" y="15095"/>
                    <a:pt x="5054" y="14561"/>
                    <a:pt x="5222" y="13944"/>
                  </a:cubicBezTo>
                  <a:cubicBezTo>
                    <a:pt x="5503" y="13017"/>
                    <a:pt x="5531" y="11838"/>
                    <a:pt x="5559" y="10659"/>
                  </a:cubicBezTo>
                  <a:cubicBezTo>
                    <a:pt x="5587" y="9480"/>
                    <a:pt x="5587" y="8301"/>
                    <a:pt x="5756" y="7346"/>
                  </a:cubicBezTo>
                  <a:cubicBezTo>
                    <a:pt x="6008" y="5886"/>
                    <a:pt x="6261" y="5128"/>
                    <a:pt x="6457" y="4314"/>
                  </a:cubicBezTo>
                  <a:cubicBezTo>
                    <a:pt x="6654" y="3472"/>
                    <a:pt x="6850" y="2601"/>
                    <a:pt x="6963" y="945"/>
                  </a:cubicBezTo>
                  <a:cubicBezTo>
                    <a:pt x="6991" y="833"/>
                    <a:pt x="6878" y="720"/>
                    <a:pt x="6766" y="692"/>
                  </a:cubicBezTo>
                  <a:cubicBezTo>
                    <a:pt x="6626" y="692"/>
                    <a:pt x="6514" y="777"/>
                    <a:pt x="6514" y="917"/>
                  </a:cubicBezTo>
                  <a:cubicBezTo>
                    <a:pt x="6373" y="2545"/>
                    <a:pt x="6205" y="3388"/>
                    <a:pt x="6008" y="4174"/>
                  </a:cubicBezTo>
                  <a:cubicBezTo>
                    <a:pt x="5812" y="4988"/>
                    <a:pt x="5559" y="5802"/>
                    <a:pt x="5306" y="7290"/>
                  </a:cubicBezTo>
                  <a:cubicBezTo>
                    <a:pt x="5026" y="8778"/>
                    <a:pt x="5166" y="10799"/>
                    <a:pt x="5026" y="12428"/>
                  </a:cubicBezTo>
                  <a:cubicBezTo>
                    <a:pt x="4941" y="13242"/>
                    <a:pt x="4801" y="13972"/>
                    <a:pt x="4520" y="14449"/>
                  </a:cubicBezTo>
                  <a:cubicBezTo>
                    <a:pt x="4380" y="14702"/>
                    <a:pt x="4239" y="14898"/>
                    <a:pt x="4015" y="15039"/>
                  </a:cubicBezTo>
                  <a:cubicBezTo>
                    <a:pt x="3818" y="15151"/>
                    <a:pt x="3594" y="15235"/>
                    <a:pt x="3285" y="15263"/>
                  </a:cubicBezTo>
                  <a:lnTo>
                    <a:pt x="3257" y="15263"/>
                  </a:lnTo>
                  <a:cubicBezTo>
                    <a:pt x="3116" y="15263"/>
                    <a:pt x="2920" y="15179"/>
                    <a:pt x="2723" y="15011"/>
                  </a:cubicBezTo>
                  <a:cubicBezTo>
                    <a:pt x="2078" y="14505"/>
                    <a:pt x="1404" y="13270"/>
                    <a:pt x="1235" y="12063"/>
                  </a:cubicBezTo>
                  <a:cubicBezTo>
                    <a:pt x="786" y="9143"/>
                    <a:pt x="477" y="6897"/>
                    <a:pt x="477" y="4960"/>
                  </a:cubicBezTo>
                  <a:cubicBezTo>
                    <a:pt x="477" y="4005"/>
                    <a:pt x="674" y="2826"/>
                    <a:pt x="871" y="1900"/>
                  </a:cubicBezTo>
                  <a:cubicBezTo>
                    <a:pt x="983" y="1450"/>
                    <a:pt x="1067" y="1029"/>
                    <a:pt x="1151" y="749"/>
                  </a:cubicBezTo>
                  <a:cubicBezTo>
                    <a:pt x="1235" y="468"/>
                    <a:pt x="1292" y="299"/>
                    <a:pt x="1292" y="299"/>
                  </a:cubicBezTo>
                  <a:cubicBezTo>
                    <a:pt x="1320" y="187"/>
                    <a:pt x="1264" y="47"/>
                    <a:pt x="1123" y="19"/>
                  </a:cubicBezTo>
                  <a:cubicBezTo>
                    <a:pt x="1099" y="6"/>
                    <a:pt x="1073" y="1"/>
                    <a:pt x="10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4170;p64">
              <a:extLst>
                <a:ext uri="{FF2B5EF4-FFF2-40B4-BE49-F238E27FC236}">
                  <a16:creationId xmlns:a16="http://schemas.microsoft.com/office/drawing/2014/main" id="{8390D3EC-74EE-76F2-944A-3E8ECEDECA7A}"/>
                </a:ext>
              </a:extLst>
            </p:cNvPr>
            <p:cNvSpPr/>
            <p:nvPr/>
          </p:nvSpPr>
          <p:spPr>
            <a:xfrm>
              <a:off x="4094250" y="5104850"/>
              <a:ext cx="209875" cy="142550"/>
            </a:xfrm>
            <a:custGeom>
              <a:avLst/>
              <a:gdLst/>
              <a:ahLst/>
              <a:cxnLst/>
              <a:rect l="l" t="t" r="r" b="b"/>
              <a:pathLst>
                <a:path w="8395" h="5702" extrusionOk="0">
                  <a:moveTo>
                    <a:pt x="2570" y="1"/>
                  </a:moveTo>
                  <a:cubicBezTo>
                    <a:pt x="2394" y="1"/>
                    <a:pt x="1689" y="22"/>
                    <a:pt x="983" y="338"/>
                  </a:cubicBezTo>
                  <a:cubicBezTo>
                    <a:pt x="197" y="703"/>
                    <a:pt x="0" y="1209"/>
                    <a:pt x="253" y="1714"/>
                  </a:cubicBezTo>
                  <a:cubicBezTo>
                    <a:pt x="534" y="2219"/>
                    <a:pt x="1123" y="3427"/>
                    <a:pt x="2106" y="4016"/>
                  </a:cubicBezTo>
                  <a:cubicBezTo>
                    <a:pt x="3060" y="4634"/>
                    <a:pt x="4408" y="4914"/>
                    <a:pt x="5166" y="5420"/>
                  </a:cubicBezTo>
                  <a:cubicBezTo>
                    <a:pt x="5456" y="5606"/>
                    <a:pt x="5835" y="5701"/>
                    <a:pt x="6222" y="5701"/>
                  </a:cubicBezTo>
                  <a:cubicBezTo>
                    <a:pt x="6883" y="5701"/>
                    <a:pt x="7571" y="5425"/>
                    <a:pt x="7889" y="4858"/>
                  </a:cubicBezTo>
                  <a:cubicBezTo>
                    <a:pt x="8395" y="3960"/>
                    <a:pt x="7777" y="1939"/>
                    <a:pt x="7777" y="1939"/>
                  </a:cubicBezTo>
                  <a:cubicBezTo>
                    <a:pt x="7777" y="1939"/>
                    <a:pt x="5643" y="1405"/>
                    <a:pt x="4464" y="872"/>
                  </a:cubicBezTo>
                  <a:cubicBezTo>
                    <a:pt x="3313" y="338"/>
                    <a:pt x="2611" y="1"/>
                    <a:pt x="2611" y="1"/>
                  </a:cubicBezTo>
                  <a:cubicBezTo>
                    <a:pt x="2611" y="1"/>
                    <a:pt x="2597" y="1"/>
                    <a:pt x="2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4171;p64">
              <a:extLst>
                <a:ext uri="{FF2B5EF4-FFF2-40B4-BE49-F238E27FC236}">
                  <a16:creationId xmlns:a16="http://schemas.microsoft.com/office/drawing/2014/main" id="{287320AB-C971-C73D-E32B-2FE4696170C6}"/>
                </a:ext>
              </a:extLst>
            </p:cNvPr>
            <p:cNvSpPr/>
            <p:nvPr/>
          </p:nvSpPr>
          <p:spPr>
            <a:xfrm>
              <a:off x="4092150" y="5099250"/>
              <a:ext cx="209875" cy="153750"/>
            </a:xfrm>
            <a:custGeom>
              <a:avLst/>
              <a:gdLst/>
              <a:ahLst/>
              <a:cxnLst/>
              <a:rect l="l" t="t" r="r" b="b"/>
              <a:pathLst>
                <a:path w="8395" h="6150" extrusionOk="0">
                  <a:moveTo>
                    <a:pt x="2584" y="451"/>
                  </a:moveTo>
                  <a:cubicBezTo>
                    <a:pt x="2619" y="467"/>
                    <a:pt x="3315" y="800"/>
                    <a:pt x="4464" y="1320"/>
                  </a:cubicBezTo>
                  <a:cubicBezTo>
                    <a:pt x="5502" y="1779"/>
                    <a:pt x="7224" y="2237"/>
                    <a:pt x="7687" y="2357"/>
                  </a:cubicBezTo>
                  <a:lnTo>
                    <a:pt x="7687" y="2357"/>
                  </a:lnTo>
                  <a:cubicBezTo>
                    <a:pt x="7765" y="2647"/>
                    <a:pt x="7945" y="3393"/>
                    <a:pt x="7945" y="4072"/>
                  </a:cubicBezTo>
                  <a:cubicBezTo>
                    <a:pt x="7945" y="4437"/>
                    <a:pt x="7889" y="4773"/>
                    <a:pt x="7777" y="4970"/>
                  </a:cubicBezTo>
                  <a:cubicBezTo>
                    <a:pt x="7636" y="5195"/>
                    <a:pt x="7412" y="5391"/>
                    <a:pt x="7159" y="5503"/>
                  </a:cubicBezTo>
                  <a:cubicBezTo>
                    <a:pt x="6906" y="5644"/>
                    <a:pt x="6598" y="5700"/>
                    <a:pt x="6289" y="5700"/>
                  </a:cubicBezTo>
                  <a:cubicBezTo>
                    <a:pt x="5952" y="5700"/>
                    <a:pt x="5615" y="5616"/>
                    <a:pt x="5390" y="5447"/>
                  </a:cubicBezTo>
                  <a:cubicBezTo>
                    <a:pt x="4969" y="5195"/>
                    <a:pt x="4436" y="4970"/>
                    <a:pt x="3874" y="4773"/>
                  </a:cubicBezTo>
                  <a:cubicBezTo>
                    <a:pt x="3341" y="4549"/>
                    <a:pt x="2751" y="4324"/>
                    <a:pt x="2302" y="4044"/>
                  </a:cubicBezTo>
                  <a:cubicBezTo>
                    <a:pt x="1404" y="3482"/>
                    <a:pt x="814" y="2331"/>
                    <a:pt x="562" y="1826"/>
                  </a:cubicBezTo>
                  <a:cubicBezTo>
                    <a:pt x="477" y="1713"/>
                    <a:pt x="477" y="1601"/>
                    <a:pt x="477" y="1517"/>
                  </a:cubicBezTo>
                  <a:cubicBezTo>
                    <a:pt x="477" y="1405"/>
                    <a:pt x="505" y="1292"/>
                    <a:pt x="618" y="1152"/>
                  </a:cubicBezTo>
                  <a:cubicBezTo>
                    <a:pt x="730" y="1040"/>
                    <a:pt x="898" y="899"/>
                    <a:pt x="1179" y="787"/>
                  </a:cubicBezTo>
                  <a:cubicBezTo>
                    <a:pt x="1748" y="502"/>
                    <a:pt x="2341" y="456"/>
                    <a:pt x="2584" y="451"/>
                  </a:cubicBezTo>
                  <a:close/>
                  <a:moveTo>
                    <a:pt x="2639" y="1"/>
                  </a:moveTo>
                  <a:cubicBezTo>
                    <a:pt x="2414" y="1"/>
                    <a:pt x="1713" y="29"/>
                    <a:pt x="983" y="338"/>
                  </a:cubicBezTo>
                  <a:cubicBezTo>
                    <a:pt x="674" y="506"/>
                    <a:pt x="421" y="675"/>
                    <a:pt x="253" y="871"/>
                  </a:cubicBezTo>
                  <a:cubicBezTo>
                    <a:pt x="84" y="1040"/>
                    <a:pt x="0" y="1292"/>
                    <a:pt x="0" y="1517"/>
                  </a:cubicBezTo>
                  <a:cubicBezTo>
                    <a:pt x="0" y="1713"/>
                    <a:pt x="56" y="1882"/>
                    <a:pt x="140" y="2050"/>
                  </a:cubicBezTo>
                  <a:cubicBezTo>
                    <a:pt x="393" y="2556"/>
                    <a:pt x="1011" y="3791"/>
                    <a:pt x="2050" y="4437"/>
                  </a:cubicBezTo>
                  <a:cubicBezTo>
                    <a:pt x="2583" y="4745"/>
                    <a:pt x="3173" y="4998"/>
                    <a:pt x="3706" y="5195"/>
                  </a:cubicBezTo>
                  <a:cubicBezTo>
                    <a:pt x="4267" y="5419"/>
                    <a:pt x="4773" y="5616"/>
                    <a:pt x="5138" y="5840"/>
                  </a:cubicBezTo>
                  <a:cubicBezTo>
                    <a:pt x="5475" y="6065"/>
                    <a:pt x="5868" y="6149"/>
                    <a:pt x="6289" y="6149"/>
                  </a:cubicBezTo>
                  <a:cubicBezTo>
                    <a:pt x="6654" y="6149"/>
                    <a:pt x="7047" y="6093"/>
                    <a:pt x="7356" y="5925"/>
                  </a:cubicBezTo>
                  <a:cubicBezTo>
                    <a:pt x="7693" y="5784"/>
                    <a:pt x="7973" y="5532"/>
                    <a:pt x="8170" y="5195"/>
                  </a:cubicBezTo>
                  <a:cubicBezTo>
                    <a:pt x="8338" y="4858"/>
                    <a:pt x="8394" y="4465"/>
                    <a:pt x="8394" y="4072"/>
                  </a:cubicBezTo>
                  <a:cubicBezTo>
                    <a:pt x="8394" y="3117"/>
                    <a:pt x="8086" y="2106"/>
                    <a:pt x="8086" y="2106"/>
                  </a:cubicBezTo>
                  <a:cubicBezTo>
                    <a:pt x="8058" y="2022"/>
                    <a:pt x="8001" y="1966"/>
                    <a:pt x="7917" y="1938"/>
                  </a:cubicBezTo>
                  <a:cubicBezTo>
                    <a:pt x="7917" y="1938"/>
                    <a:pt x="7805" y="1910"/>
                    <a:pt x="7580" y="1854"/>
                  </a:cubicBezTo>
                  <a:cubicBezTo>
                    <a:pt x="6935" y="1685"/>
                    <a:pt x="5503" y="1264"/>
                    <a:pt x="4660" y="899"/>
                  </a:cubicBezTo>
                  <a:cubicBezTo>
                    <a:pt x="4071" y="618"/>
                    <a:pt x="3594" y="394"/>
                    <a:pt x="3285" y="253"/>
                  </a:cubicBezTo>
                  <a:cubicBezTo>
                    <a:pt x="2948" y="113"/>
                    <a:pt x="2779" y="29"/>
                    <a:pt x="2779" y="29"/>
                  </a:cubicBezTo>
                  <a:lnTo>
                    <a:pt x="2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4172;p64">
              <a:extLst>
                <a:ext uri="{FF2B5EF4-FFF2-40B4-BE49-F238E27FC236}">
                  <a16:creationId xmlns:a16="http://schemas.microsoft.com/office/drawing/2014/main" id="{5DEEE7F8-A8BF-B46F-987E-579FB1F0E278}"/>
                </a:ext>
              </a:extLst>
            </p:cNvPr>
            <p:cNvSpPr/>
            <p:nvPr/>
          </p:nvSpPr>
          <p:spPr>
            <a:xfrm>
              <a:off x="4095650" y="5121025"/>
              <a:ext cx="197950" cy="126375"/>
            </a:xfrm>
            <a:custGeom>
              <a:avLst/>
              <a:gdLst/>
              <a:ahLst/>
              <a:cxnLst/>
              <a:rect l="l" t="t" r="r" b="b"/>
              <a:pathLst>
                <a:path w="7918" h="5055" extrusionOk="0">
                  <a:moveTo>
                    <a:pt x="450" y="0"/>
                  </a:moveTo>
                  <a:cubicBezTo>
                    <a:pt x="57" y="309"/>
                    <a:pt x="0" y="702"/>
                    <a:pt x="197" y="1067"/>
                  </a:cubicBezTo>
                  <a:cubicBezTo>
                    <a:pt x="478" y="1572"/>
                    <a:pt x="1067" y="2780"/>
                    <a:pt x="2050" y="3369"/>
                  </a:cubicBezTo>
                  <a:cubicBezTo>
                    <a:pt x="3004" y="3987"/>
                    <a:pt x="4352" y="4267"/>
                    <a:pt x="5110" y="4773"/>
                  </a:cubicBezTo>
                  <a:cubicBezTo>
                    <a:pt x="5400" y="4959"/>
                    <a:pt x="5779" y="5054"/>
                    <a:pt x="6166" y="5054"/>
                  </a:cubicBezTo>
                  <a:cubicBezTo>
                    <a:pt x="6827" y="5054"/>
                    <a:pt x="7515" y="4778"/>
                    <a:pt x="7833" y="4211"/>
                  </a:cubicBezTo>
                  <a:cubicBezTo>
                    <a:pt x="7861" y="4127"/>
                    <a:pt x="7889" y="4043"/>
                    <a:pt x="7918" y="3959"/>
                  </a:cubicBezTo>
                  <a:lnTo>
                    <a:pt x="7918" y="3959"/>
                  </a:lnTo>
                  <a:cubicBezTo>
                    <a:pt x="7377" y="4500"/>
                    <a:pt x="6619" y="4674"/>
                    <a:pt x="6043" y="4674"/>
                  </a:cubicBezTo>
                  <a:cubicBezTo>
                    <a:pt x="5871" y="4674"/>
                    <a:pt x="5716" y="4658"/>
                    <a:pt x="5587" y="4632"/>
                  </a:cubicBezTo>
                  <a:cubicBezTo>
                    <a:pt x="4914" y="4520"/>
                    <a:pt x="3706" y="3678"/>
                    <a:pt x="2948" y="3369"/>
                  </a:cubicBezTo>
                  <a:cubicBezTo>
                    <a:pt x="2162" y="3060"/>
                    <a:pt x="1264" y="2162"/>
                    <a:pt x="843" y="1404"/>
                  </a:cubicBezTo>
                  <a:cubicBezTo>
                    <a:pt x="534" y="842"/>
                    <a:pt x="450" y="281"/>
                    <a:pt x="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4173;p64">
              <a:extLst>
                <a:ext uri="{FF2B5EF4-FFF2-40B4-BE49-F238E27FC236}">
                  <a16:creationId xmlns:a16="http://schemas.microsoft.com/office/drawing/2014/main" id="{16333E81-5121-B361-02BC-58FF4D32D5A3}"/>
                </a:ext>
              </a:extLst>
            </p:cNvPr>
            <p:cNvSpPr/>
            <p:nvPr/>
          </p:nvSpPr>
          <p:spPr>
            <a:xfrm>
              <a:off x="4092150" y="5115125"/>
              <a:ext cx="208475" cy="137875"/>
            </a:xfrm>
            <a:custGeom>
              <a:avLst/>
              <a:gdLst/>
              <a:ahLst/>
              <a:cxnLst/>
              <a:rect l="l" t="t" r="r" b="b"/>
              <a:pathLst>
                <a:path w="8339" h="5515" extrusionOk="0">
                  <a:moveTo>
                    <a:pt x="606" y="0"/>
                  </a:moveTo>
                  <a:cubicBezTo>
                    <a:pt x="544" y="0"/>
                    <a:pt x="483" y="27"/>
                    <a:pt x="421" y="68"/>
                  </a:cubicBezTo>
                  <a:cubicBezTo>
                    <a:pt x="140" y="292"/>
                    <a:pt x="0" y="573"/>
                    <a:pt x="0" y="882"/>
                  </a:cubicBezTo>
                  <a:cubicBezTo>
                    <a:pt x="0" y="1078"/>
                    <a:pt x="56" y="1247"/>
                    <a:pt x="140" y="1415"/>
                  </a:cubicBezTo>
                  <a:cubicBezTo>
                    <a:pt x="393" y="1921"/>
                    <a:pt x="1011" y="3156"/>
                    <a:pt x="2050" y="3802"/>
                  </a:cubicBezTo>
                  <a:cubicBezTo>
                    <a:pt x="2583" y="4110"/>
                    <a:pt x="3173" y="4363"/>
                    <a:pt x="3706" y="4560"/>
                  </a:cubicBezTo>
                  <a:cubicBezTo>
                    <a:pt x="4267" y="4784"/>
                    <a:pt x="4773" y="4981"/>
                    <a:pt x="5138" y="5205"/>
                  </a:cubicBezTo>
                  <a:cubicBezTo>
                    <a:pt x="5475" y="5430"/>
                    <a:pt x="5868" y="5514"/>
                    <a:pt x="6289" y="5514"/>
                  </a:cubicBezTo>
                  <a:cubicBezTo>
                    <a:pt x="6654" y="5514"/>
                    <a:pt x="7047" y="5458"/>
                    <a:pt x="7356" y="5290"/>
                  </a:cubicBezTo>
                  <a:cubicBezTo>
                    <a:pt x="7693" y="5149"/>
                    <a:pt x="7973" y="4897"/>
                    <a:pt x="8170" y="4560"/>
                  </a:cubicBezTo>
                  <a:cubicBezTo>
                    <a:pt x="8226" y="4475"/>
                    <a:pt x="8254" y="4363"/>
                    <a:pt x="8282" y="4279"/>
                  </a:cubicBezTo>
                  <a:cubicBezTo>
                    <a:pt x="8338" y="4167"/>
                    <a:pt x="8282" y="4054"/>
                    <a:pt x="8198" y="3998"/>
                  </a:cubicBezTo>
                  <a:cubicBezTo>
                    <a:pt x="8155" y="3977"/>
                    <a:pt x="8112" y="3968"/>
                    <a:pt x="8072" y="3968"/>
                  </a:cubicBezTo>
                  <a:cubicBezTo>
                    <a:pt x="8008" y="3968"/>
                    <a:pt x="7952" y="3991"/>
                    <a:pt x="7917" y="4026"/>
                  </a:cubicBezTo>
                  <a:cubicBezTo>
                    <a:pt x="7443" y="4474"/>
                    <a:pt x="6796" y="4675"/>
                    <a:pt x="6278" y="4675"/>
                  </a:cubicBezTo>
                  <a:cubicBezTo>
                    <a:pt x="6243" y="4675"/>
                    <a:pt x="6210" y="4674"/>
                    <a:pt x="6176" y="4672"/>
                  </a:cubicBezTo>
                  <a:cubicBezTo>
                    <a:pt x="6008" y="4672"/>
                    <a:pt x="5868" y="4672"/>
                    <a:pt x="5783" y="4644"/>
                  </a:cubicBezTo>
                  <a:cubicBezTo>
                    <a:pt x="5503" y="4588"/>
                    <a:pt x="5025" y="4363"/>
                    <a:pt x="4548" y="4110"/>
                  </a:cubicBezTo>
                  <a:cubicBezTo>
                    <a:pt x="4071" y="3830"/>
                    <a:pt x="3594" y="3549"/>
                    <a:pt x="3173" y="3380"/>
                  </a:cubicBezTo>
                  <a:cubicBezTo>
                    <a:pt x="2836" y="3268"/>
                    <a:pt x="2414" y="2959"/>
                    <a:pt x="2078" y="2622"/>
                  </a:cubicBezTo>
                  <a:cubicBezTo>
                    <a:pt x="1713" y="2286"/>
                    <a:pt x="1376" y="1893"/>
                    <a:pt x="1179" y="1528"/>
                  </a:cubicBezTo>
                  <a:cubicBezTo>
                    <a:pt x="898" y="1022"/>
                    <a:pt x="814" y="489"/>
                    <a:pt x="814" y="236"/>
                  </a:cubicBezTo>
                  <a:cubicBezTo>
                    <a:pt x="814" y="124"/>
                    <a:pt x="758" y="68"/>
                    <a:pt x="674" y="12"/>
                  </a:cubicBezTo>
                  <a:cubicBezTo>
                    <a:pt x="651" y="4"/>
                    <a:pt x="6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4174;p64">
              <a:extLst>
                <a:ext uri="{FF2B5EF4-FFF2-40B4-BE49-F238E27FC236}">
                  <a16:creationId xmlns:a16="http://schemas.microsoft.com/office/drawing/2014/main" id="{80BFABFC-30FB-B509-651A-661DAC89BB57}"/>
                </a:ext>
              </a:extLst>
            </p:cNvPr>
            <p:cNvSpPr/>
            <p:nvPr/>
          </p:nvSpPr>
          <p:spPr>
            <a:xfrm>
              <a:off x="4480275" y="5126625"/>
              <a:ext cx="139000" cy="99000"/>
            </a:xfrm>
            <a:custGeom>
              <a:avLst/>
              <a:gdLst/>
              <a:ahLst/>
              <a:cxnLst/>
              <a:rect l="l" t="t" r="r" b="b"/>
              <a:pathLst>
                <a:path w="5560" h="3960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53" y="1573"/>
                    <a:pt x="253" y="2191"/>
                  </a:cubicBezTo>
                  <a:cubicBezTo>
                    <a:pt x="253" y="2836"/>
                    <a:pt x="1320" y="3959"/>
                    <a:pt x="2415" y="3959"/>
                  </a:cubicBezTo>
                  <a:cubicBezTo>
                    <a:pt x="3538" y="3959"/>
                    <a:pt x="4633" y="3538"/>
                    <a:pt x="5110" y="2977"/>
                  </a:cubicBezTo>
                  <a:cubicBezTo>
                    <a:pt x="5559" y="2387"/>
                    <a:pt x="5391" y="422"/>
                    <a:pt x="5391" y="422"/>
                  </a:cubicBezTo>
                  <a:lnTo>
                    <a:pt x="5391" y="422"/>
                  </a:lnTo>
                  <a:cubicBezTo>
                    <a:pt x="5391" y="422"/>
                    <a:pt x="4066" y="627"/>
                    <a:pt x="2704" y="627"/>
                  </a:cubicBezTo>
                  <a:cubicBezTo>
                    <a:pt x="1597" y="627"/>
                    <a:pt x="466" y="4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4175;p64">
              <a:extLst>
                <a:ext uri="{FF2B5EF4-FFF2-40B4-BE49-F238E27FC236}">
                  <a16:creationId xmlns:a16="http://schemas.microsoft.com/office/drawing/2014/main" id="{0C423EB0-D785-1EE6-E293-EB5F2EF5577C}"/>
                </a:ext>
              </a:extLst>
            </p:cNvPr>
            <p:cNvSpPr/>
            <p:nvPr/>
          </p:nvSpPr>
          <p:spPr>
            <a:xfrm>
              <a:off x="4474650" y="5120600"/>
              <a:ext cx="147425" cy="111325"/>
            </a:xfrm>
            <a:custGeom>
              <a:avLst/>
              <a:gdLst/>
              <a:ahLst/>
              <a:cxnLst/>
              <a:rect l="l" t="t" r="r" b="b"/>
              <a:pathLst>
                <a:path w="5897" h="4453" extrusionOk="0">
                  <a:moveTo>
                    <a:pt x="549" y="720"/>
                  </a:moveTo>
                  <a:lnTo>
                    <a:pt x="549" y="720"/>
                  </a:lnTo>
                  <a:cubicBezTo>
                    <a:pt x="780" y="831"/>
                    <a:pt x="1042" y="910"/>
                    <a:pt x="1320" y="972"/>
                  </a:cubicBezTo>
                  <a:cubicBezTo>
                    <a:pt x="1826" y="1056"/>
                    <a:pt x="2387" y="1112"/>
                    <a:pt x="2977" y="1112"/>
                  </a:cubicBezTo>
                  <a:cubicBezTo>
                    <a:pt x="3987" y="1112"/>
                    <a:pt x="4953" y="991"/>
                    <a:pt x="5394" y="926"/>
                  </a:cubicBezTo>
                  <a:lnTo>
                    <a:pt x="5394" y="926"/>
                  </a:lnTo>
                  <a:cubicBezTo>
                    <a:pt x="5419" y="1040"/>
                    <a:pt x="5419" y="1231"/>
                    <a:pt x="5419" y="1449"/>
                  </a:cubicBezTo>
                  <a:cubicBezTo>
                    <a:pt x="5419" y="1758"/>
                    <a:pt x="5391" y="2095"/>
                    <a:pt x="5363" y="2403"/>
                  </a:cubicBezTo>
                  <a:cubicBezTo>
                    <a:pt x="5307" y="2712"/>
                    <a:pt x="5223" y="2965"/>
                    <a:pt x="5138" y="3049"/>
                  </a:cubicBezTo>
                  <a:cubicBezTo>
                    <a:pt x="4942" y="3302"/>
                    <a:pt x="4577" y="3526"/>
                    <a:pt x="4128" y="3695"/>
                  </a:cubicBezTo>
                  <a:cubicBezTo>
                    <a:pt x="3707" y="3863"/>
                    <a:pt x="3173" y="3976"/>
                    <a:pt x="2640" y="3976"/>
                  </a:cubicBezTo>
                  <a:cubicBezTo>
                    <a:pt x="2163" y="3976"/>
                    <a:pt x="1685" y="3723"/>
                    <a:pt x="1292" y="3386"/>
                  </a:cubicBezTo>
                  <a:cubicBezTo>
                    <a:pt x="1124" y="3218"/>
                    <a:pt x="955" y="3049"/>
                    <a:pt x="843" y="2853"/>
                  </a:cubicBezTo>
                  <a:cubicBezTo>
                    <a:pt x="759" y="2684"/>
                    <a:pt x="703" y="2544"/>
                    <a:pt x="703" y="2432"/>
                  </a:cubicBezTo>
                  <a:cubicBezTo>
                    <a:pt x="703" y="2095"/>
                    <a:pt x="647" y="1533"/>
                    <a:pt x="590" y="1056"/>
                  </a:cubicBezTo>
                  <a:cubicBezTo>
                    <a:pt x="576" y="937"/>
                    <a:pt x="562" y="824"/>
                    <a:pt x="549" y="720"/>
                  </a:cubicBezTo>
                  <a:close/>
                  <a:moveTo>
                    <a:pt x="241" y="0"/>
                  </a:moveTo>
                  <a:cubicBezTo>
                    <a:pt x="207" y="0"/>
                    <a:pt x="172" y="7"/>
                    <a:pt x="141" y="17"/>
                  </a:cubicBezTo>
                  <a:cubicBezTo>
                    <a:pt x="29" y="73"/>
                    <a:pt x="1" y="157"/>
                    <a:pt x="1" y="270"/>
                  </a:cubicBezTo>
                  <a:cubicBezTo>
                    <a:pt x="1" y="270"/>
                    <a:pt x="57" y="663"/>
                    <a:pt x="113" y="1112"/>
                  </a:cubicBezTo>
                  <a:cubicBezTo>
                    <a:pt x="169" y="1589"/>
                    <a:pt x="225" y="2151"/>
                    <a:pt x="225" y="2432"/>
                  </a:cubicBezTo>
                  <a:cubicBezTo>
                    <a:pt x="225" y="2656"/>
                    <a:pt x="338" y="2881"/>
                    <a:pt x="450" y="3105"/>
                  </a:cubicBezTo>
                  <a:cubicBezTo>
                    <a:pt x="647" y="3442"/>
                    <a:pt x="955" y="3751"/>
                    <a:pt x="1348" y="4004"/>
                  </a:cubicBezTo>
                  <a:cubicBezTo>
                    <a:pt x="1713" y="4256"/>
                    <a:pt x="2163" y="4453"/>
                    <a:pt x="2640" y="4453"/>
                  </a:cubicBezTo>
                  <a:cubicBezTo>
                    <a:pt x="3229" y="4453"/>
                    <a:pt x="3791" y="4341"/>
                    <a:pt x="4296" y="4144"/>
                  </a:cubicBezTo>
                  <a:cubicBezTo>
                    <a:pt x="4802" y="3948"/>
                    <a:pt x="5223" y="3695"/>
                    <a:pt x="5503" y="3358"/>
                  </a:cubicBezTo>
                  <a:cubicBezTo>
                    <a:pt x="5700" y="3133"/>
                    <a:pt x="5756" y="2797"/>
                    <a:pt x="5812" y="2460"/>
                  </a:cubicBezTo>
                  <a:cubicBezTo>
                    <a:pt x="5868" y="2123"/>
                    <a:pt x="5896" y="1758"/>
                    <a:pt x="5896" y="1449"/>
                  </a:cubicBezTo>
                  <a:cubicBezTo>
                    <a:pt x="5896" y="1000"/>
                    <a:pt x="5868" y="663"/>
                    <a:pt x="5868" y="635"/>
                  </a:cubicBezTo>
                  <a:cubicBezTo>
                    <a:pt x="5840" y="579"/>
                    <a:pt x="5812" y="522"/>
                    <a:pt x="5756" y="494"/>
                  </a:cubicBezTo>
                  <a:cubicBezTo>
                    <a:pt x="5728" y="438"/>
                    <a:pt x="5644" y="438"/>
                    <a:pt x="5588" y="438"/>
                  </a:cubicBezTo>
                  <a:cubicBezTo>
                    <a:pt x="5588" y="438"/>
                    <a:pt x="5503" y="438"/>
                    <a:pt x="5363" y="466"/>
                  </a:cubicBezTo>
                  <a:cubicBezTo>
                    <a:pt x="4942" y="522"/>
                    <a:pt x="3959" y="635"/>
                    <a:pt x="2977" y="635"/>
                  </a:cubicBezTo>
                  <a:cubicBezTo>
                    <a:pt x="2415" y="635"/>
                    <a:pt x="1854" y="607"/>
                    <a:pt x="1405" y="494"/>
                  </a:cubicBezTo>
                  <a:cubicBezTo>
                    <a:pt x="955" y="410"/>
                    <a:pt x="590" y="270"/>
                    <a:pt x="394" y="73"/>
                  </a:cubicBezTo>
                  <a:cubicBezTo>
                    <a:pt x="358" y="20"/>
                    <a:pt x="300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4176;p64">
              <a:extLst>
                <a:ext uri="{FF2B5EF4-FFF2-40B4-BE49-F238E27FC236}">
                  <a16:creationId xmlns:a16="http://schemas.microsoft.com/office/drawing/2014/main" id="{FE18967A-DDB5-30FB-3A86-582D992964FF}"/>
                </a:ext>
              </a:extLst>
            </p:cNvPr>
            <p:cNvSpPr/>
            <p:nvPr/>
          </p:nvSpPr>
          <p:spPr>
            <a:xfrm>
              <a:off x="4485875" y="5175750"/>
              <a:ext cx="127775" cy="49875"/>
            </a:xfrm>
            <a:custGeom>
              <a:avLst/>
              <a:gdLst/>
              <a:ahLst/>
              <a:cxnLst/>
              <a:rect l="l" t="t" r="r" b="b"/>
              <a:pathLst>
                <a:path w="5111" h="1995" extrusionOk="0">
                  <a:moveTo>
                    <a:pt x="1" y="1"/>
                  </a:moveTo>
                  <a:cubicBezTo>
                    <a:pt x="29" y="85"/>
                    <a:pt x="29" y="169"/>
                    <a:pt x="29" y="226"/>
                  </a:cubicBezTo>
                  <a:cubicBezTo>
                    <a:pt x="29" y="871"/>
                    <a:pt x="1096" y="1994"/>
                    <a:pt x="2191" y="1994"/>
                  </a:cubicBezTo>
                  <a:cubicBezTo>
                    <a:pt x="3314" y="1994"/>
                    <a:pt x="4409" y="1573"/>
                    <a:pt x="4886" y="1012"/>
                  </a:cubicBezTo>
                  <a:cubicBezTo>
                    <a:pt x="4998" y="843"/>
                    <a:pt x="5083" y="619"/>
                    <a:pt x="5111" y="338"/>
                  </a:cubicBezTo>
                  <a:lnTo>
                    <a:pt x="5111" y="338"/>
                  </a:lnTo>
                  <a:cubicBezTo>
                    <a:pt x="4636" y="862"/>
                    <a:pt x="3739" y="1609"/>
                    <a:pt x="2697" y="1609"/>
                  </a:cubicBezTo>
                  <a:cubicBezTo>
                    <a:pt x="2567" y="1609"/>
                    <a:pt x="2436" y="1598"/>
                    <a:pt x="2303" y="1573"/>
                  </a:cubicBezTo>
                  <a:cubicBezTo>
                    <a:pt x="1180" y="1349"/>
                    <a:pt x="366" y="47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4177;p64">
              <a:extLst>
                <a:ext uri="{FF2B5EF4-FFF2-40B4-BE49-F238E27FC236}">
                  <a16:creationId xmlns:a16="http://schemas.microsoft.com/office/drawing/2014/main" id="{5A3D5E11-F6B1-8879-157F-08B1AFC94FAA}"/>
                </a:ext>
              </a:extLst>
            </p:cNvPr>
            <p:cNvSpPr/>
            <p:nvPr/>
          </p:nvSpPr>
          <p:spPr>
            <a:xfrm>
              <a:off x="4480275" y="5169875"/>
              <a:ext cx="139700" cy="62050"/>
            </a:xfrm>
            <a:custGeom>
              <a:avLst/>
              <a:gdLst/>
              <a:ahLst/>
              <a:cxnLst/>
              <a:rect l="l" t="t" r="r" b="b"/>
              <a:pathLst>
                <a:path w="5588" h="2482" extrusionOk="0">
                  <a:moveTo>
                    <a:pt x="1012" y="1359"/>
                  </a:moveTo>
                  <a:cubicBezTo>
                    <a:pt x="1374" y="1636"/>
                    <a:pt x="1814" y="1880"/>
                    <a:pt x="2324" y="2002"/>
                  </a:cubicBezTo>
                  <a:lnTo>
                    <a:pt x="2324" y="2002"/>
                  </a:lnTo>
                  <a:cubicBezTo>
                    <a:pt x="1878" y="1972"/>
                    <a:pt x="1435" y="1731"/>
                    <a:pt x="1067" y="1415"/>
                  </a:cubicBezTo>
                  <a:cubicBezTo>
                    <a:pt x="1049" y="1397"/>
                    <a:pt x="1030" y="1378"/>
                    <a:pt x="1012" y="1359"/>
                  </a:cubicBezTo>
                  <a:close/>
                  <a:moveTo>
                    <a:pt x="236" y="1"/>
                  </a:moveTo>
                  <a:cubicBezTo>
                    <a:pt x="213" y="1"/>
                    <a:pt x="190" y="4"/>
                    <a:pt x="169" y="11"/>
                  </a:cubicBezTo>
                  <a:cubicBezTo>
                    <a:pt x="57" y="39"/>
                    <a:pt x="0" y="152"/>
                    <a:pt x="0" y="236"/>
                  </a:cubicBezTo>
                  <a:cubicBezTo>
                    <a:pt x="0" y="320"/>
                    <a:pt x="0" y="404"/>
                    <a:pt x="0" y="461"/>
                  </a:cubicBezTo>
                  <a:cubicBezTo>
                    <a:pt x="0" y="685"/>
                    <a:pt x="113" y="910"/>
                    <a:pt x="225" y="1134"/>
                  </a:cubicBezTo>
                  <a:cubicBezTo>
                    <a:pt x="422" y="1471"/>
                    <a:pt x="730" y="1780"/>
                    <a:pt x="1123" y="2033"/>
                  </a:cubicBezTo>
                  <a:cubicBezTo>
                    <a:pt x="1488" y="2285"/>
                    <a:pt x="1938" y="2482"/>
                    <a:pt x="2415" y="2482"/>
                  </a:cubicBezTo>
                  <a:cubicBezTo>
                    <a:pt x="3004" y="2482"/>
                    <a:pt x="3566" y="2370"/>
                    <a:pt x="4071" y="2173"/>
                  </a:cubicBezTo>
                  <a:cubicBezTo>
                    <a:pt x="4577" y="1977"/>
                    <a:pt x="4998" y="1724"/>
                    <a:pt x="5278" y="1387"/>
                  </a:cubicBezTo>
                  <a:cubicBezTo>
                    <a:pt x="5447" y="1190"/>
                    <a:pt x="5531" y="910"/>
                    <a:pt x="5587" y="629"/>
                  </a:cubicBezTo>
                  <a:cubicBezTo>
                    <a:pt x="5587" y="517"/>
                    <a:pt x="5531" y="404"/>
                    <a:pt x="5447" y="376"/>
                  </a:cubicBezTo>
                  <a:cubicBezTo>
                    <a:pt x="5417" y="356"/>
                    <a:pt x="5384" y="347"/>
                    <a:pt x="5349" y="347"/>
                  </a:cubicBezTo>
                  <a:cubicBezTo>
                    <a:pt x="5287" y="347"/>
                    <a:pt x="5221" y="378"/>
                    <a:pt x="5166" y="432"/>
                  </a:cubicBezTo>
                  <a:cubicBezTo>
                    <a:pt x="4942" y="685"/>
                    <a:pt x="4605" y="966"/>
                    <a:pt x="4240" y="1219"/>
                  </a:cubicBezTo>
                  <a:cubicBezTo>
                    <a:pt x="3847" y="1443"/>
                    <a:pt x="3397" y="1612"/>
                    <a:pt x="2920" y="1612"/>
                  </a:cubicBezTo>
                  <a:cubicBezTo>
                    <a:pt x="2808" y="1612"/>
                    <a:pt x="2696" y="1612"/>
                    <a:pt x="2555" y="1584"/>
                  </a:cubicBezTo>
                  <a:cubicBezTo>
                    <a:pt x="1544" y="1387"/>
                    <a:pt x="786" y="545"/>
                    <a:pt x="422" y="96"/>
                  </a:cubicBezTo>
                  <a:cubicBezTo>
                    <a:pt x="379" y="32"/>
                    <a:pt x="306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4178;p64">
              <a:extLst>
                <a:ext uri="{FF2B5EF4-FFF2-40B4-BE49-F238E27FC236}">
                  <a16:creationId xmlns:a16="http://schemas.microsoft.com/office/drawing/2014/main" id="{84C68DE2-BA36-FE1A-52AF-4CF909913DE6}"/>
                </a:ext>
              </a:extLst>
            </p:cNvPr>
            <p:cNvSpPr/>
            <p:nvPr/>
          </p:nvSpPr>
          <p:spPr>
            <a:xfrm>
              <a:off x="4017975" y="3637125"/>
              <a:ext cx="654625" cy="1546225"/>
            </a:xfrm>
            <a:custGeom>
              <a:avLst/>
              <a:gdLst/>
              <a:ahLst/>
              <a:cxnLst/>
              <a:rect l="l" t="t" r="r" b="b"/>
              <a:pathLst>
                <a:path w="26185" h="61849" extrusionOk="0">
                  <a:moveTo>
                    <a:pt x="360" y="0"/>
                  </a:moveTo>
                  <a:cubicBezTo>
                    <a:pt x="136" y="0"/>
                    <a:pt x="0" y="108"/>
                    <a:pt x="103" y="427"/>
                  </a:cubicBezTo>
                  <a:cubicBezTo>
                    <a:pt x="103" y="427"/>
                    <a:pt x="356" y="5677"/>
                    <a:pt x="216" y="7895"/>
                  </a:cubicBezTo>
                  <a:cubicBezTo>
                    <a:pt x="103" y="10141"/>
                    <a:pt x="412" y="21567"/>
                    <a:pt x="665" y="25329"/>
                  </a:cubicBezTo>
                  <a:cubicBezTo>
                    <a:pt x="918" y="29092"/>
                    <a:pt x="1760" y="37598"/>
                    <a:pt x="2321" y="41023"/>
                  </a:cubicBezTo>
                  <a:cubicBezTo>
                    <a:pt x="2911" y="44476"/>
                    <a:pt x="5915" y="58009"/>
                    <a:pt x="5915" y="58009"/>
                  </a:cubicBezTo>
                  <a:cubicBezTo>
                    <a:pt x="5915" y="58009"/>
                    <a:pt x="5297" y="59244"/>
                    <a:pt x="5466" y="59749"/>
                  </a:cubicBezTo>
                  <a:cubicBezTo>
                    <a:pt x="5606" y="60254"/>
                    <a:pt x="6841" y="61602"/>
                    <a:pt x="8666" y="61799"/>
                  </a:cubicBezTo>
                  <a:cubicBezTo>
                    <a:pt x="8981" y="61832"/>
                    <a:pt x="9254" y="61848"/>
                    <a:pt x="9490" y="61848"/>
                  </a:cubicBezTo>
                  <a:cubicBezTo>
                    <a:pt x="10643" y="61848"/>
                    <a:pt x="10941" y="61459"/>
                    <a:pt x="11221" y="60760"/>
                  </a:cubicBezTo>
                  <a:cubicBezTo>
                    <a:pt x="11586" y="59946"/>
                    <a:pt x="11726" y="57812"/>
                    <a:pt x="11839" y="56492"/>
                  </a:cubicBezTo>
                  <a:cubicBezTo>
                    <a:pt x="11951" y="55145"/>
                    <a:pt x="13046" y="52450"/>
                    <a:pt x="12653" y="48884"/>
                  </a:cubicBezTo>
                  <a:cubicBezTo>
                    <a:pt x="12288" y="45319"/>
                    <a:pt x="12990" y="32854"/>
                    <a:pt x="12990" y="32854"/>
                  </a:cubicBezTo>
                  <a:lnTo>
                    <a:pt x="13551" y="24319"/>
                  </a:lnTo>
                  <a:cubicBezTo>
                    <a:pt x="13551" y="24319"/>
                    <a:pt x="13944" y="34791"/>
                    <a:pt x="14337" y="36363"/>
                  </a:cubicBezTo>
                  <a:cubicBezTo>
                    <a:pt x="14702" y="37963"/>
                    <a:pt x="17622" y="55201"/>
                    <a:pt x="17931" y="56156"/>
                  </a:cubicBezTo>
                  <a:cubicBezTo>
                    <a:pt x="18240" y="57138"/>
                    <a:pt x="17987" y="58879"/>
                    <a:pt x="18184" y="59272"/>
                  </a:cubicBezTo>
                  <a:cubicBezTo>
                    <a:pt x="18380" y="59693"/>
                    <a:pt x="18549" y="60619"/>
                    <a:pt x="19054" y="61013"/>
                  </a:cubicBezTo>
                  <a:cubicBezTo>
                    <a:pt x="19375" y="61280"/>
                    <a:pt x="20375" y="61457"/>
                    <a:pt x="21271" y="61457"/>
                  </a:cubicBezTo>
                  <a:cubicBezTo>
                    <a:pt x="21786" y="61457"/>
                    <a:pt x="22266" y="61398"/>
                    <a:pt x="22563" y="61265"/>
                  </a:cubicBezTo>
                  <a:cubicBezTo>
                    <a:pt x="23377" y="60928"/>
                    <a:pt x="24051" y="60451"/>
                    <a:pt x="24051" y="60086"/>
                  </a:cubicBezTo>
                  <a:cubicBezTo>
                    <a:pt x="24051" y="59749"/>
                    <a:pt x="24360" y="58065"/>
                    <a:pt x="24248" y="57138"/>
                  </a:cubicBezTo>
                  <a:cubicBezTo>
                    <a:pt x="24163" y="56212"/>
                    <a:pt x="23911" y="55454"/>
                    <a:pt x="23911" y="55201"/>
                  </a:cubicBezTo>
                  <a:cubicBezTo>
                    <a:pt x="23911" y="54948"/>
                    <a:pt x="24669" y="41360"/>
                    <a:pt x="24669" y="37598"/>
                  </a:cubicBezTo>
                  <a:cubicBezTo>
                    <a:pt x="24669" y="33836"/>
                    <a:pt x="24220" y="29597"/>
                    <a:pt x="24220" y="29597"/>
                  </a:cubicBezTo>
                  <a:cubicBezTo>
                    <a:pt x="24220" y="29597"/>
                    <a:pt x="25680" y="18507"/>
                    <a:pt x="25932" y="14043"/>
                  </a:cubicBezTo>
                  <a:cubicBezTo>
                    <a:pt x="26185" y="9580"/>
                    <a:pt x="25876" y="5930"/>
                    <a:pt x="25623" y="4582"/>
                  </a:cubicBezTo>
                  <a:cubicBezTo>
                    <a:pt x="25371" y="3263"/>
                    <a:pt x="24922" y="371"/>
                    <a:pt x="24922" y="371"/>
                  </a:cubicBezTo>
                  <a:cubicBezTo>
                    <a:pt x="24922" y="371"/>
                    <a:pt x="19559" y="2027"/>
                    <a:pt x="15348" y="2168"/>
                  </a:cubicBezTo>
                  <a:cubicBezTo>
                    <a:pt x="12975" y="2231"/>
                    <a:pt x="11476" y="2366"/>
                    <a:pt x="10192" y="2366"/>
                  </a:cubicBezTo>
                  <a:cubicBezTo>
                    <a:pt x="9198" y="2366"/>
                    <a:pt x="8332" y="2285"/>
                    <a:pt x="7291" y="2027"/>
                  </a:cubicBezTo>
                  <a:cubicBezTo>
                    <a:pt x="4932" y="1466"/>
                    <a:pt x="1816" y="624"/>
                    <a:pt x="1563" y="427"/>
                  </a:cubicBezTo>
                  <a:cubicBezTo>
                    <a:pt x="1403" y="321"/>
                    <a:pt x="748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4179;p64">
              <a:extLst>
                <a:ext uri="{FF2B5EF4-FFF2-40B4-BE49-F238E27FC236}">
                  <a16:creationId xmlns:a16="http://schemas.microsoft.com/office/drawing/2014/main" id="{7A9C1B79-CBF6-B3B3-3178-81E68868D4F8}"/>
                </a:ext>
              </a:extLst>
            </p:cNvPr>
            <p:cNvSpPr/>
            <p:nvPr/>
          </p:nvSpPr>
          <p:spPr>
            <a:xfrm>
              <a:off x="4013525" y="3630950"/>
              <a:ext cx="661200" cy="1558175"/>
            </a:xfrm>
            <a:custGeom>
              <a:avLst/>
              <a:gdLst/>
              <a:ahLst/>
              <a:cxnLst/>
              <a:rect l="l" t="t" r="r" b="b"/>
              <a:pathLst>
                <a:path w="26448" h="62327" extrusionOk="0">
                  <a:moveTo>
                    <a:pt x="534" y="478"/>
                  </a:moveTo>
                  <a:cubicBezTo>
                    <a:pt x="674" y="478"/>
                    <a:pt x="927" y="534"/>
                    <a:pt x="1124" y="646"/>
                  </a:cubicBezTo>
                  <a:cubicBezTo>
                    <a:pt x="1236" y="674"/>
                    <a:pt x="1348" y="730"/>
                    <a:pt x="1432" y="786"/>
                  </a:cubicBezTo>
                  <a:cubicBezTo>
                    <a:pt x="1517" y="815"/>
                    <a:pt x="1573" y="871"/>
                    <a:pt x="1601" y="871"/>
                  </a:cubicBezTo>
                  <a:cubicBezTo>
                    <a:pt x="1629" y="899"/>
                    <a:pt x="1685" y="927"/>
                    <a:pt x="1713" y="955"/>
                  </a:cubicBezTo>
                  <a:cubicBezTo>
                    <a:pt x="1882" y="1011"/>
                    <a:pt x="2162" y="1123"/>
                    <a:pt x="2555" y="1236"/>
                  </a:cubicBezTo>
                  <a:cubicBezTo>
                    <a:pt x="3735" y="1573"/>
                    <a:pt x="5756" y="2106"/>
                    <a:pt x="7440" y="2499"/>
                  </a:cubicBezTo>
                  <a:cubicBezTo>
                    <a:pt x="8479" y="2780"/>
                    <a:pt x="9378" y="2836"/>
                    <a:pt x="10388" y="2836"/>
                  </a:cubicBezTo>
                  <a:cubicBezTo>
                    <a:pt x="11680" y="2836"/>
                    <a:pt x="13168" y="2724"/>
                    <a:pt x="15526" y="2639"/>
                  </a:cubicBezTo>
                  <a:cubicBezTo>
                    <a:pt x="19256" y="2541"/>
                    <a:pt x="23822" y="1242"/>
                    <a:pt x="24913" y="916"/>
                  </a:cubicBezTo>
                  <a:lnTo>
                    <a:pt x="24913" y="916"/>
                  </a:lnTo>
                  <a:cubicBezTo>
                    <a:pt x="25027" y="1635"/>
                    <a:pt x="25369" y="3775"/>
                    <a:pt x="25577" y="4885"/>
                  </a:cubicBezTo>
                  <a:cubicBezTo>
                    <a:pt x="25745" y="5840"/>
                    <a:pt x="25970" y="8086"/>
                    <a:pt x="25970" y="11006"/>
                  </a:cubicBezTo>
                  <a:cubicBezTo>
                    <a:pt x="25970" y="12016"/>
                    <a:pt x="25942" y="13111"/>
                    <a:pt x="25886" y="14262"/>
                  </a:cubicBezTo>
                  <a:cubicBezTo>
                    <a:pt x="25773" y="16480"/>
                    <a:pt x="25324" y="20383"/>
                    <a:pt x="24931" y="23724"/>
                  </a:cubicBezTo>
                  <a:cubicBezTo>
                    <a:pt x="24735" y="25380"/>
                    <a:pt x="24538" y="26924"/>
                    <a:pt x="24398" y="28019"/>
                  </a:cubicBezTo>
                  <a:cubicBezTo>
                    <a:pt x="24257" y="29142"/>
                    <a:pt x="24173" y="29816"/>
                    <a:pt x="24173" y="29816"/>
                  </a:cubicBezTo>
                  <a:lnTo>
                    <a:pt x="24173" y="29872"/>
                  </a:lnTo>
                  <a:cubicBezTo>
                    <a:pt x="24173" y="29872"/>
                    <a:pt x="24201" y="30153"/>
                    <a:pt x="24229" y="30602"/>
                  </a:cubicBezTo>
                  <a:cubicBezTo>
                    <a:pt x="24370" y="31949"/>
                    <a:pt x="24622" y="35038"/>
                    <a:pt x="24622" y="37845"/>
                  </a:cubicBezTo>
                  <a:cubicBezTo>
                    <a:pt x="24622" y="39698"/>
                    <a:pt x="24426" y="44050"/>
                    <a:pt x="24229" y="47952"/>
                  </a:cubicBezTo>
                  <a:cubicBezTo>
                    <a:pt x="24145" y="49889"/>
                    <a:pt x="24033" y="51742"/>
                    <a:pt x="23977" y="53090"/>
                  </a:cubicBezTo>
                  <a:cubicBezTo>
                    <a:pt x="23920" y="53792"/>
                    <a:pt x="23892" y="54353"/>
                    <a:pt x="23892" y="54746"/>
                  </a:cubicBezTo>
                  <a:cubicBezTo>
                    <a:pt x="23864" y="54971"/>
                    <a:pt x="23864" y="55111"/>
                    <a:pt x="23864" y="55223"/>
                  </a:cubicBezTo>
                  <a:cubicBezTo>
                    <a:pt x="23836" y="55364"/>
                    <a:pt x="23836" y="55420"/>
                    <a:pt x="23836" y="55448"/>
                  </a:cubicBezTo>
                  <a:cubicBezTo>
                    <a:pt x="23836" y="55532"/>
                    <a:pt x="23864" y="55645"/>
                    <a:pt x="23892" y="55785"/>
                  </a:cubicBezTo>
                  <a:cubicBezTo>
                    <a:pt x="23977" y="56150"/>
                    <a:pt x="24117" y="56739"/>
                    <a:pt x="24201" y="57413"/>
                  </a:cubicBezTo>
                  <a:cubicBezTo>
                    <a:pt x="24229" y="57526"/>
                    <a:pt x="24229" y="57666"/>
                    <a:pt x="24229" y="57806"/>
                  </a:cubicBezTo>
                  <a:cubicBezTo>
                    <a:pt x="24229" y="58256"/>
                    <a:pt x="24173" y="58817"/>
                    <a:pt x="24117" y="59294"/>
                  </a:cubicBezTo>
                  <a:cubicBezTo>
                    <a:pt x="24089" y="59519"/>
                    <a:pt x="24061" y="59743"/>
                    <a:pt x="24033" y="59912"/>
                  </a:cubicBezTo>
                  <a:cubicBezTo>
                    <a:pt x="24005" y="60108"/>
                    <a:pt x="24005" y="60249"/>
                    <a:pt x="24005" y="60333"/>
                  </a:cubicBezTo>
                  <a:cubicBezTo>
                    <a:pt x="24005" y="60361"/>
                    <a:pt x="23977" y="60417"/>
                    <a:pt x="23920" y="60501"/>
                  </a:cubicBezTo>
                  <a:cubicBezTo>
                    <a:pt x="23752" y="60726"/>
                    <a:pt x="23247" y="61063"/>
                    <a:pt x="22657" y="61316"/>
                  </a:cubicBezTo>
                  <a:cubicBezTo>
                    <a:pt x="22462" y="61389"/>
                    <a:pt x="22078" y="61462"/>
                    <a:pt x="21669" y="61462"/>
                  </a:cubicBezTo>
                  <a:cubicBezTo>
                    <a:pt x="21606" y="61462"/>
                    <a:pt x="21542" y="61460"/>
                    <a:pt x="21478" y="61456"/>
                  </a:cubicBezTo>
                  <a:cubicBezTo>
                    <a:pt x="21057" y="61456"/>
                    <a:pt x="20579" y="61428"/>
                    <a:pt x="20186" y="61344"/>
                  </a:cubicBezTo>
                  <a:cubicBezTo>
                    <a:pt x="19990" y="61316"/>
                    <a:pt x="19821" y="61260"/>
                    <a:pt x="19681" y="61231"/>
                  </a:cubicBezTo>
                  <a:cubicBezTo>
                    <a:pt x="19513" y="61175"/>
                    <a:pt x="19428" y="61119"/>
                    <a:pt x="19372" y="61091"/>
                  </a:cubicBezTo>
                  <a:cubicBezTo>
                    <a:pt x="19176" y="60923"/>
                    <a:pt x="19007" y="60642"/>
                    <a:pt x="18895" y="60305"/>
                  </a:cubicBezTo>
                  <a:cubicBezTo>
                    <a:pt x="18783" y="59996"/>
                    <a:pt x="18698" y="59659"/>
                    <a:pt x="18558" y="59435"/>
                  </a:cubicBezTo>
                  <a:cubicBezTo>
                    <a:pt x="18558" y="59407"/>
                    <a:pt x="18530" y="59294"/>
                    <a:pt x="18530" y="59126"/>
                  </a:cubicBezTo>
                  <a:cubicBezTo>
                    <a:pt x="18502" y="58957"/>
                    <a:pt x="18502" y="58761"/>
                    <a:pt x="18502" y="58536"/>
                  </a:cubicBezTo>
                  <a:cubicBezTo>
                    <a:pt x="18502" y="58424"/>
                    <a:pt x="18502" y="58312"/>
                    <a:pt x="18502" y="58171"/>
                  </a:cubicBezTo>
                  <a:cubicBezTo>
                    <a:pt x="18502" y="57582"/>
                    <a:pt x="18502" y="56880"/>
                    <a:pt x="18333" y="56346"/>
                  </a:cubicBezTo>
                  <a:cubicBezTo>
                    <a:pt x="18305" y="56290"/>
                    <a:pt x="18277" y="56178"/>
                    <a:pt x="18249" y="56010"/>
                  </a:cubicBezTo>
                  <a:cubicBezTo>
                    <a:pt x="17969" y="54662"/>
                    <a:pt x="17182" y="50170"/>
                    <a:pt x="16424" y="45846"/>
                  </a:cubicBezTo>
                  <a:cubicBezTo>
                    <a:pt x="16031" y="43685"/>
                    <a:pt x="15666" y="41551"/>
                    <a:pt x="15358" y="39867"/>
                  </a:cubicBezTo>
                  <a:cubicBezTo>
                    <a:pt x="15049" y="38182"/>
                    <a:pt x="14824" y="36947"/>
                    <a:pt x="14740" y="36582"/>
                  </a:cubicBezTo>
                  <a:cubicBezTo>
                    <a:pt x="14684" y="36385"/>
                    <a:pt x="14628" y="36048"/>
                    <a:pt x="14600" y="35627"/>
                  </a:cubicBezTo>
                  <a:cubicBezTo>
                    <a:pt x="14431" y="34083"/>
                    <a:pt x="14263" y="31332"/>
                    <a:pt x="14150" y="28945"/>
                  </a:cubicBezTo>
                  <a:cubicBezTo>
                    <a:pt x="14094" y="27738"/>
                    <a:pt x="14066" y="26643"/>
                    <a:pt x="14010" y="25857"/>
                  </a:cubicBezTo>
                  <a:cubicBezTo>
                    <a:pt x="13982" y="25043"/>
                    <a:pt x="13982" y="24566"/>
                    <a:pt x="13982" y="24538"/>
                  </a:cubicBezTo>
                  <a:cubicBezTo>
                    <a:pt x="13954" y="24425"/>
                    <a:pt x="13870" y="24341"/>
                    <a:pt x="13729" y="24313"/>
                  </a:cubicBezTo>
                  <a:cubicBezTo>
                    <a:pt x="13617" y="24313"/>
                    <a:pt x="13505" y="24425"/>
                    <a:pt x="13505" y="24538"/>
                  </a:cubicBezTo>
                  <a:lnTo>
                    <a:pt x="12943" y="33101"/>
                  </a:lnTo>
                  <a:lnTo>
                    <a:pt x="12915" y="33101"/>
                  </a:lnTo>
                  <a:cubicBezTo>
                    <a:pt x="12915" y="33101"/>
                    <a:pt x="12494" y="40793"/>
                    <a:pt x="12494" y="45818"/>
                  </a:cubicBezTo>
                  <a:cubicBezTo>
                    <a:pt x="12494" y="47194"/>
                    <a:pt x="12522" y="48373"/>
                    <a:pt x="12606" y="49159"/>
                  </a:cubicBezTo>
                  <a:cubicBezTo>
                    <a:pt x="12662" y="49665"/>
                    <a:pt x="12690" y="50170"/>
                    <a:pt x="12690" y="50647"/>
                  </a:cubicBezTo>
                  <a:cubicBezTo>
                    <a:pt x="12690" y="52023"/>
                    <a:pt x="12494" y="53258"/>
                    <a:pt x="12269" y="54269"/>
                  </a:cubicBezTo>
                  <a:cubicBezTo>
                    <a:pt x="12073" y="55308"/>
                    <a:pt x="11820" y="56094"/>
                    <a:pt x="11792" y="56711"/>
                  </a:cubicBezTo>
                  <a:cubicBezTo>
                    <a:pt x="11736" y="57385"/>
                    <a:pt x="11680" y="58256"/>
                    <a:pt x="11567" y="59042"/>
                  </a:cubicBezTo>
                  <a:cubicBezTo>
                    <a:pt x="11483" y="59828"/>
                    <a:pt x="11343" y="60558"/>
                    <a:pt x="11203" y="60923"/>
                  </a:cubicBezTo>
                  <a:cubicBezTo>
                    <a:pt x="11034" y="61260"/>
                    <a:pt x="10922" y="61484"/>
                    <a:pt x="10725" y="61624"/>
                  </a:cubicBezTo>
                  <a:cubicBezTo>
                    <a:pt x="10529" y="61765"/>
                    <a:pt x="10220" y="61849"/>
                    <a:pt x="9686" y="61849"/>
                  </a:cubicBezTo>
                  <a:cubicBezTo>
                    <a:pt x="9462" y="61849"/>
                    <a:pt x="9181" y="61849"/>
                    <a:pt x="8872" y="61821"/>
                  </a:cubicBezTo>
                  <a:cubicBezTo>
                    <a:pt x="8002" y="61709"/>
                    <a:pt x="7272" y="61344"/>
                    <a:pt x="6767" y="60951"/>
                  </a:cubicBezTo>
                  <a:cubicBezTo>
                    <a:pt x="6486" y="60754"/>
                    <a:pt x="6289" y="60530"/>
                    <a:pt x="6121" y="60361"/>
                  </a:cubicBezTo>
                  <a:cubicBezTo>
                    <a:pt x="5981" y="60165"/>
                    <a:pt x="5868" y="59996"/>
                    <a:pt x="5868" y="59940"/>
                  </a:cubicBezTo>
                  <a:cubicBezTo>
                    <a:pt x="5840" y="59912"/>
                    <a:pt x="5840" y="59856"/>
                    <a:pt x="5840" y="59800"/>
                  </a:cubicBezTo>
                  <a:cubicBezTo>
                    <a:pt x="5840" y="59575"/>
                    <a:pt x="5953" y="59210"/>
                    <a:pt x="6065" y="58901"/>
                  </a:cubicBezTo>
                  <a:cubicBezTo>
                    <a:pt x="6121" y="58761"/>
                    <a:pt x="6177" y="58620"/>
                    <a:pt x="6233" y="58508"/>
                  </a:cubicBezTo>
                  <a:cubicBezTo>
                    <a:pt x="6261" y="58480"/>
                    <a:pt x="6261" y="58424"/>
                    <a:pt x="6289" y="58396"/>
                  </a:cubicBezTo>
                  <a:lnTo>
                    <a:pt x="6318" y="58368"/>
                  </a:lnTo>
                  <a:cubicBezTo>
                    <a:pt x="6318" y="58312"/>
                    <a:pt x="6346" y="58256"/>
                    <a:pt x="6318" y="58199"/>
                  </a:cubicBezTo>
                  <a:cubicBezTo>
                    <a:pt x="6318" y="58199"/>
                    <a:pt x="6121" y="57357"/>
                    <a:pt x="5840" y="56038"/>
                  </a:cubicBezTo>
                  <a:cubicBezTo>
                    <a:pt x="4970" y="52079"/>
                    <a:pt x="3173" y="43825"/>
                    <a:pt x="2724" y="41242"/>
                  </a:cubicBezTo>
                  <a:cubicBezTo>
                    <a:pt x="2162" y="37817"/>
                    <a:pt x="1320" y="29310"/>
                    <a:pt x="1068" y="25576"/>
                  </a:cubicBezTo>
                  <a:cubicBezTo>
                    <a:pt x="871" y="22404"/>
                    <a:pt x="590" y="13785"/>
                    <a:pt x="590" y="9827"/>
                  </a:cubicBezTo>
                  <a:cubicBezTo>
                    <a:pt x="590" y="9097"/>
                    <a:pt x="618" y="8507"/>
                    <a:pt x="618" y="8170"/>
                  </a:cubicBezTo>
                  <a:cubicBezTo>
                    <a:pt x="646" y="7721"/>
                    <a:pt x="674" y="7131"/>
                    <a:pt x="674" y="6514"/>
                  </a:cubicBezTo>
                  <a:cubicBezTo>
                    <a:pt x="674" y="4015"/>
                    <a:pt x="506" y="674"/>
                    <a:pt x="506" y="674"/>
                  </a:cubicBezTo>
                  <a:lnTo>
                    <a:pt x="506" y="618"/>
                  </a:lnTo>
                  <a:cubicBezTo>
                    <a:pt x="478" y="562"/>
                    <a:pt x="478" y="534"/>
                    <a:pt x="478" y="506"/>
                  </a:cubicBezTo>
                  <a:lnTo>
                    <a:pt x="478" y="478"/>
                  </a:lnTo>
                  <a:close/>
                  <a:moveTo>
                    <a:pt x="534" y="0"/>
                  </a:moveTo>
                  <a:cubicBezTo>
                    <a:pt x="422" y="0"/>
                    <a:pt x="310" y="28"/>
                    <a:pt x="197" y="113"/>
                  </a:cubicBezTo>
                  <a:cubicBezTo>
                    <a:pt x="57" y="197"/>
                    <a:pt x="1" y="365"/>
                    <a:pt x="1" y="506"/>
                  </a:cubicBezTo>
                  <a:cubicBezTo>
                    <a:pt x="1" y="571"/>
                    <a:pt x="17" y="636"/>
                    <a:pt x="38" y="701"/>
                  </a:cubicBezTo>
                  <a:lnTo>
                    <a:pt x="38" y="701"/>
                  </a:lnTo>
                  <a:lnTo>
                    <a:pt x="29" y="702"/>
                  </a:lnTo>
                  <a:cubicBezTo>
                    <a:pt x="29" y="702"/>
                    <a:pt x="85" y="1545"/>
                    <a:pt x="113" y="2696"/>
                  </a:cubicBezTo>
                  <a:cubicBezTo>
                    <a:pt x="169" y="3819"/>
                    <a:pt x="197" y="5278"/>
                    <a:pt x="197" y="6514"/>
                  </a:cubicBezTo>
                  <a:cubicBezTo>
                    <a:pt x="197" y="7131"/>
                    <a:pt x="197" y="7693"/>
                    <a:pt x="169" y="8142"/>
                  </a:cubicBezTo>
                  <a:cubicBezTo>
                    <a:pt x="141" y="8507"/>
                    <a:pt x="141" y="9069"/>
                    <a:pt x="141" y="9827"/>
                  </a:cubicBezTo>
                  <a:cubicBezTo>
                    <a:pt x="141" y="13785"/>
                    <a:pt x="394" y="22404"/>
                    <a:pt x="618" y="25605"/>
                  </a:cubicBezTo>
                  <a:cubicBezTo>
                    <a:pt x="871" y="29367"/>
                    <a:pt x="1685" y="37845"/>
                    <a:pt x="2275" y="41326"/>
                  </a:cubicBezTo>
                  <a:cubicBezTo>
                    <a:pt x="2840" y="44639"/>
                    <a:pt x="5628" y="57226"/>
                    <a:pt x="5854" y="58246"/>
                  </a:cubicBezTo>
                  <a:lnTo>
                    <a:pt x="5854" y="58246"/>
                  </a:lnTo>
                  <a:cubicBezTo>
                    <a:pt x="5803" y="58338"/>
                    <a:pt x="5718" y="58511"/>
                    <a:pt x="5644" y="58733"/>
                  </a:cubicBezTo>
                  <a:cubicBezTo>
                    <a:pt x="5503" y="59070"/>
                    <a:pt x="5391" y="59463"/>
                    <a:pt x="5363" y="59800"/>
                  </a:cubicBezTo>
                  <a:cubicBezTo>
                    <a:pt x="5363" y="59884"/>
                    <a:pt x="5391" y="59968"/>
                    <a:pt x="5419" y="60080"/>
                  </a:cubicBezTo>
                  <a:lnTo>
                    <a:pt x="5419" y="60052"/>
                  </a:lnTo>
                  <a:cubicBezTo>
                    <a:pt x="5475" y="60249"/>
                    <a:pt x="5588" y="60445"/>
                    <a:pt x="5756" y="60642"/>
                  </a:cubicBezTo>
                  <a:cubicBezTo>
                    <a:pt x="6289" y="61288"/>
                    <a:pt x="7384" y="62102"/>
                    <a:pt x="8816" y="62270"/>
                  </a:cubicBezTo>
                  <a:cubicBezTo>
                    <a:pt x="9153" y="62298"/>
                    <a:pt x="9434" y="62326"/>
                    <a:pt x="9686" y="62326"/>
                  </a:cubicBezTo>
                  <a:cubicBezTo>
                    <a:pt x="10276" y="62326"/>
                    <a:pt x="10697" y="62214"/>
                    <a:pt x="11006" y="61989"/>
                  </a:cubicBezTo>
                  <a:cubicBezTo>
                    <a:pt x="11315" y="61765"/>
                    <a:pt x="11455" y="61456"/>
                    <a:pt x="11624" y="61119"/>
                  </a:cubicBezTo>
                  <a:cubicBezTo>
                    <a:pt x="11820" y="60642"/>
                    <a:pt x="11932" y="59912"/>
                    <a:pt x="12045" y="59098"/>
                  </a:cubicBezTo>
                  <a:cubicBezTo>
                    <a:pt x="12129" y="58284"/>
                    <a:pt x="12213" y="57413"/>
                    <a:pt x="12241" y="56739"/>
                  </a:cubicBezTo>
                  <a:cubicBezTo>
                    <a:pt x="12297" y="56234"/>
                    <a:pt x="12522" y="55392"/>
                    <a:pt x="12719" y="54381"/>
                  </a:cubicBezTo>
                  <a:cubicBezTo>
                    <a:pt x="12943" y="53342"/>
                    <a:pt x="13168" y="52079"/>
                    <a:pt x="13168" y="50647"/>
                  </a:cubicBezTo>
                  <a:cubicBezTo>
                    <a:pt x="13168" y="50142"/>
                    <a:pt x="13140" y="49637"/>
                    <a:pt x="13084" y="49103"/>
                  </a:cubicBezTo>
                  <a:cubicBezTo>
                    <a:pt x="12999" y="48373"/>
                    <a:pt x="12971" y="47194"/>
                    <a:pt x="12971" y="45818"/>
                  </a:cubicBezTo>
                  <a:cubicBezTo>
                    <a:pt x="12971" y="43320"/>
                    <a:pt x="13084" y="40147"/>
                    <a:pt x="13168" y="37592"/>
                  </a:cubicBezTo>
                  <a:cubicBezTo>
                    <a:pt x="13224" y="36329"/>
                    <a:pt x="13280" y="35206"/>
                    <a:pt x="13336" y="34392"/>
                  </a:cubicBezTo>
                  <a:cubicBezTo>
                    <a:pt x="13364" y="33606"/>
                    <a:pt x="13392" y="33129"/>
                    <a:pt x="13392" y="33129"/>
                  </a:cubicBezTo>
                  <a:lnTo>
                    <a:pt x="13679" y="28962"/>
                  </a:lnTo>
                  <a:lnTo>
                    <a:pt x="13679" y="28962"/>
                  </a:lnTo>
                  <a:cubicBezTo>
                    <a:pt x="13695" y="29306"/>
                    <a:pt x="13712" y="29657"/>
                    <a:pt x="13729" y="30012"/>
                  </a:cubicBezTo>
                  <a:cubicBezTo>
                    <a:pt x="13813" y="31416"/>
                    <a:pt x="13898" y="32876"/>
                    <a:pt x="13982" y="34083"/>
                  </a:cubicBezTo>
                  <a:cubicBezTo>
                    <a:pt x="14038" y="34673"/>
                    <a:pt x="14066" y="35234"/>
                    <a:pt x="14122" y="35683"/>
                  </a:cubicBezTo>
                  <a:cubicBezTo>
                    <a:pt x="14178" y="36105"/>
                    <a:pt x="14235" y="36470"/>
                    <a:pt x="14263" y="36666"/>
                  </a:cubicBezTo>
                  <a:cubicBezTo>
                    <a:pt x="14375" y="37059"/>
                    <a:pt x="14628" y="38435"/>
                    <a:pt x="14965" y="40288"/>
                  </a:cubicBezTo>
                  <a:cubicBezTo>
                    <a:pt x="15442" y="43067"/>
                    <a:pt x="16116" y="46941"/>
                    <a:pt x="16705" y="50198"/>
                  </a:cubicBezTo>
                  <a:cubicBezTo>
                    <a:pt x="16986" y="51826"/>
                    <a:pt x="17267" y="53286"/>
                    <a:pt x="17463" y="54409"/>
                  </a:cubicBezTo>
                  <a:cubicBezTo>
                    <a:pt x="17575" y="54971"/>
                    <a:pt x="17660" y="55420"/>
                    <a:pt x="17716" y="55785"/>
                  </a:cubicBezTo>
                  <a:cubicBezTo>
                    <a:pt x="17800" y="56150"/>
                    <a:pt x="17856" y="56375"/>
                    <a:pt x="17884" y="56487"/>
                  </a:cubicBezTo>
                  <a:cubicBezTo>
                    <a:pt x="18025" y="56908"/>
                    <a:pt x="18053" y="57582"/>
                    <a:pt x="18025" y="58171"/>
                  </a:cubicBezTo>
                  <a:cubicBezTo>
                    <a:pt x="18025" y="58312"/>
                    <a:pt x="18025" y="58424"/>
                    <a:pt x="18025" y="58536"/>
                  </a:cubicBezTo>
                  <a:cubicBezTo>
                    <a:pt x="18025" y="58761"/>
                    <a:pt x="18025" y="58985"/>
                    <a:pt x="18053" y="59154"/>
                  </a:cubicBezTo>
                  <a:cubicBezTo>
                    <a:pt x="18053" y="59350"/>
                    <a:pt x="18081" y="59491"/>
                    <a:pt x="18165" y="59631"/>
                  </a:cubicBezTo>
                  <a:cubicBezTo>
                    <a:pt x="18249" y="59800"/>
                    <a:pt x="18333" y="60137"/>
                    <a:pt x="18474" y="60473"/>
                  </a:cubicBezTo>
                  <a:cubicBezTo>
                    <a:pt x="18586" y="60838"/>
                    <a:pt x="18783" y="61203"/>
                    <a:pt x="19092" y="61456"/>
                  </a:cubicBezTo>
                  <a:cubicBezTo>
                    <a:pt x="19204" y="61540"/>
                    <a:pt x="19344" y="61596"/>
                    <a:pt x="19513" y="61653"/>
                  </a:cubicBezTo>
                  <a:cubicBezTo>
                    <a:pt x="20018" y="61849"/>
                    <a:pt x="20776" y="61933"/>
                    <a:pt x="21478" y="61933"/>
                  </a:cubicBezTo>
                  <a:cubicBezTo>
                    <a:pt x="22011" y="61933"/>
                    <a:pt x="22489" y="61877"/>
                    <a:pt x="22854" y="61737"/>
                  </a:cubicBezTo>
                  <a:cubicBezTo>
                    <a:pt x="23275" y="61540"/>
                    <a:pt x="23640" y="61344"/>
                    <a:pt x="23948" y="61119"/>
                  </a:cubicBezTo>
                  <a:cubicBezTo>
                    <a:pt x="24089" y="61007"/>
                    <a:pt x="24201" y="60895"/>
                    <a:pt x="24313" y="60782"/>
                  </a:cubicBezTo>
                  <a:cubicBezTo>
                    <a:pt x="24398" y="60642"/>
                    <a:pt x="24454" y="60501"/>
                    <a:pt x="24454" y="60333"/>
                  </a:cubicBezTo>
                  <a:cubicBezTo>
                    <a:pt x="24454" y="60305"/>
                    <a:pt x="24482" y="60165"/>
                    <a:pt x="24510" y="59968"/>
                  </a:cubicBezTo>
                  <a:cubicBezTo>
                    <a:pt x="24566" y="59463"/>
                    <a:pt x="24678" y="58536"/>
                    <a:pt x="24678" y="57806"/>
                  </a:cubicBezTo>
                  <a:cubicBezTo>
                    <a:pt x="24678" y="57666"/>
                    <a:pt x="24678" y="57497"/>
                    <a:pt x="24678" y="57357"/>
                  </a:cubicBezTo>
                  <a:cubicBezTo>
                    <a:pt x="24622" y="56880"/>
                    <a:pt x="24538" y="56459"/>
                    <a:pt x="24454" y="56122"/>
                  </a:cubicBezTo>
                  <a:cubicBezTo>
                    <a:pt x="24398" y="55953"/>
                    <a:pt x="24370" y="55785"/>
                    <a:pt x="24341" y="55673"/>
                  </a:cubicBezTo>
                  <a:cubicBezTo>
                    <a:pt x="24313" y="55560"/>
                    <a:pt x="24313" y="55476"/>
                    <a:pt x="24313" y="55448"/>
                  </a:cubicBezTo>
                  <a:cubicBezTo>
                    <a:pt x="24313" y="55448"/>
                    <a:pt x="24313" y="55364"/>
                    <a:pt x="24313" y="55252"/>
                  </a:cubicBezTo>
                  <a:cubicBezTo>
                    <a:pt x="24398" y="53539"/>
                    <a:pt x="25071" y="41383"/>
                    <a:pt x="25071" y="37845"/>
                  </a:cubicBezTo>
                  <a:cubicBezTo>
                    <a:pt x="25071" y="34242"/>
                    <a:pt x="24665" y="30259"/>
                    <a:pt x="24625" y="29874"/>
                  </a:cubicBezTo>
                  <a:lnTo>
                    <a:pt x="24625" y="29874"/>
                  </a:lnTo>
                  <a:cubicBezTo>
                    <a:pt x="24701" y="29280"/>
                    <a:pt x="26117" y="18662"/>
                    <a:pt x="26363" y="14290"/>
                  </a:cubicBezTo>
                  <a:cubicBezTo>
                    <a:pt x="26419" y="13139"/>
                    <a:pt x="26447" y="12016"/>
                    <a:pt x="26447" y="11006"/>
                  </a:cubicBezTo>
                  <a:cubicBezTo>
                    <a:pt x="26447" y="8058"/>
                    <a:pt x="26222" y="5812"/>
                    <a:pt x="26026" y="4801"/>
                  </a:cubicBezTo>
                  <a:cubicBezTo>
                    <a:pt x="25914" y="4127"/>
                    <a:pt x="25717" y="3089"/>
                    <a:pt x="25577" y="2190"/>
                  </a:cubicBezTo>
                  <a:cubicBezTo>
                    <a:pt x="25436" y="1292"/>
                    <a:pt x="25324" y="590"/>
                    <a:pt x="25324" y="590"/>
                  </a:cubicBezTo>
                  <a:cubicBezTo>
                    <a:pt x="25324" y="534"/>
                    <a:pt x="25268" y="450"/>
                    <a:pt x="25212" y="422"/>
                  </a:cubicBezTo>
                  <a:cubicBezTo>
                    <a:pt x="25156" y="393"/>
                    <a:pt x="25100" y="393"/>
                    <a:pt x="25043" y="393"/>
                  </a:cubicBezTo>
                  <a:cubicBezTo>
                    <a:pt x="25015" y="393"/>
                    <a:pt x="24959" y="422"/>
                    <a:pt x="24791" y="478"/>
                  </a:cubicBezTo>
                  <a:cubicBezTo>
                    <a:pt x="23724" y="786"/>
                    <a:pt x="19148" y="2078"/>
                    <a:pt x="15526" y="2190"/>
                  </a:cubicBezTo>
                  <a:cubicBezTo>
                    <a:pt x="13140" y="2246"/>
                    <a:pt x="11652" y="2387"/>
                    <a:pt x="10388" y="2387"/>
                  </a:cubicBezTo>
                  <a:cubicBezTo>
                    <a:pt x="9378" y="2387"/>
                    <a:pt x="8563" y="2303"/>
                    <a:pt x="7525" y="2050"/>
                  </a:cubicBezTo>
                  <a:cubicBezTo>
                    <a:pt x="6346" y="1769"/>
                    <a:pt x="4998" y="1432"/>
                    <a:pt x="3875" y="1123"/>
                  </a:cubicBezTo>
                  <a:cubicBezTo>
                    <a:pt x="3342" y="955"/>
                    <a:pt x="2836" y="815"/>
                    <a:pt x="2471" y="702"/>
                  </a:cubicBezTo>
                  <a:cubicBezTo>
                    <a:pt x="2303" y="646"/>
                    <a:pt x="2162" y="618"/>
                    <a:pt x="2050" y="562"/>
                  </a:cubicBezTo>
                  <a:cubicBezTo>
                    <a:pt x="1994" y="562"/>
                    <a:pt x="1938" y="534"/>
                    <a:pt x="1910" y="506"/>
                  </a:cubicBezTo>
                  <a:lnTo>
                    <a:pt x="1882" y="506"/>
                  </a:lnTo>
                  <a:cubicBezTo>
                    <a:pt x="1826" y="450"/>
                    <a:pt x="1741" y="422"/>
                    <a:pt x="1657" y="365"/>
                  </a:cubicBezTo>
                  <a:cubicBezTo>
                    <a:pt x="1517" y="281"/>
                    <a:pt x="1320" y="197"/>
                    <a:pt x="1124" y="141"/>
                  </a:cubicBezTo>
                  <a:cubicBezTo>
                    <a:pt x="927" y="57"/>
                    <a:pt x="731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4180;p64">
              <a:extLst>
                <a:ext uri="{FF2B5EF4-FFF2-40B4-BE49-F238E27FC236}">
                  <a16:creationId xmlns:a16="http://schemas.microsoft.com/office/drawing/2014/main" id="{AD403A8C-BA49-D3A7-ECC6-2011A70A413E}"/>
                </a:ext>
              </a:extLst>
            </p:cNvPr>
            <p:cNvSpPr/>
            <p:nvPr/>
          </p:nvSpPr>
          <p:spPr>
            <a:xfrm>
              <a:off x="4350425" y="4004350"/>
              <a:ext cx="40025" cy="246475"/>
            </a:xfrm>
            <a:custGeom>
              <a:avLst/>
              <a:gdLst/>
              <a:ahLst/>
              <a:cxnLst/>
              <a:rect l="l" t="t" r="r" b="b"/>
              <a:pathLst>
                <a:path w="1601" h="9859" extrusionOk="0">
                  <a:moveTo>
                    <a:pt x="1376" y="0"/>
                  </a:moveTo>
                  <a:cubicBezTo>
                    <a:pt x="1236" y="0"/>
                    <a:pt x="1124" y="84"/>
                    <a:pt x="1124" y="225"/>
                  </a:cubicBezTo>
                  <a:lnTo>
                    <a:pt x="29" y="9602"/>
                  </a:lnTo>
                  <a:cubicBezTo>
                    <a:pt x="1" y="9714"/>
                    <a:pt x="113" y="9854"/>
                    <a:pt x="225" y="9854"/>
                  </a:cubicBezTo>
                  <a:cubicBezTo>
                    <a:pt x="240" y="9857"/>
                    <a:pt x="254" y="9859"/>
                    <a:pt x="269" y="9859"/>
                  </a:cubicBezTo>
                  <a:cubicBezTo>
                    <a:pt x="388" y="9859"/>
                    <a:pt x="481" y="9758"/>
                    <a:pt x="506" y="9658"/>
                  </a:cubicBezTo>
                  <a:lnTo>
                    <a:pt x="1573" y="281"/>
                  </a:lnTo>
                  <a:cubicBezTo>
                    <a:pt x="1601" y="141"/>
                    <a:pt x="1489" y="28"/>
                    <a:pt x="1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4181;p64">
              <a:extLst>
                <a:ext uri="{FF2B5EF4-FFF2-40B4-BE49-F238E27FC236}">
                  <a16:creationId xmlns:a16="http://schemas.microsoft.com/office/drawing/2014/main" id="{43471605-5344-7653-4132-A9FBA8173346}"/>
                </a:ext>
              </a:extLst>
            </p:cNvPr>
            <p:cNvSpPr/>
            <p:nvPr/>
          </p:nvSpPr>
          <p:spPr>
            <a:xfrm>
              <a:off x="4370775" y="4022050"/>
              <a:ext cx="101800" cy="48475"/>
            </a:xfrm>
            <a:custGeom>
              <a:avLst/>
              <a:gdLst/>
              <a:ahLst/>
              <a:cxnLst/>
              <a:rect l="l" t="t" r="r" b="b"/>
              <a:pathLst>
                <a:path w="4072" h="1939" extrusionOk="0">
                  <a:moveTo>
                    <a:pt x="3809" y="1"/>
                  </a:moveTo>
                  <a:cubicBezTo>
                    <a:pt x="3777" y="1"/>
                    <a:pt x="3743" y="8"/>
                    <a:pt x="3707" y="22"/>
                  </a:cubicBezTo>
                  <a:lnTo>
                    <a:pt x="197" y="1482"/>
                  </a:lnTo>
                  <a:cubicBezTo>
                    <a:pt x="57" y="1538"/>
                    <a:pt x="1" y="1679"/>
                    <a:pt x="57" y="1791"/>
                  </a:cubicBezTo>
                  <a:cubicBezTo>
                    <a:pt x="103" y="1884"/>
                    <a:pt x="208" y="1938"/>
                    <a:pt x="306" y="1938"/>
                  </a:cubicBezTo>
                  <a:cubicBezTo>
                    <a:pt x="326" y="1938"/>
                    <a:pt x="346" y="1936"/>
                    <a:pt x="366" y="1931"/>
                  </a:cubicBezTo>
                  <a:lnTo>
                    <a:pt x="3903" y="471"/>
                  </a:lnTo>
                  <a:cubicBezTo>
                    <a:pt x="4015" y="415"/>
                    <a:pt x="4072" y="275"/>
                    <a:pt x="4015" y="162"/>
                  </a:cubicBezTo>
                  <a:cubicBezTo>
                    <a:pt x="3974" y="58"/>
                    <a:pt x="3901" y="1"/>
                    <a:pt x="3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4182;p64">
              <a:extLst>
                <a:ext uri="{FF2B5EF4-FFF2-40B4-BE49-F238E27FC236}">
                  <a16:creationId xmlns:a16="http://schemas.microsoft.com/office/drawing/2014/main" id="{38E44EEB-2C83-4774-74BD-91DEC826E386}"/>
                </a:ext>
              </a:extLst>
            </p:cNvPr>
            <p:cNvSpPr/>
            <p:nvPr/>
          </p:nvSpPr>
          <p:spPr>
            <a:xfrm>
              <a:off x="4550450" y="4371275"/>
              <a:ext cx="79350" cy="306325"/>
            </a:xfrm>
            <a:custGeom>
              <a:avLst/>
              <a:gdLst/>
              <a:ahLst/>
              <a:cxnLst/>
              <a:rect l="l" t="t" r="r" b="b"/>
              <a:pathLst>
                <a:path w="3174" h="12253" extrusionOk="0">
                  <a:moveTo>
                    <a:pt x="2924" y="1"/>
                  </a:moveTo>
                  <a:cubicBezTo>
                    <a:pt x="2809" y="1"/>
                    <a:pt x="2720" y="81"/>
                    <a:pt x="2696" y="203"/>
                  </a:cubicBezTo>
                  <a:lnTo>
                    <a:pt x="29" y="11966"/>
                  </a:lnTo>
                  <a:cubicBezTo>
                    <a:pt x="1" y="12078"/>
                    <a:pt x="85" y="12219"/>
                    <a:pt x="225" y="12247"/>
                  </a:cubicBezTo>
                  <a:cubicBezTo>
                    <a:pt x="240" y="12250"/>
                    <a:pt x="255" y="12252"/>
                    <a:pt x="270" y="12252"/>
                  </a:cubicBezTo>
                  <a:cubicBezTo>
                    <a:pt x="372" y="12252"/>
                    <a:pt x="482" y="12173"/>
                    <a:pt x="506" y="12050"/>
                  </a:cubicBezTo>
                  <a:lnTo>
                    <a:pt x="3145" y="287"/>
                  </a:lnTo>
                  <a:cubicBezTo>
                    <a:pt x="3173" y="175"/>
                    <a:pt x="3089" y="34"/>
                    <a:pt x="2977" y="6"/>
                  </a:cubicBezTo>
                  <a:cubicBezTo>
                    <a:pt x="2959" y="3"/>
                    <a:pt x="2941" y="1"/>
                    <a:pt x="29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4183;p64">
              <a:extLst>
                <a:ext uri="{FF2B5EF4-FFF2-40B4-BE49-F238E27FC236}">
                  <a16:creationId xmlns:a16="http://schemas.microsoft.com/office/drawing/2014/main" id="{8F63F72F-E766-C7D0-8CC5-B710BC41AAAF}"/>
                </a:ext>
              </a:extLst>
            </p:cNvPr>
            <p:cNvSpPr/>
            <p:nvPr/>
          </p:nvSpPr>
          <p:spPr>
            <a:xfrm>
              <a:off x="4764525" y="2629475"/>
              <a:ext cx="126375" cy="225925"/>
            </a:xfrm>
            <a:custGeom>
              <a:avLst/>
              <a:gdLst/>
              <a:ahLst/>
              <a:cxnLst/>
              <a:rect l="l" t="t" r="r" b="b"/>
              <a:pathLst>
                <a:path w="5055" h="9037" extrusionOk="0">
                  <a:moveTo>
                    <a:pt x="4524" y="1"/>
                  </a:moveTo>
                  <a:cubicBezTo>
                    <a:pt x="4493" y="1"/>
                    <a:pt x="4464" y="35"/>
                    <a:pt x="4436" y="109"/>
                  </a:cubicBezTo>
                  <a:cubicBezTo>
                    <a:pt x="4212" y="699"/>
                    <a:pt x="4156" y="1541"/>
                    <a:pt x="4156" y="2215"/>
                  </a:cubicBezTo>
                  <a:cubicBezTo>
                    <a:pt x="4156" y="2888"/>
                    <a:pt x="3847" y="3253"/>
                    <a:pt x="3847" y="3253"/>
                  </a:cubicBezTo>
                  <a:cubicBezTo>
                    <a:pt x="3847" y="3253"/>
                    <a:pt x="2949" y="1288"/>
                    <a:pt x="2190" y="1232"/>
                  </a:cubicBezTo>
                  <a:cubicBezTo>
                    <a:pt x="2081" y="1220"/>
                    <a:pt x="1988" y="1214"/>
                    <a:pt x="1909" y="1214"/>
                  </a:cubicBezTo>
                  <a:cubicBezTo>
                    <a:pt x="1439" y="1214"/>
                    <a:pt x="1477" y="1417"/>
                    <a:pt x="1741" y="1681"/>
                  </a:cubicBezTo>
                  <a:cubicBezTo>
                    <a:pt x="2050" y="1990"/>
                    <a:pt x="2275" y="2130"/>
                    <a:pt x="2640" y="2804"/>
                  </a:cubicBezTo>
                  <a:cubicBezTo>
                    <a:pt x="3005" y="3478"/>
                    <a:pt x="3005" y="3703"/>
                    <a:pt x="3005" y="3703"/>
                  </a:cubicBezTo>
                  <a:cubicBezTo>
                    <a:pt x="3005" y="3703"/>
                    <a:pt x="1741" y="2271"/>
                    <a:pt x="1152" y="2271"/>
                  </a:cubicBezTo>
                  <a:cubicBezTo>
                    <a:pt x="534" y="2271"/>
                    <a:pt x="1" y="2580"/>
                    <a:pt x="394" y="2804"/>
                  </a:cubicBezTo>
                  <a:cubicBezTo>
                    <a:pt x="759" y="3029"/>
                    <a:pt x="1517" y="3169"/>
                    <a:pt x="1517" y="3169"/>
                  </a:cubicBezTo>
                  <a:lnTo>
                    <a:pt x="2050" y="4236"/>
                  </a:lnTo>
                  <a:cubicBezTo>
                    <a:pt x="2050" y="4236"/>
                    <a:pt x="1397" y="4009"/>
                    <a:pt x="889" y="4009"/>
                  </a:cubicBezTo>
                  <a:cubicBezTo>
                    <a:pt x="682" y="4009"/>
                    <a:pt x="499" y="4046"/>
                    <a:pt x="394" y="4152"/>
                  </a:cubicBezTo>
                  <a:cubicBezTo>
                    <a:pt x="1" y="4545"/>
                    <a:pt x="759" y="4685"/>
                    <a:pt x="759" y="4685"/>
                  </a:cubicBezTo>
                  <a:lnTo>
                    <a:pt x="1292" y="4769"/>
                  </a:lnTo>
                  <a:cubicBezTo>
                    <a:pt x="1292" y="4769"/>
                    <a:pt x="618" y="5892"/>
                    <a:pt x="618" y="6791"/>
                  </a:cubicBezTo>
                  <a:cubicBezTo>
                    <a:pt x="618" y="7689"/>
                    <a:pt x="843" y="9037"/>
                    <a:pt x="843" y="9037"/>
                  </a:cubicBezTo>
                  <a:lnTo>
                    <a:pt x="2949" y="8447"/>
                  </a:lnTo>
                  <a:cubicBezTo>
                    <a:pt x="2949" y="8447"/>
                    <a:pt x="3763" y="5949"/>
                    <a:pt x="4071" y="5219"/>
                  </a:cubicBezTo>
                  <a:cubicBezTo>
                    <a:pt x="4380" y="4461"/>
                    <a:pt x="5054" y="3618"/>
                    <a:pt x="5054" y="2664"/>
                  </a:cubicBezTo>
                  <a:cubicBezTo>
                    <a:pt x="5054" y="1799"/>
                    <a:pt x="4750" y="1"/>
                    <a:pt x="4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4184;p64">
              <a:extLst>
                <a:ext uri="{FF2B5EF4-FFF2-40B4-BE49-F238E27FC236}">
                  <a16:creationId xmlns:a16="http://schemas.microsoft.com/office/drawing/2014/main" id="{2F30479D-95A4-6D73-CBC8-733422703DD6}"/>
                </a:ext>
              </a:extLst>
            </p:cNvPr>
            <p:cNvSpPr/>
            <p:nvPr/>
          </p:nvSpPr>
          <p:spPr>
            <a:xfrm>
              <a:off x="4765225" y="2623775"/>
              <a:ext cx="131275" cy="237525"/>
            </a:xfrm>
            <a:custGeom>
              <a:avLst/>
              <a:gdLst/>
              <a:ahLst/>
              <a:cxnLst/>
              <a:rect l="l" t="t" r="r" b="b"/>
              <a:pathLst>
                <a:path w="5251" h="9501" extrusionOk="0">
                  <a:moveTo>
                    <a:pt x="4522" y="799"/>
                  </a:moveTo>
                  <a:cubicBezTo>
                    <a:pt x="4575" y="1025"/>
                    <a:pt x="4624" y="1314"/>
                    <a:pt x="4661" y="1628"/>
                  </a:cubicBezTo>
                  <a:cubicBezTo>
                    <a:pt x="4745" y="2078"/>
                    <a:pt x="4773" y="2555"/>
                    <a:pt x="4773" y="2892"/>
                  </a:cubicBezTo>
                  <a:cubicBezTo>
                    <a:pt x="4773" y="3313"/>
                    <a:pt x="4633" y="3734"/>
                    <a:pt x="4437" y="4127"/>
                  </a:cubicBezTo>
                  <a:cubicBezTo>
                    <a:pt x="4240" y="4548"/>
                    <a:pt x="3987" y="4941"/>
                    <a:pt x="3819" y="5362"/>
                  </a:cubicBezTo>
                  <a:cubicBezTo>
                    <a:pt x="3549" y="6024"/>
                    <a:pt x="2895" y="7991"/>
                    <a:pt x="2733" y="8480"/>
                  </a:cubicBezTo>
                  <a:lnTo>
                    <a:pt x="2733" y="8480"/>
                  </a:lnTo>
                  <a:lnTo>
                    <a:pt x="1006" y="8970"/>
                  </a:lnTo>
                  <a:lnTo>
                    <a:pt x="1006" y="8970"/>
                  </a:lnTo>
                  <a:cubicBezTo>
                    <a:pt x="946" y="8532"/>
                    <a:pt x="815" y="7644"/>
                    <a:pt x="815" y="7019"/>
                  </a:cubicBezTo>
                  <a:cubicBezTo>
                    <a:pt x="815" y="6626"/>
                    <a:pt x="983" y="6120"/>
                    <a:pt x="1152" y="5755"/>
                  </a:cubicBezTo>
                  <a:cubicBezTo>
                    <a:pt x="1208" y="5559"/>
                    <a:pt x="1292" y="5390"/>
                    <a:pt x="1376" y="5278"/>
                  </a:cubicBezTo>
                  <a:cubicBezTo>
                    <a:pt x="1404" y="5222"/>
                    <a:pt x="1433" y="5194"/>
                    <a:pt x="1433" y="5138"/>
                  </a:cubicBezTo>
                  <a:lnTo>
                    <a:pt x="1461" y="5110"/>
                  </a:lnTo>
                  <a:cubicBezTo>
                    <a:pt x="1517" y="5025"/>
                    <a:pt x="1517" y="4969"/>
                    <a:pt x="1461" y="4885"/>
                  </a:cubicBezTo>
                  <a:cubicBezTo>
                    <a:pt x="1433" y="4801"/>
                    <a:pt x="1376" y="4773"/>
                    <a:pt x="1292" y="4745"/>
                  </a:cubicBezTo>
                  <a:lnTo>
                    <a:pt x="786" y="4691"/>
                  </a:lnTo>
                  <a:lnTo>
                    <a:pt x="786" y="4691"/>
                  </a:lnTo>
                  <a:lnTo>
                    <a:pt x="787" y="4689"/>
                  </a:lnTo>
                  <a:lnTo>
                    <a:pt x="759" y="4689"/>
                  </a:lnTo>
                  <a:cubicBezTo>
                    <a:pt x="731" y="4661"/>
                    <a:pt x="618" y="4632"/>
                    <a:pt x="562" y="4604"/>
                  </a:cubicBezTo>
                  <a:lnTo>
                    <a:pt x="512" y="4571"/>
                  </a:lnTo>
                  <a:lnTo>
                    <a:pt x="512" y="4571"/>
                  </a:lnTo>
                  <a:lnTo>
                    <a:pt x="534" y="4548"/>
                  </a:lnTo>
                  <a:cubicBezTo>
                    <a:pt x="534" y="4520"/>
                    <a:pt x="590" y="4520"/>
                    <a:pt x="646" y="4492"/>
                  </a:cubicBezTo>
                  <a:cubicBezTo>
                    <a:pt x="703" y="4464"/>
                    <a:pt x="787" y="4464"/>
                    <a:pt x="871" y="4464"/>
                  </a:cubicBezTo>
                  <a:cubicBezTo>
                    <a:pt x="1096" y="4464"/>
                    <a:pt x="1376" y="4520"/>
                    <a:pt x="1573" y="4576"/>
                  </a:cubicBezTo>
                  <a:cubicBezTo>
                    <a:pt x="1685" y="4604"/>
                    <a:pt x="1769" y="4632"/>
                    <a:pt x="1826" y="4661"/>
                  </a:cubicBezTo>
                  <a:lnTo>
                    <a:pt x="1910" y="4661"/>
                  </a:lnTo>
                  <a:lnTo>
                    <a:pt x="1938" y="4689"/>
                  </a:lnTo>
                  <a:cubicBezTo>
                    <a:pt x="1959" y="4696"/>
                    <a:pt x="1982" y="4699"/>
                    <a:pt x="2005" y="4699"/>
                  </a:cubicBezTo>
                  <a:cubicBezTo>
                    <a:pt x="2075" y="4699"/>
                    <a:pt x="2148" y="4668"/>
                    <a:pt x="2191" y="4604"/>
                  </a:cubicBezTo>
                  <a:cubicBezTo>
                    <a:pt x="2247" y="4548"/>
                    <a:pt x="2275" y="4436"/>
                    <a:pt x="2219" y="4352"/>
                  </a:cubicBezTo>
                  <a:lnTo>
                    <a:pt x="1685" y="3313"/>
                  </a:lnTo>
                  <a:cubicBezTo>
                    <a:pt x="1657" y="3229"/>
                    <a:pt x="1601" y="3201"/>
                    <a:pt x="1545" y="3173"/>
                  </a:cubicBezTo>
                  <a:cubicBezTo>
                    <a:pt x="1545" y="3173"/>
                    <a:pt x="1489" y="3173"/>
                    <a:pt x="1404" y="3144"/>
                  </a:cubicBezTo>
                  <a:cubicBezTo>
                    <a:pt x="1320" y="3116"/>
                    <a:pt x="1124" y="3088"/>
                    <a:pt x="955" y="3032"/>
                  </a:cubicBezTo>
                  <a:cubicBezTo>
                    <a:pt x="807" y="2983"/>
                    <a:pt x="637" y="2912"/>
                    <a:pt x="522" y="2857"/>
                  </a:cubicBezTo>
                  <a:lnTo>
                    <a:pt x="522" y="2857"/>
                  </a:lnTo>
                  <a:cubicBezTo>
                    <a:pt x="560" y="2838"/>
                    <a:pt x="612" y="2820"/>
                    <a:pt x="675" y="2808"/>
                  </a:cubicBezTo>
                  <a:cubicBezTo>
                    <a:pt x="787" y="2780"/>
                    <a:pt x="955" y="2751"/>
                    <a:pt x="1124" y="2751"/>
                  </a:cubicBezTo>
                  <a:cubicBezTo>
                    <a:pt x="1131" y="2748"/>
                    <a:pt x="1140" y="2746"/>
                    <a:pt x="1151" y="2746"/>
                  </a:cubicBezTo>
                  <a:cubicBezTo>
                    <a:pt x="1224" y="2746"/>
                    <a:pt x="1370" y="2822"/>
                    <a:pt x="1517" y="2920"/>
                  </a:cubicBezTo>
                  <a:cubicBezTo>
                    <a:pt x="1826" y="3116"/>
                    <a:pt x="2134" y="3397"/>
                    <a:pt x="2387" y="3650"/>
                  </a:cubicBezTo>
                  <a:cubicBezTo>
                    <a:pt x="2527" y="3762"/>
                    <a:pt x="2612" y="3874"/>
                    <a:pt x="2696" y="3959"/>
                  </a:cubicBezTo>
                  <a:cubicBezTo>
                    <a:pt x="2780" y="4043"/>
                    <a:pt x="2808" y="4099"/>
                    <a:pt x="2808" y="4099"/>
                  </a:cubicBezTo>
                  <a:cubicBezTo>
                    <a:pt x="2870" y="4140"/>
                    <a:pt x="2932" y="4166"/>
                    <a:pt x="2993" y="4166"/>
                  </a:cubicBezTo>
                  <a:cubicBezTo>
                    <a:pt x="3016" y="4166"/>
                    <a:pt x="3038" y="4163"/>
                    <a:pt x="3061" y="4155"/>
                  </a:cubicBezTo>
                  <a:cubicBezTo>
                    <a:pt x="3173" y="4127"/>
                    <a:pt x="3229" y="4043"/>
                    <a:pt x="3229" y="3931"/>
                  </a:cubicBezTo>
                  <a:cubicBezTo>
                    <a:pt x="3229" y="3874"/>
                    <a:pt x="3201" y="3622"/>
                    <a:pt x="2808" y="2920"/>
                  </a:cubicBezTo>
                  <a:cubicBezTo>
                    <a:pt x="2443" y="2218"/>
                    <a:pt x="2162" y="2021"/>
                    <a:pt x="1882" y="1741"/>
                  </a:cubicBezTo>
                  <a:cubicBezTo>
                    <a:pt x="1859" y="1718"/>
                    <a:pt x="1841" y="1700"/>
                    <a:pt x="1826" y="1685"/>
                  </a:cubicBezTo>
                  <a:lnTo>
                    <a:pt x="2134" y="1685"/>
                  </a:lnTo>
                  <a:cubicBezTo>
                    <a:pt x="2219" y="1685"/>
                    <a:pt x="2387" y="1797"/>
                    <a:pt x="2584" y="1965"/>
                  </a:cubicBezTo>
                  <a:cubicBezTo>
                    <a:pt x="2836" y="2218"/>
                    <a:pt x="3089" y="2639"/>
                    <a:pt x="3285" y="2976"/>
                  </a:cubicBezTo>
                  <a:cubicBezTo>
                    <a:pt x="3398" y="3144"/>
                    <a:pt x="3454" y="3285"/>
                    <a:pt x="3510" y="3397"/>
                  </a:cubicBezTo>
                  <a:cubicBezTo>
                    <a:pt x="3538" y="3453"/>
                    <a:pt x="3566" y="3509"/>
                    <a:pt x="3594" y="3538"/>
                  </a:cubicBezTo>
                  <a:lnTo>
                    <a:pt x="3594" y="3594"/>
                  </a:lnTo>
                  <a:cubicBezTo>
                    <a:pt x="3650" y="3650"/>
                    <a:pt x="3707" y="3706"/>
                    <a:pt x="3791" y="3706"/>
                  </a:cubicBezTo>
                  <a:cubicBezTo>
                    <a:pt x="3812" y="3713"/>
                    <a:pt x="3833" y="3717"/>
                    <a:pt x="3853" y="3717"/>
                  </a:cubicBezTo>
                  <a:cubicBezTo>
                    <a:pt x="3914" y="3717"/>
                    <a:pt x="3966" y="3685"/>
                    <a:pt x="3987" y="3622"/>
                  </a:cubicBezTo>
                  <a:cubicBezTo>
                    <a:pt x="4015" y="3594"/>
                    <a:pt x="4352" y="3173"/>
                    <a:pt x="4352" y="2443"/>
                  </a:cubicBezTo>
                  <a:cubicBezTo>
                    <a:pt x="4352" y="1913"/>
                    <a:pt x="4404" y="1298"/>
                    <a:pt x="4522" y="799"/>
                  </a:cubicBezTo>
                  <a:close/>
                  <a:moveTo>
                    <a:pt x="4493" y="0"/>
                  </a:moveTo>
                  <a:cubicBezTo>
                    <a:pt x="4408" y="0"/>
                    <a:pt x="4324" y="56"/>
                    <a:pt x="4268" y="112"/>
                  </a:cubicBezTo>
                  <a:cubicBezTo>
                    <a:pt x="4240" y="140"/>
                    <a:pt x="4212" y="197"/>
                    <a:pt x="4184" y="253"/>
                  </a:cubicBezTo>
                  <a:lnTo>
                    <a:pt x="4212" y="253"/>
                  </a:lnTo>
                  <a:cubicBezTo>
                    <a:pt x="3959" y="899"/>
                    <a:pt x="3875" y="1741"/>
                    <a:pt x="3875" y="2443"/>
                  </a:cubicBezTo>
                  <a:cubicBezTo>
                    <a:pt x="3875" y="2639"/>
                    <a:pt x="3847" y="2823"/>
                    <a:pt x="3812" y="2963"/>
                  </a:cubicBezTo>
                  <a:lnTo>
                    <a:pt x="3812" y="2963"/>
                  </a:lnTo>
                  <a:cubicBezTo>
                    <a:pt x="3723" y="2789"/>
                    <a:pt x="3610" y="2579"/>
                    <a:pt x="3482" y="2358"/>
                  </a:cubicBezTo>
                  <a:cubicBezTo>
                    <a:pt x="3314" y="2106"/>
                    <a:pt x="3117" y="1853"/>
                    <a:pt x="2892" y="1628"/>
                  </a:cubicBezTo>
                  <a:cubicBezTo>
                    <a:pt x="2696" y="1432"/>
                    <a:pt x="2471" y="1263"/>
                    <a:pt x="2191" y="1235"/>
                  </a:cubicBezTo>
                  <a:cubicBezTo>
                    <a:pt x="2078" y="1207"/>
                    <a:pt x="1994" y="1207"/>
                    <a:pt x="1910" y="1207"/>
                  </a:cubicBezTo>
                  <a:cubicBezTo>
                    <a:pt x="1741" y="1207"/>
                    <a:pt x="1629" y="1207"/>
                    <a:pt x="1517" y="1263"/>
                  </a:cubicBezTo>
                  <a:cubicBezTo>
                    <a:pt x="1461" y="1292"/>
                    <a:pt x="1404" y="1348"/>
                    <a:pt x="1348" y="1404"/>
                  </a:cubicBezTo>
                  <a:cubicBezTo>
                    <a:pt x="1320" y="1460"/>
                    <a:pt x="1292" y="1544"/>
                    <a:pt x="1292" y="1600"/>
                  </a:cubicBezTo>
                  <a:cubicBezTo>
                    <a:pt x="1292" y="1713"/>
                    <a:pt x="1320" y="1797"/>
                    <a:pt x="1376" y="1853"/>
                  </a:cubicBezTo>
                  <a:cubicBezTo>
                    <a:pt x="1433" y="1937"/>
                    <a:pt x="1489" y="1993"/>
                    <a:pt x="1545" y="2078"/>
                  </a:cubicBezTo>
                  <a:cubicBezTo>
                    <a:pt x="1814" y="2347"/>
                    <a:pt x="1997" y="2466"/>
                    <a:pt x="2281" y="2919"/>
                  </a:cubicBezTo>
                  <a:lnTo>
                    <a:pt x="2281" y="2919"/>
                  </a:lnTo>
                  <a:cubicBezTo>
                    <a:pt x="2112" y="2772"/>
                    <a:pt x="1947" y="2633"/>
                    <a:pt x="1798" y="2527"/>
                  </a:cubicBezTo>
                  <a:cubicBezTo>
                    <a:pt x="1573" y="2386"/>
                    <a:pt x="1348" y="2274"/>
                    <a:pt x="1124" y="2274"/>
                  </a:cubicBezTo>
                  <a:cubicBezTo>
                    <a:pt x="843" y="2274"/>
                    <a:pt x="618" y="2330"/>
                    <a:pt x="422" y="2415"/>
                  </a:cubicBezTo>
                  <a:cubicBezTo>
                    <a:pt x="310" y="2443"/>
                    <a:pt x="225" y="2499"/>
                    <a:pt x="141" y="2555"/>
                  </a:cubicBezTo>
                  <a:cubicBezTo>
                    <a:pt x="85" y="2639"/>
                    <a:pt x="1" y="2723"/>
                    <a:pt x="1" y="2864"/>
                  </a:cubicBezTo>
                  <a:cubicBezTo>
                    <a:pt x="1" y="2948"/>
                    <a:pt x="29" y="3032"/>
                    <a:pt x="85" y="3088"/>
                  </a:cubicBezTo>
                  <a:cubicBezTo>
                    <a:pt x="113" y="3144"/>
                    <a:pt x="169" y="3201"/>
                    <a:pt x="253" y="3229"/>
                  </a:cubicBezTo>
                  <a:cubicBezTo>
                    <a:pt x="478" y="3369"/>
                    <a:pt x="759" y="3453"/>
                    <a:pt x="1011" y="3538"/>
                  </a:cubicBezTo>
                  <a:cubicBezTo>
                    <a:pt x="1145" y="3571"/>
                    <a:pt x="1269" y="3604"/>
                    <a:pt x="1347" y="3626"/>
                  </a:cubicBezTo>
                  <a:lnTo>
                    <a:pt x="1347" y="3626"/>
                  </a:lnTo>
                  <a:lnTo>
                    <a:pt x="1572" y="4101"/>
                  </a:lnTo>
                  <a:lnTo>
                    <a:pt x="1572" y="4101"/>
                  </a:lnTo>
                  <a:cubicBezTo>
                    <a:pt x="1360" y="4055"/>
                    <a:pt x="1108" y="4015"/>
                    <a:pt x="871" y="4015"/>
                  </a:cubicBezTo>
                  <a:cubicBezTo>
                    <a:pt x="759" y="4015"/>
                    <a:pt x="618" y="4015"/>
                    <a:pt x="506" y="4043"/>
                  </a:cubicBezTo>
                  <a:cubicBezTo>
                    <a:pt x="394" y="4071"/>
                    <a:pt x="281" y="4127"/>
                    <a:pt x="197" y="4211"/>
                  </a:cubicBezTo>
                  <a:cubicBezTo>
                    <a:pt x="85" y="4324"/>
                    <a:pt x="29" y="4436"/>
                    <a:pt x="29" y="4576"/>
                  </a:cubicBezTo>
                  <a:cubicBezTo>
                    <a:pt x="29" y="4717"/>
                    <a:pt x="85" y="4829"/>
                    <a:pt x="169" y="4913"/>
                  </a:cubicBezTo>
                  <a:cubicBezTo>
                    <a:pt x="281" y="4997"/>
                    <a:pt x="422" y="5054"/>
                    <a:pt x="506" y="5082"/>
                  </a:cubicBezTo>
                  <a:cubicBezTo>
                    <a:pt x="618" y="5110"/>
                    <a:pt x="675" y="5138"/>
                    <a:pt x="703" y="5138"/>
                  </a:cubicBezTo>
                  <a:lnTo>
                    <a:pt x="894" y="5168"/>
                  </a:lnTo>
                  <a:lnTo>
                    <a:pt x="894" y="5168"/>
                  </a:lnTo>
                  <a:cubicBezTo>
                    <a:pt x="834" y="5277"/>
                    <a:pt x="766" y="5410"/>
                    <a:pt x="703" y="5559"/>
                  </a:cubicBezTo>
                  <a:cubicBezTo>
                    <a:pt x="534" y="5980"/>
                    <a:pt x="366" y="6513"/>
                    <a:pt x="366" y="7019"/>
                  </a:cubicBezTo>
                  <a:cubicBezTo>
                    <a:pt x="366" y="7945"/>
                    <a:pt x="590" y="9293"/>
                    <a:pt x="590" y="9293"/>
                  </a:cubicBezTo>
                  <a:cubicBezTo>
                    <a:pt x="590" y="9377"/>
                    <a:pt x="618" y="9433"/>
                    <a:pt x="675" y="9461"/>
                  </a:cubicBezTo>
                  <a:cubicBezTo>
                    <a:pt x="714" y="9481"/>
                    <a:pt x="768" y="9501"/>
                    <a:pt x="816" y="9501"/>
                  </a:cubicBezTo>
                  <a:cubicBezTo>
                    <a:pt x="836" y="9501"/>
                    <a:pt x="855" y="9498"/>
                    <a:pt x="871" y="9489"/>
                  </a:cubicBezTo>
                  <a:lnTo>
                    <a:pt x="2977" y="8900"/>
                  </a:lnTo>
                  <a:cubicBezTo>
                    <a:pt x="3061" y="8872"/>
                    <a:pt x="3117" y="8816"/>
                    <a:pt x="3145" y="8731"/>
                  </a:cubicBezTo>
                  <a:cubicBezTo>
                    <a:pt x="3145" y="8731"/>
                    <a:pt x="3342" y="8114"/>
                    <a:pt x="3594" y="7412"/>
                  </a:cubicBezTo>
                  <a:cubicBezTo>
                    <a:pt x="3819" y="6710"/>
                    <a:pt x="4100" y="5896"/>
                    <a:pt x="4268" y="5531"/>
                  </a:cubicBezTo>
                  <a:cubicBezTo>
                    <a:pt x="4408" y="5166"/>
                    <a:pt x="4633" y="4773"/>
                    <a:pt x="4858" y="4352"/>
                  </a:cubicBezTo>
                  <a:cubicBezTo>
                    <a:pt x="5054" y="3903"/>
                    <a:pt x="5251" y="3425"/>
                    <a:pt x="5251" y="2892"/>
                  </a:cubicBezTo>
                  <a:cubicBezTo>
                    <a:pt x="5251" y="2415"/>
                    <a:pt x="5166" y="1769"/>
                    <a:pt x="5082" y="1179"/>
                  </a:cubicBezTo>
                  <a:cubicBezTo>
                    <a:pt x="5026" y="899"/>
                    <a:pt x="4970" y="646"/>
                    <a:pt x="4886" y="449"/>
                  </a:cubicBezTo>
                  <a:cubicBezTo>
                    <a:pt x="4858" y="337"/>
                    <a:pt x="4830" y="253"/>
                    <a:pt x="4802" y="197"/>
                  </a:cubicBezTo>
                  <a:lnTo>
                    <a:pt x="4717" y="84"/>
                  </a:lnTo>
                  <a:cubicBezTo>
                    <a:pt x="4661" y="28"/>
                    <a:pt x="4605" y="0"/>
                    <a:pt x="4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4185;p64">
              <a:extLst>
                <a:ext uri="{FF2B5EF4-FFF2-40B4-BE49-F238E27FC236}">
                  <a16:creationId xmlns:a16="http://schemas.microsoft.com/office/drawing/2014/main" id="{2B73BFDA-C484-913B-E1A7-79A3BD718B55}"/>
                </a:ext>
              </a:extLst>
            </p:cNvPr>
            <p:cNvSpPr/>
            <p:nvPr/>
          </p:nvSpPr>
          <p:spPr>
            <a:xfrm>
              <a:off x="4805950" y="2688050"/>
              <a:ext cx="101775" cy="120325"/>
            </a:xfrm>
            <a:custGeom>
              <a:avLst/>
              <a:gdLst/>
              <a:ahLst/>
              <a:cxnLst/>
              <a:rect l="l" t="t" r="r" b="b"/>
              <a:pathLst>
                <a:path w="4071" h="4813" extrusionOk="0">
                  <a:moveTo>
                    <a:pt x="3496" y="0"/>
                  </a:moveTo>
                  <a:cubicBezTo>
                    <a:pt x="3202" y="0"/>
                    <a:pt x="2918" y="706"/>
                    <a:pt x="2499" y="1219"/>
                  </a:cubicBezTo>
                  <a:cubicBezTo>
                    <a:pt x="1965" y="1809"/>
                    <a:pt x="1067" y="2202"/>
                    <a:pt x="674" y="2791"/>
                  </a:cubicBezTo>
                  <a:cubicBezTo>
                    <a:pt x="309" y="3381"/>
                    <a:pt x="0" y="4813"/>
                    <a:pt x="0" y="4813"/>
                  </a:cubicBezTo>
                  <a:lnTo>
                    <a:pt x="1656" y="4757"/>
                  </a:lnTo>
                  <a:cubicBezTo>
                    <a:pt x="1741" y="3549"/>
                    <a:pt x="3004" y="2202"/>
                    <a:pt x="3397" y="1668"/>
                  </a:cubicBezTo>
                  <a:cubicBezTo>
                    <a:pt x="3762" y="1135"/>
                    <a:pt x="4071" y="461"/>
                    <a:pt x="3678" y="96"/>
                  </a:cubicBezTo>
                  <a:cubicBezTo>
                    <a:pt x="3616" y="30"/>
                    <a:pt x="3556" y="0"/>
                    <a:pt x="34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4186;p64">
              <a:extLst>
                <a:ext uri="{FF2B5EF4-FFF2-40B4-BE49-F238E27FC236}">
                  <a16:creationId xmlns:a16="http://schemas.microsoft.com/office/drawing/2014/main" id="{910B869C-0E63-80C8-AB4F-A7B20FA883AA}"/>
                </a:ext>
              </a:extLst>
            </p:cNvPr>
            <p:cNvSpPr/>
            <p:nvPr/>
          </p:nvSpPr>
          <p:spPr>
            <a:xfrm>
              <a:off x="4799625" y="2682025"/>
              <a:ext cx="108800" cy="132100"/>
            </a:xfrm>
            <a:custGeom>
              <a:avLst/>
              <a:gdLst/>
              <a:ahLst/>
              <a:cxnLst/>
              <a:rect l="l" t="t" r="r" b="b"/>
              <a:pathLst>
                <a:path w="4352" h="5284" extrusionOk="0">
                  <a:moveTo>
                    <a:pt x="3762" y="0"/>
                  </a:moveTo>
                  <a:cubicBezTo>
                    <a:pt x="3678" y="0"/>
                    <a:pt x="3594" y="28"/>
                    <a:pt x="3538" y="56"/>
                  </a:cubicBezTo>
                  <a:cubicBezTo>
                    <a:pt x="3426" y="141"/>
                    <a:pt x="3341" y="225"/>
                    <a:pt x="3257" y="309"/>
                  </a:cubicBezTo>
                  <a:cubicBezTo>
                    <a:pt x="3032" y="590"/>
                    <a:pt x="2836" y="1011"/>
                    <a:pt x="2555" y="1292"/>
                  </a:cubicBezTo>
                  <a:cubicBezTo>
                    <a:pt x="2331" y="1573"/>
                    <a:pt x="1994" y="1797"/>
                    <a:pt x="1657" y="2050"/>
                  </a:cubicBezTo>
                  <a:cubicBezTo>
                    <a:pt x="1292" y="2302"/>
                    <a:pt x="955" y="2555"/>
                    <a:pt x="730" y="2920"/>
                  </a:cubicBezTo>
                  <a:cubicBezTo>
                    <a:pt x="534" y="3257"/>
                    <a:pt x="365" y="3762"/>
                    <a:pt x="225" y="4212"/>
                  </a:cubicBezTo>
                  <a:cubicBezTo>
                    <a:pt x="113" y="4661"/>
                    <a:pt x="28" y="4998"/>
                    <a:pt x="28" y="4998"/>
                  </a:cubicBezTo>
                  <a:cubicBezTo>
                    <a:pt x="0" y="5138"/>
                    <a:pt x="85" y="5250"/>
                    <a:pt x="225" y="5278"/>
                  </a:cubicBezTo>
                  <a:cubicBezTo>
                    <a:pt x="240" y="5282"/>
                    <a:pt x="255" y="5284"/>
                    <a:pt x="270" y="5284"/>
                  </a:cubicBezTo>
                  <a:cubicBezTo>
                    <a:pt x="372" y="5284"/>
                    <a:pt x="478" y="5207"/>
                    <a:pt x="478" y="5110"/>
                  </a:cubicBezTo>
                  <a:cubicBezTo>
                    <a:pt x="478" y="5110"/>
                    <a:pt x="506" y="5026"/>
                    <a:pt x="534" y="4885"/>
                  </a:cubicBezTo>
                  <a:cubicBezTo>
                    <a:pt x="590" y="4661"/>
                    <a:pt x="674" y="4352"/>
                    <a:pt x="786" y="4015"/>
                  </a:cubicBezTo>
                  <a:cubicBezTo>
                    <a:pt x="899" y="3678"/>
                    <a:pt x="1011" y="3341"/>
                    <a:pt x="1123" y="3145"/>
                  </a:cubicBezTo>
                  <a:cubicBezTo>
                    <a:pt x="1292" y="2920"/>
                    <a:pt x="1573" y="2667"/>
                    <a:pt x="1909" y="2443"/>
                  </a:cubicBezTo>
                  <a:cubicBezTo>
                    <a:pt x="2246" y="2190"/>
                    <a:pt x="2639" y="1937"/>
                    <a:pt x="2920" y="1601"/>
                  </a:cubicBezTo>
                  <a:cubicBezTo>
                    <a:pt x="3145" y="1348"/>
                    <a:pt x="3341" y="1011"/>
                    <a:pt x="3510" y="786"/>
                  </a:cubicBezTo>
                  <a:cubicBezTo>
                    <a:pt x="3566" y="674"/>
                    <a:pt x="3650" y="590"/>
                    <a:pt x="3706" y="534"/>
                  </a:cubicBezTo>
                  <a:lnTo>
                    <a:pt x="3762" y="478"/>
                  </a:lnTo>
                  <a:lnTo>
                    <a:pt x="3790" y="506"/>
                  </a:lnTo>
                  <a:cubicBezTo>
                    <a:pt x="3847" y="562"/>
                    <a:pt x="3875" y="646"/>
                    <a:pt x="3875" y="758"/>
                  </a:cubicBezTo>
                  <a:cubicBezTo>
                    <a:pt x="3875" y="1039"/>
                    <a:pt x="3706" y="1432"/>
                    <a:pt x="3454" y="1769"/>
                  </a:cubicBezTo>
                  <a:cubicBezTo>
                    <a:pt x="3285" y="2022"/>
                    <a:pt x="2864" y="2499"/>
                    <a:pt x="2471" y="3060"/>
                  </a:cubicBezTo>
                  <a:cubicBezTo>
                    <a:pt x="2078" y="3622"/>
                    <a:pt x="1713" y="4296"/>
                    <a:pt x="1685" y="4970"/>
                  </a:cubicBezTo>
                  <a:cubicBezTo>
                    <a:pt x="1685" y="5110"/>
                    <a:pt x="1769" y="5222"/>
                    <a:pt x="1909" y="5222"/>
                  </a:cubicBezTo>
                  <a:cubicBezTo>
                    <a:pt x="2022" y="5222"/>
                    <a:pt x="2134" y="5138"/>
                    <a:pt x="2134" y="4998"/>
                  </a:cubicBezTo>
                  <a:cubicBezTo>
                    <a:pt x="2190" y="4464"/>
                    <a:pt x="2499" y="3847"/>
                    <a:pt x="2864" y="3313"/>
                  </a:cubicBezTo>
                  <a:cubicBezTo>
                    <a:pt x="3229" y="2780"/>
                    <a:pt x="3622" y="2331"/>
                    <a:pt x="3819" y="2050"/>
                  </a:cubicBezTo>
                  <a:cubicBezTo>
                    <a:pt x="4099" y="1657"/>
                    <a:pt x="4352" y="1208"/>
                    <a:pt x="4352" y="758"/>
                  </a:cubicBezTo>
                  <a:cubicBezTo>
                    <a:pt x="4352" y="562"/>
                    <a:pt x="4268" y="337"/>
                    <a:pt x="4099" y="169"/>
                  </a:cubicBezTo>
                  <a:cubicBezTo>
                    <a:pt x="4015" y="85"/>
                    <a:pt x="3903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4187;p64">
              <a:extLst>
                <a:ext uri="{FF2B5EF4-FFF2-40B4-BE49-F238E27FC236}">
                  <a16:creationId xmlns:a16="http://schemas.microsoft.com/office/drawing/2014/main" id="{FA69B041-AC9B-8367-E356-11072E370603}"/>
                </a:ext>
              </a:extLst>
            </p:cNvPr>
            <p:cNvSpPr/>
            <p:nvPr/>
          </p:nvSpPr>
          <p:spPr>
            <a:xfrm>
              <a:off x="4770150" y="2830675"/>
              <a:ext cx="77225" cy="73875"/>
            </a:xfrm>
            <a:custGeom>
              <a:avLst/>
              <a:gdLst/>
              <a:ahLst/>
              <a:cxnLst/>
              <a:rect l="l" t="t" r="r" b="b"/>
              <a:pathLst>
                <a:path w="3089" h="2955" extrusionOk="0">
                  <a:moveTo>
                    <a:pt x="1536" y="0"/>
                  </a:moveTo>
                  <a:cubicBezTo>
                    <a:pt x="677" y="0"/>
                    <a:pt x="169" y="315"/>
                    <a:pt x="169" y="315"/>
                  </a:cubicBezTo>
                  <a:lnTo>
                    <a:pt x="0" y="2561"/>
                  </a:lnTo>
                  <a:lnTo>
                    <a:pt x="3088" y="2954"/>
                  </a:lnTo>
                  <a:lnTo>
                    <a:pt x="3032" y="455"/>
                  </a:lnTo>
                  <a:cubicBezTo>
                    <a:pt x="3032" y="455"/>
                    <a:pt x="2724" y="90"/>
                    <a:pt x="1741" y="6"/>
                  </a:cubicBezTo>
                  <a:cubicBezTo>
                    <a:pt x="1671" y="2"/>
                    <a:pt x="1603" y="0"/>
                    <a:pt x="1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4188;p64">
              <a:extLst>
                <a:ext uri="{FF2B5EF4-FFF2-40B4-BE49-F238E27FC236}">
                  <a16:creationId xmlns:a16="http://schemas.microsoft.com/office/drawing/2014/main" id="{2B1C97F7-2FD9-0B06-F05B-10BA1E6582E2}"/>
                </a:ext>
              </a:extLst>
            </p:cNvPr>
            <p:cNvSpPr/>
            <p:nvPr/>
          </p:nvSpPr>
          <p:spPr>
            <a:xfrm>
              <a:off x="4764525" y="2825200"/>
              <a:ext cx="89175" cy="84950"/>
            </a:xfrm>
            <a:custGeom>
              <a:avLst/>
              <a:gdLst/>
              <a:ahLst/>
              <a:cxnLst/>
              <a:rect l="l" t="t" r="r" b="b"/>
              <a:pathLst>
                <a:path w="3567" h="3398" extrusionOk="0">
                  <a:moveTo>
                    <a:pt x="1713" y="450"/>
                  </a:moveTo>
                  <a:cubicBezTo>
                    <a:pt x="1797" y="450"/>
                    <a:pt x="1854" y="450"/>
                    <a:pt x="1938" y="478"/>
                  </a:cubicBezTo>
                  <a:cubicBezTo>
                    <a:pt x="2415" y="506"/>
                    <a:pt x="2696" y="618"/>
                    <a:pt x="2864" y="702"/>
                  </a:cubicBezTo>
                  <a:cubicBezTo>
                    <a:pt x="2929" y="724"/>
                    <a:pt x="2976" y="762"/>
                    <a:pt x="3008" y="791"/>
                  </a:cubicBezTo>
                  <a:lnTo>
                    <a:pt x="3008" y="791"/>
                  </a:lnTo>
                  <a:lnTo>
                    <a:pt x="3089" y="2892"/>
                  </a:lnTo>
                  <a:lnTo>
                    <a:pt x="3089" y="2892"/>
                  </a:lnTo>
                  <a:lnTo>
                    <a:pt x="492" y="2584"/>
                  </a:lnTo>
                  <a:lnTo>
                    <a:pt x="492" y="2584"/>
                  </a:lnTo>
                  <a:lnTo>
                    <a:pt x="611" y="676"/>
                  </a:lnTo>
                  <a:lnTo>
                    <a:pt x="611" y="676"/>
                  </a:lnTo>
                  <a:cubicBezTo>
                    <a:pt x="786" y="594"/>
                    <a:pt x="1170" y="450"/>
                    <a:pt x="1713" y="450"/>
                  </a:cubicBezTo>
                  <a:close/>
                  <a:moveTo>
                    <a:pt x="1713" y="1"/>
                  </a:moveTo>
                  <a:cubicBezTo>
                    <a:pt x="815" y="1"/>
                    <a:pt x="281" y="309"/>
                    <a:pt x="253" y="337"/>
                  </a:cubicBezTo>
                  <a:cubicBezTo>
                    <a:pt x="197" y="366"/>
                    <a:pt x="169" y="450"/>
                    <a:pt x="169" y="506"/>
                  </a:cubicBezTo>
                  <a:lnTo>
                    <a:pt x="1" y="2780"/>
                  </a:lnTo>
                  <a:cubicBezTo>
                    <a:pt x="1" y="2892"/>
                    <a:pt x="85" y="3005"/>
                    <a:pt x="197" y="3033"/>
                  </a:cubicBezTo>
                  <a:lnTo>
                    <a:pt x="3285" y="3398"/>
                  </a:lnTo>
                  <a:cubicBezTo>
                    <a:pt x="3370" y="3398"/>
                    <a:pt x="3426" y="3370"/>
                    <a:pt x="3482" y="3341"/>
                  </a:cubicBezTo>
                  <a:cubicBezTo>
                    <a:pt x="3538" y="3285"/>
                    <a:pt x="3566" y="3229"/>
                    <a:pt x="3538" y="3145"/>
                  </a:cubicBezTo>
                  <a:lnTo>
                    <a:pt x="3482" y="674"/>
                  </a:lnTo>
                  <a:cubicBezTo>
                    <a:pt x="3482" y="618"/>
                    <a:pt x="3454" y="590"/>
                    <a:pt x="3426" y="534"/>
                  </a:cubicBezTo>
                  <a:cubicBezTo>
                    <a:pt x="3398" y="478"/>
                    <a:pt x="3005" y="85"/>
                    <a:pt x="1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4189;p64">
              <a:extLst>
                <a:ext uri="{FF2B5EF4-FFF2-40B4-BE49-F238E27FC236}">
                  <a16:creationId xmlns:a16="http://schemas.microsoft.com/office/drawing/2014/main" id="{D498D59E-E49E-A576-6FD7-92723B8AEC89}"/>
                </a:ext>
              </a:extLst>
            </p:cNvPr>
            <p:cNvSpPr/>
            <p:nvPr/>
          </p:nvSpPr>
          <p:spPr>
            <a:xfrm>
              <a:off x="3826125" y="2811350"/>
              <a:ext cx="1043000" cy="918300"/>
            </a:xfrm>
            <a:custGeom>
              <a:avLst/>
              <a:gdLst/>
              <a:ahLst/>
              <a:cxnLst/>
              <a:rect l="l" t="t" r="r" b="b"/>
              <a:pathLst>
                <a:path w="41720" h="36732" extrusionOk="0">
                  <a:moveTo>
                    <a:pt x="20826" y="0"/>
                  </a:moveTo>
                  <a:cubicBezTo>
                    <a:pt x="19951" y="0"/>
                    <a:pt x="19026" y="75"/>
                    <a:pt x="18109" y="274"/>
                  </a:cubicBezTo>
                  <a:cubicBezTo>
                    <a:pt x="14347" y="1116"/>
                    <a:pt x="12157" y="2127"/>
                    <a:pt x="10248" y="3222"/>
                  </a:cubicBezTo>
                  <a:cubicBezTo>
                    <a:pt x="8339" y="4317"/>
                    <a:pt x="4577" y="5327"/>
                    <a:pt x="3931" y="6675"/>
                  </a:cubicBezTo>
                  <a:cubicBezTo>
                    <a:pt x="3285" y="7994"/>
                    <a:pt x="1011" y="22172"/>
                    <a:pt x="478" y="24025"/>
                  </a:cubicBezTo>
                  <a:cubicBezTo>
                    <a:pt x="338" y="24558"/>
                    <a:pt x="169" y="25148"/>
                    <a:pt x="1" y="25766"/>
                  </a:cubicBezTo>
                  <a:cubicBezTo>
                    <a:pt x="57" y="25990"/>
                    <a:pt x="141" y="26383"/>
                    <a:pt x="310" y="26776"/>
                  </a:cubicBezTo>
                  <a:lnTo>
                    <a:pt x="5054" y="27562"/>
                  </a:lnTo>
                  <a:cubicBezTo>
                    <a:pt x="5307" y="27338"/>
                    <a:pt x="5391" y="27141"/>
                    <a:pt x="5391" y="27141"/>
                  </a:cubicBezTo>
                  <a:cubicBezTo>
                    <a:pt x="5391" y="27141"/>
                    <a:pt x="5419" y="27198"/>
                    <a:pt x="5419" y="27282"/>
                  </a:cubicBezTo>
                  <a:cubicBezTo>
                    <a:pt x="5924" y="25878"/>
                    <a:pt x="6739" y="23829"/>
                    <a:pt x="6739" y="23829"/>
                  </a:cubicBezTo>
                  <a:cubicBezTo>
                    <a:pt x="6739" y="23829"/>
                    <a:pt x="6991" y="33402"/>
                    <a:pt x="7834" y="34441"/>
                  </a:cubicBezTo>
                  <a:cubicBezTo>
                    <a:pt x="8479" y="35227"/>
                    <a:pt x="9715" y="35451"/>
                    <a:pt x="10641" y="35648"/>
                  </a:cubicBezTo>
                  <a:cubicBezTo>
                    <a:pt x="11904" y="35901"/>
                    <a:pt x="13168" y="36181"/>
                    <a:pt x="14431" y="36350"/>
                  </a:cubicBezTo>
                  <a:cubicBezTo>
                    <a:pt x="16266" y="36619"/>
                    <a:pt x="18100" y="36732"/>
                    <a:pt x="19933" y="36732"/>
                  </a:cubicBezTo>
                  <a:cubicBezTo>
                    <a:pt x="22503" y="36732"/>
                    <a:pt x="25070" y="36509"/>
                    <a:pt x="27626" y="36181"/>
                  </a:cubicBezTo>
                  <a:cubicBezTo>
                    <a:pt x="28918" y="36013"/>
                    <a:pt x="31023" y="36097"/>
                    <a:pt x="31950" y="35002"/>
                  </a:cubicBezTo>
                  <a:cubicBezTo>
                    <a:pt x="32652" y="34188"/>
                    <a:pt x="32652" y="33149"/>
                    <a:pt x="32652" y="32897"/>
                  </a:cubicBezTo>
                  <a:cubicBezTo>
                    <a:pt x="32652" y="32644"/>
                    <a:pt x="33157" y="21976"/>
                    <a:pt x="33157" y="21976"/>
                  </a:cubicBezTo>
                  <a:cubicBezTo>
                    <a:pt x="33157" y="21976"/>
                    <a:pt x="38476" y="25938"/>
                    <a:pt x="39749" y="25938"/>
                  </a:cubicBezTo>
                  <a:cubicBezTo>
                    <a:pt x="39771" y="25938"/>
                    <a:pt x="39791" y="25937"/>
                    <a:pt x="39811" y="25934"/>
                  </a:cubicBezTo>
                  <a:cubicBezTo>
                    <a:pt x="40962" y="25822"/>
                    <a:pt x="41720" y="24783"/>
                    <a:pt x="41607" y="21723"/>
                  </a:cubicBezTo>
                  <a:cubicBezTo>
                    <a:pt x="41467" y="18663"/>
                    <a:pt x="41158" y="3671"/>
                    <a:pt x="40765" y="2969"/>
                  </a:cubicBezTo>
                  <a:cubicBezTo>
                    <a:pt x="40564" y="2609"/>
                    <a:pt x="39933" y="2397"/>
                    <a:pt x="39261" y="2397"/>
                  </a:cubicBezTo>
                  <a:cubicBezTo>
                    <a:pt x="38623" y="2397"/>
                    <a:pt x="37947" y="2588"/>
                    <a:pt x="37565" y="3025"/>
                  </a:cubicBezTo>
                  <a:cubicBezTo>
                    <a:pt x="36807" y="3924"/>
                    <a:pt x="36442" y="11335"/>
                    <a:pt x="36442" y="11335"/>
                  </a:cubicBezTo>
                  <a:cubicBezTo>
                    <a:pt x="36442" y="11335"/>
                    <a:pt x="33999" y="6029"/>
                    <a:pt x="32989" y="4373"/>
                  </a:cubicBezTo>
                  <a:cubicBezTo>
                    <a:pt x="31950" y="2716"/>
                    <a:pt x="25773" y="723"/>
                    <a:pt x="25773" y="723"/>
                  </a:cubicBezTo>
                  <a:cubicBezTo>
                    <a:pt x="25773" y="723"/>
                    <a:pt x="23541" y="0"/>
                    <a:pt x="20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4190;p64">
              <a:extLst>
                <a:ext uri="{FF2B5EF4-FFF2-40B4-BE49-F238E27FC236}">
                  <a16:creationId xmlns:a16="http://schemas.microsoft.com/office/drawing/2014/main" id="{6FE77B16-917A-B2A0-9946-24E4E6C6371A}"/>
                </a:ext>
              </a:extLst>
            </p:cNvPr>
            <p:cNvSpPr/>
            <p:nvPr/>
          </p:nvSpPr>
          <p:spPr>
            <a:xfrm>
              <a:off x="3820525" y="2805550"/>
              <a:ext cx="1051425" cy="930000"/>
            </a:xfrm>
            <a:custGeom>
              <a:avLst/>
              <a:gdLst/>
              <a:ahLst/>
              <a:cxnLst/>
              <a:rect l="l" t="t" r="r" b="b"/>
              <a:pathLst>
                <a:path w="42057" h="37200" extrusionOk="0">
                  <a:moveTo>
                    <a:pt x="21056" y="0"/>
                  </a:moveTo>
                  <a:cubicBezTo>
                    <a:pt x="20158" y="0"/>
                    <a:pt x="19231" y="85"/>
                    <a:pt x="18277" y="281"/>
                  </a:cubicBezTo>
                  <a:cubicBezTo>
                    <a:pt x="14487" y="1123"/>
                    <a:pt x="12297" y="2162"/>
                    <a:pt x="10360" y="3257"/>
                  </a:cubicBezTo>
                  <a:cubicBezTo>
                    <a:pt x="9433" y="3762"/>
                    <a:pt x="8001" y="4296"/>
                    <a:pt x="6738" y="4857"/>
                  </a:cubicBezTo>
                  <a:cubicBezTo>
                    <a:pt x="6120" y="5138"/>
                    <a:pt x="5503" y="5447"/>
                    <a:pt x="5026" y="5756"/>
                  </a:cubicBezTo>
                  <a:cubicBezTo>
                    <a:pt x="4520" y="6065"/>
                    <a:pt x="4155" y="6402"/>
                    <a:pt x="3959" y="6795"/>
                  </a:cubicBezTo>
                  <a:cubicBezTo>
                    <a:pt x="3846" y="6991"/>
                    <a:pt x="3762" y="7356"/>
                    <a:pt x="3622" y="7889"/>
                  </a:cubicBezTo>
                  <a:cubicBezTo>
                    <a:pt x="3173" y="9714"/>
                    <a:pt x="2499" y="13392"/>
                    <a:pt x="1881" y="16817"/>
                  </a:cubicBezTo>
                  <a:cubicBezTo>
                    <a:pt x="1572" y="18530"/>
                    <a:pt x="1292" y="20186"/>
                    <a:pt x="1039" y="21506"/>
                  </a:cubicBezTo>
                  <a:cubicBezTo>
                    <a:pt x="786" y="22825"/>
                    <a:pt x="590" y="23808"/>
                    <a:pt x="477" y="24201"/>
                  </a:cubicBezTo>
                  <a:cubicBezTo>
                    <a:pt x="337" y="24734"/>
                    <a:pt x="169" y="25324"/>
                    <a:pt x="0" y="25942"/>
                  </a:cubicBezTo>
                  <a:lnTo>
                    <a:pt x="0" y="26054"/>
                  </a:lnTo>
                  <a:cubicBezTo>
                    <a:pt x="56" y="26278"/>
                    <a:pt x="141" y="26671"/>
                    <a:pt x="337" y="27121"/>
                  </a:cubicBezTo>
                  <a:cubicBezTo>
                    <a:pt x="358" y="27203"/>
                    <a:pt x="438" y="27255"/>
                    <a:pt x="535" y="27255"/>
                  </a:cubicBezTo>
                  <a:cubicBezTo>
                    <a:pt x="571" y="27255"/>
                    <a:pt x="608" y="27248"/>
                    <a:pt x="646" y="27233"/>
                  </a:cubicBezTo>
                  <a:cubicBezTo>
                    <a:pt x="758" y="27177"/>
                    <a:pt x="814" y="27036"/>
                    <a:pt x="758" y="26924"/>
                  </a:cubicBezTo>
                  <a:cubicBezTo>
                    <a:pt x="590" y="26531"/>
                    <a:pt x="505" y="26166"/>
                    <a:pt x="477" y="25970"/>
                  </a:cubicBezTo>
                  <a:lnTo>
                    <a:pt x="472" y="25970"/>
                  </a:lnTo>
                  <a:lnTo>
                    <a:pt x="472" y="25970"/>
                  </a:lnTo>
                  <a:cubicBezTo>
                    <a:pt x="633" y="25383"/>
                    <a:pt x="793" y="24823"/>
                    <a:pt x="927" y="24313"/>
                  </a:cubicBezTo>
                  <a:cubicBezTo>
                    <a:pt x="1067" y="23836"/>
                    <a:pt x="1320" y="22601"/>
                    <a:pt x="1600" y="21000"/>
                  </a:cubicBezTo>
                  <a:cubicBezTo>
                    <a:pt x="2050" y="18586"/>
                    <a:pt x="2639" y="15329"/>
                    <a:pt x="3145" y="12522"/>
                  </a:cubicBezTo>
                  <a:cubicBezTo>
                    <a:pt x="3425" y="11146"/>
                    <a:pt x="3678" y="9883"/>
                    <a:pt x="3874" y="8900"/>
                  </a:cubicBezTo>
                  <a:cubicBezTo>
                    <a:pt x="3987" y="8395"/>
                    <a:pt x="4071" y="7974"/>
                    <a:pt x="4155" y="7637"/>
                  </a:cubicBezTo>
                  <a:cubicBezTo>
                    <a:pt x="4239" y="7328"/>
                    <a:pt x="4324" y="7103"/>
                    <a:pt x="4380" y="6991"/>
                  </a:cubicBezTo>
                  <a:cubicBezTo>
                    <a:pt x="4492" y="6738"/>
                    <a:pt x="4829" y="6430"/>
                    <a:pt x="5278" y="6149"/>
                  </a:cubicBezTo>
                  <a:cubicBezTo>
                    <a:pt x="5952" y="5700"/>
                    <a:pt x="6935" y="5279"/>
                    <a:pt x="7889" y="4885"/>
                  </a:cubicBezTo>
                  <a:cubicBezTo>
                    <a:pt x="8872" y="4464"/>
                    <a:pt x="9854" y="4071"/>
                    <a:pt x="10584" y="3650"/>
                  </a:cubicBezTo>
                  <a:cubicBezTo>
                    <a:pt x="12493" y="2583"/>
                    <a:pt x="14627" y="1573"/>
                    <a:pt x="18389" y="730"/>
                  </a:cubicBezTo>
                  <a:cubicBezTo>
                    <a:pt x="19287" y="534"/>
                    <a:pt x="20186" y="478"/>
                    <a:pt x="21056" y="478"/>
                  </a:cubicBezTo>
                  <a:cubicBezTo>
                    <a:pt x="22404" y="478"/>
                    <a:pt x="23611" y="646"/>
                    <a:pt x="24481" y="815"/>
                  </a:cubicBezTo>
                  <a:cubicBezTo>
                    <a:pt x="24931" y="927"/>
                    <a:pt x="25295" y="1011"/>
                    <a:pt x="25548" y="1067"/>
                  </a:cubicBezTo>
                  <a:cubicBezTo>
                    <a:pt x="25660" y="1095"/>
                    <a:pt x="25745" y="1123"/>
                    <a:pt x="25829" y="1152"/>
                  </a:cubicBezTo>
                  <a:cubicBezTo>
                    <a:pt x="25885" y="1180"/>
                    <a:pt x="25913" y="1180"/>
                    <a:pt x="25913" y="1180"/>
                  </a:cubicBezTo>
                  <a:cubicBezTo>
                    <a:pt x="25913" y="1180"/>
                    <a:pt x="26025" y="1208"/>
                    <a:pt x="26194" y="1264"/>
                  </a:cubicBezTo>
                  <a:cubicBezTo>
                    <a:pt x="26783" y="1460"/>
                    <a:pt x="28299" y="1994"/>
                    <a:pt x="29759" y="2639"/>
                  </a:cubicBezTo>
                  <a:cubicBezTo>
                    <a:pt x="30489" y="2976"/>
                    <a:pt x="31191" y="3313"/>
                    <a:pt x="31781" y="3678"/>
                  </a:cubicBezTo>
                  <a:cubicBezTo>
                    <a:pt x="32370" y="4043"/>
                    <a:pt x="32820" y="4408"/>
                    <a:pt x="33016" y="4717"/>
                  </a:cubicBezTo>
                  <a:cubicBezTo>
                    <a:pt x="33493" y="5531"/>
                    <a:pt x="34364" y="7272"/>
                    <a:pt x="35094" y="8816"/>
                  </a:cubicBezTo>
                  <a:cubicBezTo>
                    <a:pt x="35487" y="9574"/>
                    <a:pt x="35824" y="10304"/>
                    <a:pt x="36048" y="10809"/>
                  </a:cubicBezTo>
                  <a:cubicBezTo>
                    <a:pt x="36301" y="11343"/>
                    <a:pt x="36441" y="11680"/>
                    <a:pt x="36441" y="11680"/>
                  </a:cubicBezTo>
                  <a:cubicBezTo>
                    <a:pt x="36487" y="11749"/>
                    <a:pt x="36572" y="11799"/>
                    <a:pt x="36663" y="11799"/>
                  </a:cubicBezTo>
                  <a:cubicBezTo>
                    <a:pt x="36682" y="11799"/>
                    <a:pt x="36702" y="11797"/>
                    <a:pt x="36722" y="11792"/>
                  </a:cubicBezTo>
                  <a:cubicBezTo>
                    <a:pt x="36806" y="11792"/>
                    <a:pt x="36890" y="11680"/>
                    <a:pt x="36890" y="11595"/>
                  </a:cubicBezTo>
                  <a:cubicBezTo>
                    <a:pt x="36890" y="11567"/>
                    <a:pt x="36918" y="11118"/>
                    <a:pt x="36975" y="10416"/>
                  </a:cubicBezTo>
                  <a:cubicBezTo>
                    <a:pt x="37031" y="9349"/>
                    <a:pt x="37171" y="7749"/>
                    <a:pt x="37340" y="6317"/>
                  </a:cubicBezTo>
                  <a:cubicBezTo>
                    <a:pt x="37424" y="5587"/>
                    <a:pt x="37536" y="4942"/>
                    <a:pt x="37648" y="4408"/>
                  </a:cubicBezTo>
                  <a:cubicBezTo>
                    <a:pt x="37705" y="4156"/>
                    <a:pt x="37761" y="3931"/>
                    <a:pt x="37817" y="3734"/>
                  </a:cubicBezTo>
                  <a:cubicBezTo>
                    <a:pt x="37873" y="3566"/>
                    <a:pt x="37929" y="3454"/>
                    <a:pt x="37985" y="3398"/>
                  </a:cubicBezTo>
                  <a:cubicBezTo>
                    <a:pt x="38266" y="3061"/>
                    <a:pt x="38884" y="2864"/>
                    <a:pt x="39501" y="2864"/>
                  </a:cubicBezTo>
                  <a:cubicBezTo>
                    <a:pt x="39810" y="2864"/>
                    <a:pt x="40119" y="2920"/>
                    <a:pt x="40344" y="3004"/>
                  </a:cubicBezTo>
                  <a:cubicBezTo>
                    <a:pt x="40568" y="3089"/>
                    <a:pt x="40737" y="3201"/>
                    <a:pt x="40793" y="3313"/>
                  </a:cubicBezTo>
                  <a:cubicBezTo>
                    <a:pt x="40793" y="3313"/>
                    <a:pt x="40821" y="3426"/>
                    <a:pt x="40849" y="3566"/>
                  </a:cubicBezTo>
                  <a:cubicBezTo>
                    <a:pt x="40933" y="4156"/>
                    <a:pt x="41017" y="5419"/>
                    <a:pt x="41073" y="7047"/>
                  </a:cubicBezTo>
                  <a:cubicBezTo>
                    <a:pt x="41326" y="11876"/>
                    <a:pt x="41495" y="19821"/>
                    <a:pt x="41579" y="21983"/>
                  </a:cubicBezTo>
                  <a:cubicBezTo>
                    <a:pt x="41607" y="22180"/>
                    <a:pt x="41607" y="22404"/>
                    <a:pt x="41607" y="22601"/>
                  </a:cubicBezTo>
                  <a:cubicBezTo>
                    <a:pt x="41607" y="23864"/>
                    <a:pt x="41410" y="24678"/>
                    <a:pt x="41130" y="25184"/>
                  </a:cubicBezTo>
                  <a:cubicBezTo>
                    <a:pt x="40849" y="25689"/>
                    <a:pt x="40484" y="25885"/>
                    <a:pt x="40007" y="25942"/>
                  </a:cubicBezTo>
                  <a:lnTo>
                    <a:pt x="39979" y="25942"/>
                  </a:lnTo>
                  <a:cubicBezTo>
                    <a:pt x="39866" y="25942"/>
                    <a:pt x="39670" y="25885"/>
                    <a:pt x="39417" y="25801"/>
                  </a:cubicBezTo>
                  <a:cubicBezTo>
                    <a:pt x="38519" y="25436"/>
                    <a:pt x="37031" y="24482"/>
                    <a:pt x="35795" y="23639"/>
                  </a:cubicBezTo>
                  <a:cubicBezTo>
                    <a:pt x="35178" y="23218"/>
                    <a:pt x="34616" y="22797"/>
                    <a:pt x="34195" y="22516"/>
                  </a:cubicBezTo>
                  <a:cubicBezTo>
                    <a:pt x="33774" y="22208"/>
                    <a:pt x="33521" y="22039"/>
                    <a:pt x="33521" y="22039"/>
                  </a:cubicBezTo>
                  <a:cubicBezTo>
                    <a:pt x="33487" y="22004"/>
                    <a:pt x="33441" y="21980"/>
                    <a:pt x="33392" y="21980"/>
                  </a:cubicBezTo>
                  <a:cubicBezTo>
                    <a:pt x="33361" y="21980"/>
                    <a:pt x="33329" y="21990"/>
                    <a:pt x="33297" y="22011"/>
                  </a:cubicBezTo>
                  <a:cubicBezTo>
                    <a:pt x="33213" y="22039"/>
                    <a:pt x="33156" y="22123"/>
                    <a:pt x="33156" y="22208"/>
                  </a:cubicBezTo>
                  <a:cubicBezTo>
                    <a:pt x="33156" y="22208"/>
                    <a:pt x="33044" y="24875"/>
                    <a:pt x="32904" y="27570"/>
                  </a:cubicBezTo>
                  <a:cubicBezTo>
                    <a:pt x="32848" y="28917"/>
                    <a:pt x="32763" y="30265"/>
                    <a:pt x="32735" y="31304"/>
                  </a:cubicBezTo>
                  <a:cubicBezTo>
                    <a:pt x="32707" y="31837"/>
                    <a:pt x="32679" y="32258"/>
                    <a:pt x="32679" y="32567"/>
                  </a:cubicBezTo>
                  <a:cubicBezTo>
                    <a:pt x="32651" y="32904"/>
                    <a:pt x="32651" y="33073"/>
                    <a:pt x="32651" y="33129"/>
                  </a:cubicBezTo>
                  <a:cubicBezTo>
                    <a:pt x="32651" y="33381"/>
                    <a:pt x="32651" y="34336"/>
                    <a:pt x="32005" y="35094"/>
                  </a:cubicBezTo>
                  <a:cubicBezTo>
                    <a:pt x="31612" y="35571"/>
                    <a:pt x="30910" y="35796"/>
                    <a:pt x="30124" y="35936"/>
                  </a:cubicBezTo>
                  <a:cubicBezTo>
                    <a:pt x="29338" y="36077"/>
                    <a:pt x="28496" y="36077"/>
                    <a:pt x="27822" y="36161"/>
                  </a:cubicBezTo>
                  <a:cubicBezTo>
                    <a:pt x="25239" y="36498"/>
                    <a:pt x="22656" y="36722"/>
                    <a:pt x="20102" y="36722"/>
                  </a:cubicBezTo>
                  <a:cubicBezTo>
                    <a:pt x="18277" y="36722"/>
                    <a:pt x="16480" y="36610"/>
                    <a:pt x="14683" y="36357"/>
                  </a:cubicBezTo>
                  <a:cubicBezTo>
                    <a:pt x="13420" y="36189"/>
                    <a:pt x="12185" y="35908"/>
                    <a:pt x="10921" y="35655"/>
                  </a:cubicBezTo>
                  <a:cubicBezTo>
                    <a:pt x="10444" y="35543"/>
                    <a:pt x="9911" y="35459"/>
                    <a:pt x="9433" y="35262"/>
                  </a:cubicBezTo>
                  <a:cubicBezTo>
                    <a:pt x="8956" y="35094"/>
                    <a:pt x="8507" y="34869"/>
                    <a:pt x="8226" y="34504"/>
                  </a:cubicBezTo>
                  <a:cubicBezTo>
                    <a:pt x="8170" y="34448"/>
                    <a:pt x="8086" y="34196"/>
                    <a:pt x="8001" y="33859"/>
                  </a:cubicBezTo>
                  <a:cubicBezTo>
                    <a:pt x="7693" y="32651"/>
                    <a:pt x="7496" y="30181"/>
                    <a:pt x="7384" y="28019"/>
                  </a:cubicBezTo>
                  <a:cubicBezTo>
                    <a:pt x="7300" y="26952"/>
                    <a:pt x="7271" y="25970"/>
                    <a:pt x="7243" y="25240"/>
                  </a:cubicBezTo>
                  <a:cubicBezTo>
                    <a:pt x="7215" y="24510"/>
                    <a:pt x="7215" y="24061"/>
                    <a:pt x="7215" y="24061"/>
                  </a:cubicBezTo>
                  <a:cubicBezTo>
                    <a:pt x="7187" y="23948"/>
                    <a:pt x="7131" y="23864"/>
                    <a:pt x="7019" y="23836"/>
                  </a:cubicBezTo>
                  <a:cubicBezTo>
                    <a:pt x="7000" y="23831"/>
                    <a:pt x="6980" y="23829"/>
                    <a:pt x="6961" y="23829"/>
                  </a:cubicBezTo>
                  <a:cubicBezTo>
                    <a:pt x="6870" y="23829"/>
                    <a:pt x="6785" y="23883"/>
                    <a:pt x="6738" y="23976"/>
                  </a:cubicBezTo>
                  <a:cubicBezTo>
                    <a:pt x="6738" y="23976"/>
                    <a:pt x="6019" y="25785"/>
                    <a:pt x="5537" y="27168"/>
                  </a:cubicBezTo>
                  <a:lnTo>
                    <a:pt x="5537" y="27168"/>
                  </a:lnTo>
                  <a:cubicBezTo>
                    <a:pt x="5489" y="27185"/>
                    <a:pt x="5449" y="27215"/>
                    <a:pt x="5419" y="27261"/>
                  </a:cubicBezTo>
                  <a:cubicBezTo>
                    <a:pt x="5419" y="27289"/>
                    <a:pt x="5334" y="27430"/>
                    <a:pt x="5110" y="27654"/>
                  </a:cubicBezTo>
                  <a:cubicBezTo>
                    <a:pt x="5026" y="27738"/>
                    <a:pt x="5026" y="27879"/>
                    <a:pt x="5110" y="27963"/>
                  </a:cubicBezTo>
                  <a:cubicBezTo>
                    <a:pt x="5152" y="28019"/>
                    <a:pt x="5215" y="28047"/>
                    <a:pt x="5278" y="28047"/>
                  </a:cubicBezTo>
                  <a:cubicBezTo>
                    <a:pt x="5341" y="28047"/>
                    <a:pt x="5405" y="28019"/>
                    <a:pt x="5447" y="27963"/>
                  </a:cubicBezTo>
                  <a:cubicBezTo>
                    <a:pt x="5529" y="27880"/>
                    <a:pt x="5597" y="27804"/>
                    <a:pt x="5651" y="27738"/>
                  </a:cubicBezTo>
                  <a:lnTo>
                    <a:pt x="5651" y="27738"/>
                  </a:lnTo>
                  <a:cubicBezTo>
                    <a:pt x="5759" y="27736"/>
                    <a:pt x="5840" y="27679"/>
                    <a:pt x="5868" y="27570"/>
                  </a:cubicBezTo>
                  <a:cubicBezTo>
                    <a:pt x="6120" y="26896"/>
                    <a:pt x="6457" y="26026"/>
                    <a:pt x="6710" y="25352"/>
                  </a:cubicBezTo>
                  <a:cubicBezTo>
                    <a:pt x="6731" y="25298"/>
                    <a:pt x="6752" y="25246"/>
                    <a:pt x="6773" y="25195"/>
                  </a:cubicBezTo>
                  <a:lnTo>
                    <a:pt x="6773" y="25195"/>
                  </a:lnTo>
                  <a:cubicBezTo>
                    <a:pt x="6806" y="26135"/>
                    <a:pt x="6866" y="27550"/>
                    <a:pt x="6963" y="29002"/>
                  </a:cubicBezTo>
                  <a:cubicBezTo>
                    <a:pt x="7047" y="30265"/>
                    <a:pt x="7159" y="31557"/>
                    <a:pt x="7300" y="32595"/>
                  </a:cubicBezTo>
                  <a:cubicBezTo>
                    <a:pt x="7384" y="33129"/>
                    <a:pt x="7440" y="33606"/>
                    <a:pt x="7552" y="33971"/>
                  </a:cubicBezTo>
                  <a:cubicBezTo>
                    <a:pt x="7636" y="34336"/>
                    <a:pt x="7721" y="34617"/>
                    <a:pt x="7861" y="34813"/>
                  </a:cubicBezTo>
                  <a:cubicBezTo>
                    <a:pt x="8226" y="35262"/>
                    <a:pt x="8731" y="35515"/>
                    <a:pt x="9265" y="35712"/>
                  </a:cubicBezTo>
                  <a:cubicBezTo>
                    <a:pt x="9798" y="35908"/>
                    <a:pt x="10360" y="36020"/>
                    <a:pt x="10809" y="36105"/>
                  </a:cubicBezTo>
                  <a:cubicBezTo>
                    <a:pt x="12072" y="36385"/>
                    <a:pt x="13336" y="36638"/>
                    <a:pt x="14627" y="36835"/>
                  </a:cubicBezTo>
                  <a:cubicBezTo>
                    <a:pt x="16452" y="37087"/>
                    <a:pt x="18277" y="37200"/>
                    <a:pt x="20102" y="37200"/>
                  </a:cubicBezTo>
                  <a:cubicBezTo>
                    <a:pt x="22685" y="37200"/>
                    <a:pt x="25295" y="36975"/>
                    <a:pt x="27878" y="36638"/>
                  </a:cubicBezTo>
                  <a:cubicBezTo>
                    <a:pt x="28496" y="36554"/>
                    <a:pt x="29366" y="36526"/>
                    <a:pt x="30180" y="36385"/>
                  </a:cubicBezTo>
                  <a:cubicBezTo>
                    <a:pt x="31023" y="36245"/>
                    <a:pt x="31837" y="35992"/>
                    <a:pt x="32370" y="35375"/>
                  </a:cubicBezTo>
                  <a:cubicBezTo>
                    <a:pt x="33128" y="34476"/>
                    <a:pt x="33100" y="33409"/>
                    <a:pt x="33128" y="33129"/>
                  </a:cubicBezTo>
                  <a:cubicBezTo>
                    <a:pt x="33128" y="33101"/>
                    <a:pt x="33128" y="32904"/>
                    <a:pt x="33128" y="32595"/>
                  </a:cubicBezTo>
                  <a:cubicBezTo>
                    <a:pt x="33184" y="31500"/>
                    <a:pt x="33297" y="28889"/>
                    <a:pt x="33409" y="26587"/>
                  </a:cubicBezTo>
                  <a:cubicBezTo>
                    <a:pt x="33465" y="25436"/>
                    <a:pt x="33521" y="24341"/>
                    <a:pt x="33578" y="23527"/>
                  </a:cubicBezTo>
                  <a:cubicBezTo>
                    <a:pt x="33590" y="23177"/>
                    <a:pt x="33603" y="22883"/>
                    <a:pt x="33613" y="22664"/>
                  </a:cubicBezTo>
                  <a:lnTo>
                    <a:pt x="33613" y="22664"/>
                  </a:lnTo>
                  <a:cubicBezTo>
                    <a:pt x="34112" y="23022"/>
                    <a:pt x="35054" y="23703"/>
                    <a:pt x="36076" y="24397"/>
                  </a:cubicBezTo>
                  <a:cubicBezTo>
                    <a:pt x="36834" y="24875"/>
                    <a:pt x="37620" y="25380"/>
                    <a:pt x="38294" y="25773"/>
                  </a:cubicBezTo>
                  <a:cubicBezTo>
                    <a:pt x="38659" y="25942"/>
                    <a:pt x="38968" y="26110"/>
                    <a:pt x="39249" y="26222"/>
                  </a:cubicBezTo>
                  <a:cubicBezTo>
                    <a:pt x="39529" y="26335"/>
                    <a:pt x="39754" y="26419"/>
                    <a:pt x="39979" y="26419"/>
                  </a:cubicBezTo>
                  <a:lnTo>
                    <a:pt x="40063" y="26419"/>
                  </a:lnTo>
                  <a:cubicBezTo>
                    <a:pt x="40652" y="26335"/>
                    <a:pt x="41186" y="26026"/>
                    <a:pt x="41523" y="25408"/>
                  </a:cubicBezTo>
                  <a:cubicBezTo>
                    <a:pt x="41888" y="24819"/>
                    <a:pt x="42056" y="23892"/>
                    <a:pt x="42056" y="22601"/>
                  </a:cubicBezTo>
                  <a:cubicBezTo>
                    <a:pt x="42056" y="22404"/>
                    <a:pt x="42056" y="22180"/>
                    <a:pt x="42056" y="21955"/>
                  </a:cubicBezTo>
                  <a:cubicBezTo>
                    <a:pt x="42000" y="20411"/>
                    <a:pt x="41888" y="15891"/>
                    <a:pt x="41719" y="11680"/>
                  </a:cubicBezTo>
                  <a:cubicBezTo>
                    <a:pt x="41663" y="9574"/>
                    <a:pt x="41579" y="7525"/>
                    <a:pt x="41495" y="5980"/>
                  </a:cubicBezTo>
                  <a:cubicBezTo>
                    <a:pt x="41438" y="5194"/>
                    <a:pt x="41410" y="4549"/>
                    <a:pt x="41354" y="4043"/>
                  </a:cubicBezTo>
                  <a:cubicBezTo>
                    <a:pt x="41326" y="3819"/>
                    <a:pt x="41326" y="3594"/>
                    <a:pt x="41298" y="3454"/>
                  </a:cubicBezTo>
                  <a:cubicBezTo>
                    <a:pt x="41270" y="3369"/>
                    <a:pt x="41270" y="3313"/>
                    <a:pt x="41242" y="3257"/>
                  </a:cubicBezTo>
                  <a:cubicBezTo>
                    <a:pt x="41242" y="3173"/>
                    <a:pt x="41214" y="3145"/>
                    <a:pt x="41186" y="3089"/>
                  </a:cubicBezTo>
                  <a:cubicBezTo>
                    <a:pt x="41045" y="2836"/>
                    <a:pt x="40793" y="2668"/>
                    <a:pt x="40512" y="2555"/>
                  </a:cubicBezTo>
                  <a:cubicBezTo>
                    <a:pt x="40203" y="2443"/>
                    <a:pt x="39866" y="2387"/>
                    <a:pt x="39501" y="2387"/>
                  </a:cubicBezTo>
                  <a:cubicBezTo>
                    <a:pt x="38799" y="2387"/>
                    <a:pt x="38069" y="2583"/>
                    <a:pt x="37620" y="3117"/>
                  </a:cubicBezTo>
                  <a:cubicBezTo>
                    <a:pt x="37480" y="3285"/>
                    <a:pt x="37396" y="3510"/>
                    <a:pt x="37311" y="3819"/>
                  </a:cubicBezTo>
                  <a:cubicBezTo>
                    <a:pt x="37003" y="4857"/>
                    <a:pt x="36778" y="6766"/>
                    <a:pt x="36638" y="8451"/>
                  </a:cubicBezTo>
                  <a:cubicBezTo>
                    <a:pt x="36567" y="9297"/>
                    <a:pt x="36518" y="10080"/>
                    <a:pt x="36486" y="10649"/>
                  </a:cubicBezTo>
                  <a:lnTo>
                    <a:pt x="36486" y="10649"/>
                  </a:lnTo>
                  <a:cubicBezTo>
                    <a:pt x="36243" y="10120"/>
                    <a:pt x="35901" y="9392"/>
                    <a:pt x="35515" y="8619"/>
                  </a:cubicBezTo>
                  <a:cubicBezTo>
                    <a:pt x="34785" y="7075"/>
                    <a:pt x="33914" y="5335"/>
                    <a:pt x="33409" y="4464"/>
                  </a:cubicBezTo>
                  <a:cubicBezTo>
                    <a:pt x="33100" y="3987"/>
                    <a:pt x="32511" y="3566"/>
                    <a:pt x="31753" y="3117"/>
                  </a:cubicBezTo>
                  <a:cubicBezTo>
                    <a:pt x="29563" y="1853"/>
                    <a:pt x="26082" y="730"/>
                    <a:pt x="26053" y="730"/>
                  </a:cubicBezTo>
                  <a:cubicBezTo>
                    <a:pt x="26053" y="730"/>
                    <a:pt x="23808" y="0"/>
                    <a:pt x="21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4191;p64">
              <a:extLst>
                <a:ext uri="{FF2B5EF4-FFF2-40B4-BE49-F238E27FC236}">
                  <a16:creationId xmlns:a16="http://schemas.microsoft.com/office/drawing/2014/main" id="{2B7A2065-5E49-109B-64FA-1D1F2DCE27EF}"/>
                </a:ext>
              </a:extLst>
            </p:cNvPr>
            <p:cNvSpPr/>
            <p:nvPr/>
          </p:nvSpPr>
          <p:spPr>
            <a:xfrm>
              <a:off x="4528000" y="3305275"/>
              <a:ext cx="55475" cy="49150"/>
            </a:xfrm>
            <a:custGeom>
              <a:avLst/>
              <a:gdLst/>
              <a:ahLst/>
              <a:cxnLst/>
              <a:rect l="l" t="t" r="r" b="b"/>
              <a:pathLst>
                <a:path w="2219" h="1966" extrusionOk="0">
                  <a:moveTo>
                    <a:pt x="1938" y="1"/>
                  </a:moveTo>
                  <a:lnTo>
                    <a:pt x="0" y="1601"/>
                  </a:lnTo>
                  <a:lnTo>
                    <a:pt x="309" y="1966"/>
                  </a:lnTo>
                  <a:lnTo>
                    <a:pt x="2218" y="366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4192;p64">
              <a:extLst>
                <a:ext uri="{FF2B5EF4-FFF2-40B4-BE49-F238E27FC236}">
                  <a16:creationId xmlns:a16="http://schemas.microsoft.com/office/drawing/2014/main" id="{122F6E70-2D12-113C-710C-F81712C5E2B8}"/>
                </a:ext>
              </a:extLst>
            </p:cNvPr>
            <p:cNvSpPr/>
            <p:nvPr/>
          </p:nvSpPr>
          <p:spPr>
            <a:xfrm>
              <a:off x="4205850" y="3376875"/>
              <a:ext cx="290600" cy="241475"/>
            </a:xfrm>
            <a:custGeom>
              <a:avLst/>
              <a:gdLst/>
              <a:ahLst/>
              <a:cxnLst/>
              <a:rect l="l" t="t" r="r" b="b"/>
              <a:pathLst>
                <a:path w="11624" h="9659" extrusionOk="0">
                  <a:moveTo>
                    <a:pt x="11342" y="0"/>
                  </a:moveTo>
                  <a:lnTo>
                    <a:pt x="0" y="9321"/>
                  </a:lnTo>
                  <a:lnTo>
                    <a:pt x="309" y="9658"/>
                  </a:lnTo>
                  <a:lnTo>
                    <a:pt x="11623" y="365"/>
                  </a:lnTo>
                  <a:lnTo>
                    <a:pt x="11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4193;p64">
              <a:extLst>
                <a:ext uri="{FF2B5EF4-FFF2-40B4-BE49-F238E27FC236}">
                  <a16:creationId xmlns:a16="http://schemas.microsoft.com/office/drawing/2014/main" id="{1DFC07FA-4EC4-BC43-9C1E-526DB2A70C00}"/>
                </a:ext>
              </a:extLst>
            </p:cNvPr>
            <p:cNvSpPr/>
            <p:nvPr/>
          </p:nvSpPr>
          <p:spPr>
            <a:xfrm>
              <a:off x="4167250" y="3454775"/>
              <a:ext cx="129150" cy="108825"/>
            </a:xfrm>
            <a:custGeom>
              <a:avLst/>
              <a:gdLst/>
              <a:ahLst/>
              <a:cxnLst/>
              <a:rect l="l" t="t" r="r" b="b"/>
              <a:pathLst>
                <a:path w="5166" h="4353" extrusionOk="0">
                  <a:moveTo>
                    <a:pt x="4857" y="1"/>
                  </a:moveTo>
                  <a:lnTo>
                    <a:pt x="0" y="3987"/>
                  </a:lnTo>
                  <a:lnTo>
                    <a:pt x="281" y="4352"/>
                  </a:lnTo>
                  <a:lnTo>
                    <a:pt x="5166" y="366"/>
                  </a:lnTo>
                  <a:lnTo>
                    <a:pt x="48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4194;p64">
              <a:extLst>
                <a:ext uri="{FF2B5EF4-FFF2-40B4-BE49-F238E27FC236}">
                  <a16:creationId xmlns:a16="http://schemas.microsoft.com/office/drawing/2014/main" id="{4CDFD84C-0C31-54C1-9806-936375322DBE}"/>
                </a:ext>
              </a:extLst>
            </p:cNvPr>
            <p:cNvSpPr/>
            <p:nvPr/>
          </p:nvSpPr>
          <p:spPr>
            <a:xfrm>
              <a:off x="3883675" y="3624500"/>
              <a:ext cx="118650" cy="385075"/>
            </a:xfrm>
            <a:custGeom>
              <a:avLst/>
              <a:gdLst/>
              <a:ahLst/>
              <a:cxnLst/>
              <a:rect l="l" t="t" r="r" b="b"/>
              <a:pathLst>
                <a:path w="4746" h="15403" extrusionOk="0">
                  <a:moveTo>
                    <a:pt x="3454" y="1"/>
                  </a:moveTo>
                  <a:cubicBezTo>
                    <a:pt x="3327" y="1"/>
                    <a:pt x="3198" y="63"/>
                    <a:pt x="3117" y="202"/>
                  </a:cubicBezTo>
                  <a:lnTo>
                    <a:pt x="310" y="5424"/>
                  </a:lnTo>
                  <a:cubicBezTo>
                    <a:pt x="85" y="5845"/>
                    <a:pt x="1" y="6323"/>
                    <a:pt x="85" y="6772"/>
                  </a:cubicBezTo>
                  <a:lnTo>
                    <a:pt x="1545" y="15194"/>
                  </a:lnTo>
                  <a:cubicBezTo>
                    <a:pt x="1560" y="15332"/>
                    <a:pt x="1667" y="15403"/>
                    <a:pt x="1775" y="15403"/>
                  </a:cubicBezTo>
                  <a:cubicBezTo>
                    <a:pt x="1865" y="15403"/>
                    <a:pt x="1956" y="15353"/>
                    <a:pt x="1994" y="15250"/>
                  </a:cubicBezTo>
                  <a:lnTo>
                    <a:pt x="4577" y="8260"/>
                  </a:lnTo>
                  <a:cubicBezTo>
                    <a:pt x="4689" y="7951"/>
                    <a:pt x="4745" y="7614"/>
                    <a:pt x="4689" y="7305"/>
                  </a:cubicBezTo>
                  <a:lnTo>
                    <a:pt x="3847" y="343"/>
                  </a:lnTo>
                  <a:cubicBezTo>
                    <a:pt x="3814" y="128"/>
                    <a:pt x="3636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4195;p64">
              <a:extLst>
                <a:ext uri="{FF2B5EF4-FFF2-40B4-BE49-F238E27FC236}">
                  <a16:creationId xmlns:a16="http://schemas.microsoft.com/office/drawing/2014/main" id="{A8CD27D0-A30A-733E-D193-52945DD095CB}"/>
                </a:ext>
              </a:extLst>
            </p:cNvPr>
            <p:cNvSpPr/>
            <p:nvPr/>
          </p:nvSpPr>
          <p:spPr>
            <a:xfrm>
              <a:off x="3878775" y="3619025"/>
              <a:ext cx="128450" cy="396575"/>
            </a:xfrm>
            <a:custGeom>
              <a:avLst/>
              <a:gdLst/>
              <a:ahLst/>
              <a:cxnLst/>
              <a:rect l="l" t="t" r="r" b="b"/>
              <a:pathLst>
                <a:path w="5138" h="15863" extrusionOk="0">
                  <a:moveTo>
                    <a:pt x="3650" y="449"/>
                  </a:moveTo>
                  <a:lnTo>
                    <a:pt x="3762" y="505"/>
                  </a:lnTo>
                  <a:cubicBezTo>
                    <a:pt x="3790" y="505"/>
                    <a:pt x="3790" y="534"/>
                    <a:pt x="3818" y="590"/>
                  </a:cubicBezTo>
                  <a:lnTo>
                    <a:pt x="4661" y="7552"/>
                  </a:lnTo>
                  <a:cubicBezTo>
                    <a:pt x="4661" y="7636"/>
                    <a:pt x="4661" y="7693"/>
                    <a:pt x="4661" y="7777"/>
                  </a:cubicBezTo>
                  <a:cubicBezTo>
                    <a:pt x="4661" y="7973"/>
                    <a:pt x="4633" y="8198"/>
                    <a:pt x="4548" y="8394"/>
                  </a:cubicBezTo>
                  <a:lnTo>
                    <a:pt x="1966" y="15385"/>
                  </a:lnTo>
                  <a:lnTo>
                    <a:pt x="506" y="6963"/>
                  </a:lnTo>
                  <a:cubicBezTo>
                    <a:pt x="478" y="6850"/>
                    <a:pt x="478" y="6738"/>
                    <a:pt x="478" y="6654"/>
                  </a:cubicBezTo>
                  <a:cubicBezTo>
                    <a:pt x="478" y="6345"/>
                    <a:pt x="562" y="6036"/>
                    <a:pt x="702" y="5755"/>
                  </a:cubicBezTo>
                  <a:lnTo>
                    <a:pt x="3538" y="534"/>
                  </a:lnTo>
                  <a:cubicBezTo>
                    <a:pt x="3566" y="477"/>
                    <a:pt x="3594" y="449"/>
                    <a:pt x="3650" y="449"/>
                  </a:cubicBezTo>
                  <a:close/>
                  <a:moveTo>
                    <a:pt x="3650" y="0"/>
                  </a:moveTo>
                  <a:cubicBezTo>
                    <a:pt x="3454" y="0"/>
                    <a:pt x="3229" y="112"/>
                    <a:pt x="3117" y="309"/>
                  </a:cubicBezTo>
                  <a:lnTo>
                    <a:pt x="281" y="5531"/>
                  </a:lnTo>
                  <a:cubicBezTo>
                    <a:pt x="113" y="5868"/>
                    <a:pt x="0" y="6261"/>
                    <a:pt x="0" y="6654"/>
                  </a:cubicBezTo>
                  <a:cubicBezTo>
                    <a:pt x="0" y="6766"/>
                    <a:pt x="28" y="6907"/>
                    <a:pt x="56" y="7047"/>
                  </a:cubicBezTo>
                  <a:lnTo>
                    <a:pt x="1516" y="15469"/>
                  </a:lnTo>
                  <a:cubicBezTo>
                    <a:pt x="1516" y="15582"/>
                    <a:pt x="1601" y="15694"/>
                    <a:pt x="1685" y="15750"/>
                  </a:cubicBezTo>
                  <a:cubicBezTo>
                    <a:pt x="1769" y="15806"/>
                    <a:pt x="1853" y="15862"/>
                    <a:pt x="1966" y="15862"/>
                  </a:cubicBezTo>
                  <a:cubicBezTo>
                    <a:pt x="2134" y="15862"/>
                    <a:pt x="2331" y="15750"/>
                    <a:pt x="2387" y="15554"/>
                  </a:cubicBezTo>
                  <a:lnTo>
                    <a:pt x="4998" y="8563"/>
                  </a:lnTo>
                  <a:cubicBezTo>
                    <a:pt x="5082" y="8310"/>
                    <a:pt x="5138" y="8030"/>
                    <a:pt x="5138" y="7777"/>
                  </a:cubicBezTo>
                  <a:cubicBezTo>
                    <a:pt x="5138" y="7665"/>
                    <a:pt x="5138" y="7580"/>
                    <a:pt x="5138" y="7496"/>
                  </a:cubicBezTo>
                  <a:lnTo>
                    <a:pt x="4268" y="534"/>
                  </a:lnTo>
                  <a:cubicBezTo>
                    <a:pt x="4268" y="365"/>
                    <a:pt x="4183" y="225"/>
                    <a:pt x="4043" y="140"/>
                  </a:cubicBezTo>
                  <a:cubicBezTo>
                    <a:pt x="3931" y="28"/>
                    <a:pt x="3790" y="0"/>
                    <a:pt x="3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4196;p64">
              <a:extLst>
                <a:ext uri="{FF2B5EF4-FFF2-40B4-BE49-F238E27FC236}">
                  <a16:creationId xmlns:a16="http://schemas.microsoft.com/office/drawing/2014/main" id="{93546BC2-E998-14BA-D1DC-6D5B80A4892C}"/>
                </a:ext>
              </a:extLst>
            </p:cNvPr>
            <p:cNvSpPr/>
            <p:nvPr/>
          </p:nvSpPr>
          <p:spPr>
            <a:xfrm>
              <a:off x="4737150" y="3094725"/>
              <a:ext cx="70925" cy="163550"/>
            </a:xfrm>
            <a:custGeom>
              <a:avLst/>
              <a:gdLst/>
              <a:ahLst/>
              <a:cxnLst/>
              <a:rect l="l" t="t" r="r" b="b"/>
              <a:pathLst>
                <a:path w="2837" h="6542" extrusionOk="0">
                  <a:moveTo>
                    <a:pt x="1" y="0"/>
                  </a:moveTo>
                  <a:lnTo>
                    <a:pt x="2836" y="654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4197;p64">
              <a:extLst>
                <a:ext uri="{FF2B5EF4-FFF2-40B4-BE49-F238E27FC236}">
                  <a16:creationId xmlns:a16="http://schemas.microsoft.com/office/drawing/2014/main" id="{E6423F8D-236C-52C8-D3E2-72D297DD8F82}"/>
                </a:ext>
              </a:extLst>
            </p:cNvPr>
            <p:cNvSpPr/>
            <p:nvPr/>
          </p:nvSpPr>
          <p:spPr>
            <a:xfrm>
              <a:off x="4730125" y="3088925"/>
              <a:ext cx="84250" cy="175525"/>
            </a:xfrm>
            <a:custGeom>
              <a:avLst/>
              <a:gdLst/>
              <a:ahLst/>
              <a:cxnLst/>
              <a:rect l="l" t="t" r="r" b="b"/>
              <a:pathLst>
                <a:path w="3370" h="7021" extrusionOk="0">
                  <a:moveTo>
                    <a:pt x="257" y="1"/>
                  </a:moveTo>
                  <a:cubicBezTo>
                    <a:pt x="237" y="1"/>
                    <a:pt x="217" y="3"/>
                    <a:pt x="198" y="8"/>
                  </a:cubicBezTo>
                  <a:cubicBezTo>
                    <a:pt x="57" y="64"/>
                    <a:pt x="1" y="204"/>
                    <a:pt x="57" y="316"/>
                  </a:cubicBezTo>
                  <a:lnTo>
                    <a:pt x="2893" y="6886"/>
                  </a:lnTo>
                  <a:cubicBezTo>
                    <a:pt x="2934" y="6968"/>
                    <a:pt x="3020" y="7020"/>
                    <a:pt x="3107" y="7020"/>
                  </a:cubicBezTo>
                  <a:cubicBezTo>
                    <a:pt x="3139" y="7020"/>
                    <a:pt x="3171" y="7013"/>
                    <a:pt x="3202" y="6998"/>
                  </a:cubicBezTo>
                  <a:cubicBezTo>
                    <a:pt x="3314" y="6942"/>
                    <a:pt x="3370" y="6802"/>
                    <a:pt x="3314" y="6689"/>
                  </a:cubicBezTo>
                  <a:lnTo>
                    <a:pt x="506" y="148"/>
                  </a:lnTo>
                  <a:cubicBezTo>
                    <a:pt x="460" y="55"/>
                    <a:pt x="356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4198;p64">
              <a:extLst>
                <a:ext uri="{FF2B5EF4-FFF2-40B4-BE49-F238E27FC236}">
                  <a16:creationId xmlns:a16="http://schemas.microsoft.com/office/drawing/2014/main" id="{0B5669A0-1C8B-AD62-E053-7D563BC0304F}"/>
                </a:ext>
              </a:extLst>
            </p:cNvPr>
            <p:cNvSpPr/>
            <p:nvPr/>
          </p:nvSpPr>
          <p:spPr>
            <a:xfrm>
              <a:off x="3973525" y="3851475"/>
              <a:ext cx="22225" cy="90425"/>
            </a:xfrm>
            <a:custGeom>
              <a:avLst/>
              <a:gdLst/>
              <a:ahLst/>
              <a:cxnLst/>
              <a:rect l="l" t="t" r="r" b="b"/>
              <a:pathLst>
                <a:path w="889" h="3617" extrusionOk="0">
                  <a:moveTo>
                    <a:pt x="685" y="1"/>
                  </a:moveTo>
                  <a:cubicBezTo>
                    <a:pt x="578" y="1"/>
                    <a:pt x="438" y="191"/>
                    <a:pt x="309" y="500"/>
                  </a:cubicBezTo>
                  <a:cubicBezTo>
                    <a:pt x="28" y="1174"/>
                    <a:pt x="0" y="3617"/>
                    <a:pt x="0" y="3617"/>
                  </a:cubicBezTo>
                  <a:cubicBezTo>
                    <a:pt x="0" y="3617"/>
                    <a:pt x="730" y="2129"/>
                    <a:pt x="843" y="921"/>
                  </a:cubicBezTo>
                  <a:cubicBezTo>
                    <a:pt x="888" y="267"/>
                    <a:pt x="810" y="1"/>
                    <a:pt x="6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4199;p64">
              <a:extLst>
                <a:ext uri="{FF2B5EF4-FFF2-40B4-BE49-F238E27FC236}">
                  <a16:creationId xmlns:a16="http://schemas.microsoft.com/office/drawing/2014/main" id="{4C1D7939-69D6-28D4-B22D-37BB15C63D9F}"/>
                </a:ext>
              </a:extLst>
            </p:cNvPr>
            <p:cNvSpPr/>
            <p:nvPr/>
          </p:nvSpPr>
          <p:spPr>
            <a:xfrm>
              <a:off x="3967900" y="3845725"/>
              <a:ext cx="33025" cy="101975"/>
            </a:xfrm>
            <a:custGeom>
              <a:avLst/>
              <a:gdLst/>
              <a:ahLst/>
              <a:cxnLst/>
              <a:rect l="l" t="t" r="r" b="b"/>
              <a:pathLst>
                <a:path w="1321" h="4079" extrusionOk="0">
                  <a:moveTo>
                    <a:pt x="838" y="639"/>
                  </a:moveTo>
                  <a:lnTo>
                    <a:pt x="838" y="639"/>
                  </a:lnTo>
                  <a:cubicBezTo>
                    <a:pt x="841" y="682"/>
                    <a:pt x="843" y="731"/>
                    <a:pt x="843" y="786"/>
                  </a:cubicBezTo>
                  <a:cubicBezTo>
                    <a:pt x="843" y="871"/>
                    <a:pt x="843" y="1011"/>
                    <a:pt x="815" y="1123"/>
                  </a:cubicBezTo>
                  <a:cubicBezTo>
                    <a:pt x="792" y="1599"/>
                    <a:pt x="660" y="2110"/>
                    <a:pt x="507" y="2556"/>
                  </a:cubicBezTo>
                  <a:lnTo>
                    <a:pt x="507" y="2556"/>
                  </a:lnTo>
                  <a:cubicBezTo>
                    <a:pt x="515" y="2382"/>
                    <a:pt x="525" y="2202"/>
                    <a:pt x="534" y="2022"/>
                  </a:cubicBezTo>
                  <a:cubicBezTo>
                    <a:pt x="562" y="1769"/>
                    <a:pt x="590" y="1516"/>
                    <a:pt x="618" y="1292"/>
                  </a:cubicBezTo>
                  <a:cubicBezTo>
                    <a:pt x="675" y="1095"/>
                    <a:pt x="703" y="899"/>
                    <a:pt x="759" y="814"/>
                  </a:cubicBezTo>
                  <a:cubicBezTo>
                    <a:pt x="785" y="749"/>
                    <a:pt x="811" y="689"/>
                    <a:pt x="838" y="639"/>
                  </a:cubicBezTo>
                  <a:close/>
                  <a:moveTo>
                    <a:pt x="899" y="0"/>
                  </a:moveTo>
                  <a:cubicBezTo>
                    <a:pt x="815" y="0"/>
                    <a:pt x="731" y="28"/>
                    <a:pt x="675" y="84"/>
                  </a:cubicBezTo>
                  <a:cubicBezTo>
                    <a:pt x="534" y="197"/>
                    <a:pt x="422" y="393"/>
                    <a:pt x="310" y="618"/>
                  </a:cubicBezTo>
                  <a:cubicBezTo>
                    <a:pt x="225" y="843"/>
                    <a:pt x="169" y="1123"/>
                    <a:pt x="141" y="1460"/>
                  </a:cubicBezTo>
                  <a:cubicBezTo>
                    <a:pt x="1" y="2471"/>
                    <a:pt x="1" y="3847"/>
                    <a:pt x="1" y="3847"/>
                  </a:cubicBezTo>
                  <a:cubicBezTo>
                    <a:pt x="1" y="3959"/>
                    <a:pt x="85" y="4043"/>
                    <a:pt x="169" y="4071"/>
                  </a:cubicBezTo>
                  <a:cubicBezTo>
                    <a:pt x="189" y="4076"/>
                    <a:pt x="208" y="4078"/>
                    <a:pt x="227" y="4078"/>
                  </a:cubicBezTo>
                  <a:cubicBezTo>
                    <a:pt x="318" y="4078"/>
                    <a:pt x="404" y="4024"/>
                    <a:pt x="450" y="3931"/>
                  </a:cubicBezTo>
                  <a:cubicBezTo>
                    <a:pt x="450" y="3931"/>
                    <a:pt x="1180" y="2443"/>
                    <a:pt x="1292" y="1179"/>
                  </a:cubicBezTo>
                  <a:cubicBezTo>
                    <a:pt x="1320" y="1039"/>
                    <a:pt x="1320" y="899"/>
                    <a:pt x="1320" y="786"/>
                  </a:cubicBezTo>
                  <a:cubicBezTo>
                    <a:pt x="1320" y="562"/>
                    <a:pt x="1292" y="421"/>
                    <a:pt x="1264" y="281"/>
                  </a:cubicBezTo>
                  <a:cubicBezTo>
                    <a:pt x="1236" y="225"/>
                    <a:pt x="1208" y="169"/>
                    <a:pt x="1152" y="84"/>
                  </a:cubicBezTo>
                  <a:cubicBezTo>
                    <a:pt x="1096" y="28"/>
                    <a:pt x="1012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4200;p64">
              <a:extLst>
                <a:ext uri="{FF2B5EF4-FFF2-40B4-BE49-F238E27FC236}">
                  <a16:creationId xmlns:a16="http://schemas.microsoft.com/office/drawing/2014/main" id="{031B392A-4939-8A2D-1C5D-90D7580DEEE7}"/>
                </a:ext>
              </a:extLst>
            </p:cNvPr>
            <p:cNvSpPr/>
            <p:nvPr/>
          </p:nvSpPr>
          <p:spPr>
            <a:xfrm>
              <a:off x="3935625" y="3881125"/>
              <a:ext cx="53525" cy="115525"/>
            </a:xfrm>
            <a:custGeom>
              <a:avLst/>
              <a:gdLst/>
              <a:ahLst/>
              <a:cxnLst/>
              <a:rect l="l" t="t" r="r" b="b"/>
              <a:pathLst>
                <a:path w="2141" h="4621" extrusionOk="0">
                  <a:moveTo>
                    <a:pt x="1781" y="1"/>
                  </a:moveTo>
                  <a:cubicBezTo>
                    <a:pt x="1761" y="1"/>
                    <a:pt x="1738" y="6"/>
                    <a:pt x="1713" y="16"/>
                  </a:cubicBezTo>
                  <a:cubicBezTo>
                    <a:pt x="1236" y="213"/>
                    <a:pt x="1039" y="1167"/>
                    <a:pt x="1039" y="1167"/>
                  </a:cubicBezTo>
                  <a:cubicBezTo>
                    <a:pt x="1039" y="1167"/>
                    <a:pt x="877" y="1079"/>
                    <a:pt x="689" y="1079"/>
                  </a:cubicBezTo>
                  <a:cubicBezTo>
                    <a:pt x="493" y="1079"/>
                    <a:pt x="269" y="1174"/>
                    <a:pt x="169" y="1560"/>
                  </a:cubicBezTo>
                  <a:cubicBezTo>
                    <a:pt x="0" y="2318"/>
                    <a:pt x="169" y="4620"/>
                    <a:pt x="169" y="4620"/>
                  </a:cubicBezTo>
                  <a:cubicBezTo>
                    <a:pt x="169" y="4620"/>
                    <a:pt x="1348" y="3301"/>
                    <a:pt x="1516" y="2431"/>
                  </a:cubicBezTo>
                  <a:cubicBezTo>
                    <a:pt x="1703" y="1606"/>
                    <a:pt x="2141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4201;p64">
              <a:extLst>
                <a:ext uri="{FF2B5EF4-FFF2-40B4-BE49-F238E27FC236}">
                  <a16:creationId xmlns:a16="http://schemas.microsoft.com/office/drawing/2014/main" id="{31CF0242-7931-FE1E-B3C0-9E84EF078521}"/>
                </a:ext>
              </a:extLst>
            </p:cNvPr>
            <p:cNvSpPr/>
            <p:nvPr/>
          </p:nvSpPr>
          <p:spPr>
            <a:xfrm>
              <a:off x="3932125" y="3875200"/>
              <a:ext cx="57575" cy="127325"/>
            </a:xfrm>
            <a:custGeom>
              <a:avLst/>
              <a:gdLst/>
              <a:ahLst/>
              <a:cxnLst/>
              <a:rect l="l" t="t" r="r" b="b"/>
              <a:pathLst>
                <a:path w="2303" h="5093" extrusionOk="0">
                  <a:moveTo>
                    <a:pt x="1825" y="550"/>
                  </a:moveTo>
                  <a:cubicBezTo>
                    <a:pt x="1825" y="554"/>
                    <a:pt x="1825" y="558"/>
                    <a:pt x="1825" y="562"/>
                  </a:cubicBezTo>
                  <a:cubicBezTo>
                    <a:pt x="1825" y="787"/>
                    <a:pt x="1769" y="1151"/>
                    <a:pt x="1684" y="1545"/>
                  </a:cubicBezTo>
                  <a:cubicBezTo>
                    <a:pt x="1600" y="1909"/>
                    <a:pt x="1516" y="2303"/>
                    <a:pt x="1432" y="2611"/>
                  </a:cubicBezTo>
                  <a:cubicBezTo>
                    <a:pt x="1348" y="2976"/>
                    <a:pt x="1039" y="3538"/>
                    <a:pt x="730" y="3959"/>
                  </a:cubicBezTo>
                  <a:cubicBezTo>
                    <a:pt x="659" y="4072"/>
                    <a:pt x="581" y="4171"/>
                    <a:pt x="507" y="4260"/>
                  </a:cubicBezTo>
                  <a:lnTo>
                    <a:pt x="507" y="4260"/>
                  </a:lnTo>
                  <a:cubicBezTo>
                    <a:pt x="506" y="4253"/>
                    <a:pt x="506" y="4246"/>
                    <a:pt x="505" y="4240"/>
                  </a:cubicBezTo>
                  <a:cubicBezTo>
                    <a:pt x="505" y="3875"/>
                    <a:pt x="477" y="3369"/>
                    <a:pt x="477" y="2948"/>
                  </a:cubicBezTo>
                  <a:cubicBezTo>
                    <a:pt x="477" y="2499"/>
                    <a:pt x="505" y="2078"/>
                    <a:pt x="562" y="1853"/>
                  </a:cubicBezTo>
                  <a:cubicBezTo>
                    <a:pt x="590" y="1685"/>
                    <a:pt x="646" y="1629"/>
                    <a:pt x="674" y="1601"/>
                  </a:cubicBezTo>
                  <a:cubicBezTo>
                    <a:pt x="730" y="1573"/>
                    <a:pt x="758" y="1545"/>
                    <a:pt x="814" y="1545"/>
                  </a:cubicBezTo>
                  <a:cubicBezTo>
                    <a:pt x="870" y="1545"/>
                    <a:pt x="955" y="1573"/>
                    <a:pt x="1011" y="1573"/>
                  </a:cubicBezTo>
                  <a:lnTo>
                    <a:pt x="1067" y="1601"/>
                  </a:lnTo>
                  <a:lnTo>
                    <a:pt x="1067" y="1629"/>
                  </a:lnTo>
                  <a:cubicBezTo>
                    <a:pt x="1095" y="1643"/>
                    <a:pt x="1130" y="1650"/>
                    <a:pt x="1169" y="1650"/>
                  </a:cubicBezTo>
                  <a:cubicBezTo>
                    <a:pt x="1207" y="1650"/>
                    <a:pt x="1249" y="1643"/>
                    <a:pt x="1291" y="1629"/>
                  </a:cubicBezTo>
                  <a:cubicBezTo>
                    <a:pt x="1348" y="1601"/>
                    <a:pt x="1404" y="1545"/>
                    <a:pt x="1404" y="1460"/>
                  </a:cubicBezTo>
                  <a:lnTo>
                    <a:pt x="1432" y="1432"/>
                  </a:lnTo>
                  <a:cubicBezTo>
                    <a:pt x="1432" y="1348"/>
                    <a:pt x="1488" y="1123"/>
                    <a:pt x="1600" y="899"/>
                  </a:cubicBezTo>
                  <a:cubicBezTo>
                    <a:pt x="1658" y="764"/>
                    <a:pt x="1742" y="630"/>
                    <a:pt x="1825" y="550"/>
                  </a:cubicBezTo>
                  <a:close/>
                  <a:moveTo>
                    <a:pt x="1937" y="0"/>
                  </a:moveTo>
                  <a:cubicBezTo>
                    <a:pt x="1881" y="0"/>
                    <a:pt x="1825" y="28"/>
                    <a:pt x="1769" y="57"/>
                  </a:cubicBezTo>
                  <a:cubicBezTo>
                    <a:pt x="1600" y="113"/>
                    <a:pt x="1460" y="253"/>
                    <a:pt x="1376" y="393"/>
                  </a:cubicBezTo>
                  <a:cubicBezTo>
                    <a:pt x="1195" y="623"/>
                    <a:pt x="1082" y="910"/>
                    <a:pt x="1019" y="1115"/>
                  </a:cubicBezTo>
                  <a:lnTo>
                    <a:pt x="1019" y="1115"/>
                  </a:lnTo>
                  <a:cubicBezTo>
                    <a:pt x="958" y="1103"/>
                    <a:pt x="889" y="1095"/>
                    <a:pt x="814" y="1095"/>
                  </a:cubicBezTo>
                  <a:cubicBezTo>
                    <a:pt x="702" y="1095"/>
                    <a:pt x="533" y="1123"/>
                    <a:pt x="393" y="1236"/>
                  </a:cubicBezTo>
                  <a:cubicBezTo>
                    <a:pt x="253" y="1348"/>
                    <a:pt x="140" y="1516"/>
                    <a:pt x="84" y="1741"/>
                  </a:cubicBezTo>
                  <a:cubicBezTo>
                    <a:pt x="28" y="2050"/>
                    <a:pt x="0" y="2471"/>
                    <a:pt x="0" y="2948"/>
                  </a:cubicBezTo>
                  <a:cubicBezTo>
                    <a:pt x="0" y="3847"/>
                    <a:pt x="84" y="4885"/>
                    <a:pt x="84" y="4885"/>
                  </a:cubicBezTo>
                  <a:cubicBezTo>
                    <a:pt x="84" y="4998"/>
                    <a:pt x="168" y="5054"/>
                    <a:pt x="253" y="5082"/>
                  </a:cubicBezTo>
                  <a:cubicBezTo>
                    <a:pt x="275" y="5089"/>
                    <a:pt x="300" y="5093"/>
                    <a:pt x="325" y="5093"/>
                  </a:cubicBezTo>
                  <a:cubicBezTo>
                    <a:pt x="393" y="5093"/>
                    <a:pt x="464" y="5067"/>
                    <a:pt x="505" y="5026"/>
                  </a:cubicBezTo>
                  <a:cubicBezTo>
                    <a:pt x="505" y="5026"/>
                    <a:pt x="786" y="4689"/>
                    <a:pt x="1123" y="4212"/>
                  </a:cubicBezTo>
                  <a:cubicBezTo>
                    <a:pt x="1432" y="3762"/>
                    <a:pt x="1769" y="3201"/>
                    <a:pt x="1881" y="2724"/>
                  </a:cubicBezTo>
                  <a:cubicBezTo>
                    <a:pt x="1965" y="2415"/>
                    <a:pt x="2049" y="2022"/>
                    <a:pt x="2134" y="1629"/>
                  </a:cubicBezTo>
                  <a:cubicBezTo>
                    <a:pt x="2218" y="1236"/>
                    <a:pt x="2302" y="843"/>
                    <a:pt x="2302" y="562"/>
                  </a:cubicBezTo>
                  <a:cubicBezTo>
                    <a:pt x="2302" y="450"/>
                    <a:pt x="2302" y="337"/>
                    <a:pt x="2246" y="253"/>
                  </a:cubicBezTo>
                  <a:cubicBezTo>
                    <a:pt x="2218" y="197"/>
                    <a:pt x="2190" y="141"/>
                    <a:pt x="2134" y="85"/>
                  </a:cubicBezTo>
                  <a:cubicBezTo>
                    <a:pt x="2078" y="28"/>
                    <a:pt x="1993" y="0"/>
                    <a:pt x="1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4202;p64">
              <a:extLst>
                <a:ext uri="{FF2B5EF4-FFF2-40B4-BE49-F238E27FC236}">
                  <a16:creationId xmlns:a16="http://schemas.microsoft.com/office/drawing/2014/main" id="{5BCA2AED-7C98-B3D6-93BC-2A33A0E6B39A}"/>
                </a:ext>
              </a:extLst>
            </p:cNvPr>
            <p:cNvSpPr/>
            <p:nvPr/>
          </p:nvSpPr>
          <p:spPr>
            <a:xfrm>
              <a:off x="3952475" y="3904550"/>
              <a:ext cx="18275" cy="72300"/>
            </a:xfrm>
            <a:custGeom>
              <a:avLst/>
              <a:gdLst/>
              <a:ahLst/>
              <a:cxnLst/>
              <a:rect l="l" t="t" r="r" b="b"/>
              <a:pathLst>
                <a:path w="731" h="2892" extrusionOk="0">
                  <a:moveTo>
                    <a:pt x="363" y="0"/>
                  </a:moveTo>
                  <a:cubicBezTo>
                    <a:pt x="345" y="0"/>
                    <a:pt x="327" y="2"/>
                    <a:pt x="309" y="6"/>
                  </a:cubicBezTo>
                  <a:cubicBezTo>
                    <a:pt x="197" y="34"/>
                    <a:pt x="112" y="174"/>
                    <a:pt x="141" y="286"/>
                  </a:cubicBezTo>
                  <a:lnTo>
                    <a:pt x="141" y="314"/>
                  </a:lnTo>
                  <a:cubicBezTo>
                    <a:pt x="169" y="427"/>
                    <a:pt x="253" y="876"/>
                    <a:pt x="253" y="1409"/>
                  </a:cubicBezTo>
                  <a:cubicBezTo>
                    <a:pt x="253" y="1802"/>
                    <a:pt x="197" y="2252"/>
                    <a:pt x="56" y="2560"/>
                  </a:cubicBezTo>
                  <a:cubicBezTo>
                    <a:pt x="0" y="2701"/>
                    <a:pt x="56" y="2841"/>
                    <a:pt x="197" y="2869"/>
                  </a:cubicBezTo>
                  <a:cubicBezTo>
                    <a:pt x="227" y="2884"/>
                    <a:pt x="259" y="2891"/>
                    <a:pt x="291" y="2891"/>
                  </a:cubicBezTo>
                  <a:cubicBezTo>
                    <a:pt x="378" y="2891"/>
                    <a:pt x="464" y="2839"/>
                    <a:pt x="506" y="2757"/>
                  </a:cubicBezTo>
                  <a:cubicBezTo>
                    <a:pt x="674" y="2336"/>
                    <a:pt x="730" y="1858"/>
                    <a:pt x="730" y="1409"/>
                  </a:cubicBezTo>
                  <a:cubicBezTo>
                    <a:pt x="730" y="764"/>
                    <a:pt x="590" y="202"/>
                    <a:pt x="590" y="174"/>
                  </a:cubicBezTo>
                  <a:cubicBezTo>
                    <a:pt x="565" y="76"/>
                    <a:pt x="477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4203;p64">
              <a:extLst>
                <a:ext uri="{FF2B5EF4-FFF2-40B4-BE49-F238E27FC236}">
                  <a16:creationId xmlns:a16="http://schemas.microsoft.com/office/drawing/2014/main" id="{D573BB24-B675-D92A-2A0F-52A8A7C058E4}"/>
                </a:ext>
              </a:extLst>
            </p:cNvPr>
            <p:cNvSpPr/>
            <p:nvPr/>
          </p:nvSpPr>
          <p:spPr>
            <a:xfrm>
              <a:off x="4649425" y="3143050"/>
              <a:ext cx="18275" cy="224025"/>
            </a:xfrm>
            <a:custGeom>
              <a:avLst/>
              <a:gdLst/>
              <a:ahLst/>
              <a:cxnLst/>
              <a:rect l="l" t="t" r="r" b="b"/>
              <a:pathLst>
                <a:path w="731" h="8961" extrusionOk="0">
                  <a:moveTo>
                    <a:pt x="463" y="0"/>
                  </a:moveTo>
                  <a:cubicBezTo>
                    <a:pt x="343" y="0"/>
                    <a:pt x="253" y="103"/>
                    <a:pt x="253" y="229"/>
                  </a:cubicBezTo>
                  <a:lnTo>
                    <a:pt x="0" y="8708"/>
                  </a:lnTo>
                  <a:cubicBezTo>
                    <a:pt x="0" y="8848"/>
                    <a:pt x="113" y="8932"/>
                    <a:pt x="225" y="8960"/>
                  </a:cubicBezTo>
                  <a:cubicBezTo>
                    <a:pt x="365" y="8960"/>
                    <a:pt x="478" y="8848"/>
                    <a:pt x="478" y="8736"/>
                  </a:cubicBezTo>
                  <a:lnTo>
                    <a:pt x="730" y="229"/>
                  </a:lnTo>
                  <a:cubicBezTo>
                    <a:pt x="730" y="117"/>
                    <a:pt x="618" y="4"/>
                    <a:pt x="506" y="4"/>
                  </a:cubicBezTo>
                  <a:cubicBezTo>
                    <a:pt x="491" y="2"/>
                    <a:pt x="477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4204;p64">
              <a:extLst>
                <a:ext uri="{FF2B5EF4-FFF2-40B4-BE49-F238E27FC236}">
                  <a16:creationId xmlns:a16="http://schemas.microsoft.com/office/drawing/2014/main" id="{41C48308-1E52-6E3B-A7C5-00D79E1B58C4}"/>
                </a:ext>
              </a:extLst>
            </p:cNvPr>
            <p:cNvSpPr/>
            <p:nvPr/>
          </p:nvSpPr>
          <p:spPr>
            <a:xfrm>
              <a:off x="4652225" y="3168275"/>
              <a:ext cx="37925" cy="131550"/>
            </a:xfrm>
            <a:custGeom>
              <a:avLst/>
              <a:gdLst/>
              <a:ahLst/>
              <a:cxnLst/>
              <a:rect l="l" t="t" r="r" b="b"/>
              <a:pathLst>
                <a:path w="1517" h="5262" extrusionOk="0">
                  <a:moveTo>
                    <a:pt x="1276" y="1"/>
                  </a:moveTo>
                  <a:cubicBezTo>
                    <a:pt x="1174" y="1"/>
                    <a:pt x="1064" y="80"/>
                    <a:pt x="1039" y="203"/>
                  </a:cubicBezTo>
                  <a:lnTo>
                    <a:pt x="29" y="4975"/>
                  </a:lnTo>
                  <a:cubicBezTo>
                    <a:pt x="1" y="5116"/>
                    <a:pt x="85" y="5228"/>
                    <a:pt x="197" y="5256"/>
                  </a:cubicBezTo>
                  <a:cubicBezTo>
                    <a:pt x="216" y="5260"/>
                    <a:pt x="234" y="5262"/>
                    <a:pt x="251" y="5262"/>
                  </a:cubicBezTo>
                  <a:cubicBezTo>
                    <a:pt x="366" y="5262"/>
                    <a:pt x="454" y="5185"/>
                    <a:pt x="478" y="5088"/>
                  </a:cubicBezTo>
                  <a:lnTo>
                    <a:pt x="1489" y="287"/>
                  </a:lnTo>
                  <a:cubicBezTo>
                    <a:pt x="1517" y="175"/>
                    <a:pt x="1461" y="34"/>
                    <a:pt x="1320" y="6"/>
                  </a:cubicBezTo>
                  <a:cubicBezTo>
                    <a:pt x="1306" y="2"/>
                    <a:pt x="1291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4205;p64">
              <a:extLst>
                <a:ext uri="{FF2B5EF4-FFF2-40B4-BE49-F238E27FC236}">
                  <a16:creationId xmlns:a16="http://schemas.microsoft.com/office/drawing/2014/main" id="{350FF681-69A4-0061-CF6F-1CFB361BB418}"/>
                </a:ext>
              </a:extLst>
            </p:cNvPr>
            <p:cNvSpPr/>
            <p:nvPr/>
          </p:nvSpPr>
          <p:spPr>
            <a:xfrm>
              <a:off x="3982650" y="3160575"/>
              <a:ext cx="18275" cy="252825"/>
            </a:xfrm>
            <a:custGeom>
              <a:avLst/>
              <a:gdLst/>
              <a:ahLst/>
              <a:cxnLst/>
              <a:rect l="l" t="t" r="r" b="b"/>
              <a:pathLst>
                <a:path w="731" h="10113" extrusionOk="0">
                  <a:moveTo>
                    <a:pt x="260" y="1"/>
                  </a:moveTo>
                  <a:cubicBezTo>
                    <a:pt x="248" y="1"/>
                    <a:pt x="237" y="2"/>
                    <a:pt x="225" y="5"/>
                  </a:cubicBezTo>
                  <a:cubicBezTo>
                    <a:pt x="85" y="5"/>
                    <a:pt x="0" y="118"/>
                    <a:pt x="0" y="230"/>
                  </a:cubicBezTo>
                  <a:lnTo>
                    <a:pt x="253" y="9860"/>
                  </a:lnTo>
                  <a:cubicBezTo>
                    <a:pt x="253" y="10000"/>
                    <a:pt x="365" y="10112"/>
                    <a:pt x="478" y="10112"/>
                  </a:cubicBezTo>
                  <a:cubicBezTo>
                    <a:pt x="618" y="10084"/>
                    <a:pt x="730" y="10000"/>
                    <a:pt x="730" y="9860"/>
                  </a:cubicBezTo>
                  <a:lnTo>
                    <a:pt x="450" y="230"/>
                  </a:lnTo>
                  <a:cubicBezTo>
                    <a:pt x="450" y="104"/>
                    <a:pt x="36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4206;p64">
              <a:extLst>
                <a:ext uri="{FF2B5EF4-FFF2-40B4-BE49-F238E27FC236}">
                  <a16:creationId xmlns:a16="http://schemas.microsoft.com/office/drawing/2014/main" id="{C2BB8440-F648-D4BD-038F-49CF1B4091CD}"/>
                </a:ext>
              </a:extLst>
            </p:cNvPr>
            <p:cNvSpPr/>
            <p:nvPr/>
          </p:nvSpPr>
          <p:spPr>
            <a:xfrm>
              <a:off x="2591550" y="5031175"/>
              <a:ext cx="1179850" cy="346750"/>
            </a:xfrm>
            <a:custGeom>
              <a:avLst/>
              <a:gdLst/>
              <a:ahLst/>
              <a:cxnLst/>
              <a:rect l="l" t="t" r="r" b="b"/>
              <a:pathLst>
                <a:path w="47194" h="13870" extrusionOk="0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4207;p64">
              <a:extLst>
                <a:ext uri="{FF2B5EF4-FFF2-40B4-BE49-F238E27FC236}">
                  <a16:creationId xmlns:a16="http://schemas.microsoft.com/office/drawing/2014/main" id="{96F180A5-D0CB-3DCC-F5E9-CAF58B8A3742}"/>
                </a:ext>
              </a:extLst>
            </p:cNvPr>
            <p:cNvSpPr/>
            <p:nvPr/>
          </p:nvSpPr>
          <p:spPr>
            <a:xfrm>
              <a:off x="2591550" y="5031175"/>
              <a:ext cx="1179850" cy="346750"/>
            </a:xfrm>
            <a:custGeom>
              <a:avLst/>
              <a:gdLst/>
              <a:ahLst/>
              <a:cxnLst/>
              <a:rect l="l" t="t" r="r" b="b"/>
              <a:pathLst>
                <a:path w="47194" h="13870" extrusionOk="0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4208;p64">
              <a:extLst>
                <a:ext uri="{FF2B5EF4-FFF2-40B4-BE49-F238E27FC236}">
                  <a16:creationId xmlns:a16="http://schemas.microsoft.com/office/drawing/2014/main" id="{C3073083-495D-E2EA-999E-8A63FDC90BC6}"/>
                </a:ext>
              </a:extLst>
            </p:cNvPr>
            <p:cNvSpPr/>
            <p:nvPr/>
          </p:nvSpPr>
          <p:spPr>
            <a:xfrm>
              <a:off x="3400100" y="2659400"/>
              <a:ext cx="126350" cy="233900"/>
            </a:xfrm>
            <a:custGeom>
              <a:avLst/>
              <a:gdLst/>
              <a:ahLst/>
              <a:cxnLst/>
              <a:rect l="l" t="t" r="r" b="b"/>
              <a:pathLst>
                <a:path w="5054" h="9356" extrusionOk="0">
                  <a:moveTo>
                    <a:pt x="1156" y="1"/>
                  </a:moveTo>
                  <a:cubicBezTo>
                    <a:pt x="1015" y="1"/>
                    <a:pt x="904" y="7"/>
                    <a:pt x="843" y="7"/>
                  </a:cubicBezTo>
                  <a:cubicBezTo>
                    <a:pt x="618" y="7"/>
                    <a:pt x="393" y="147"/>
                    <a:pt x="674" y="540"/>
                  </a:cubicBezTo>
                  <a:cubicBezTo>
                    <a:pt x="983" y="905"/>
                    <a:pt x="1881" y="990"/>
                    <a:pt x="1881" y="1355"/>
                  </a:cubicBezTo>
                  <a:lnTo>
                    <a:pt x="1881" y="3713"/>
                  </a:lnTo>
                  <a:cubicBezTo>
                    <a:pt x="1881" y="3713"/>
                    <a:pt x="1516" y="2646"/>
                    <a:pt x="1292" y="2028"/>
                  </a:cubicBezTo>
                  <a:cubicBezTo>
                    <a:pt x="1135" y="1618"/>
                    <a:pt x="653" y="1384"/>
                    <a:pt x="345" y="1384"/>
                  </a:cubicBezTo>
                  <a:cubicBezTo>
                    <a:pt x="211" y="1384"/>
                    <a:pt x="110" y="1429"/>
                    <a:pt x="85" y="1523"/>
                  </a:cubicBezTo>
                  <a:cubicBezTo>
                    <a:pt x="0" y="1804"/>
                    <a:pt x="534" y="2337"/>
                    <a:pt x="758" y="3179"/>
                  </a:cubicBezTo>
                  <a:cubicBezTo>
                    <a:pt x="983" y="3994"/>
                    <a:pt x="899" y="5594"/>
                    <a:pt x="899" y="5594"/>
                  </a:cubicBezTo>
                  <a:cubicBezTo>
                    <a:pt x="899" y="5594"/>
                    <a:pt x="843" y="6492"/>
                    <a:pt x="1516" y="7250"/>
                  </a:cubicBezTo>
                  <a:cubicBezTo>
                    <a:pt x="2190" y="8008"/>
                    <a:pt x="3482" y="9356"/>
                    <a:pt x="3482" y="9356"/>
                  </a:cubicBezTo>
                  <a:lnTo>
                    <a:pt x="5054" y="8149"/>
                  </a:lnTo>
                  <a:cubicBezTo>
                    <a:pt x="5054" y="8149"/>
                    <a:pt x="4520" y="6801"/>
                    <a:pt x="4689" y="6127"/>
                  </a:cubicBezTo>
                  <a:cubicBezTo>
                    <a:pt x="4829" y="5425"/>
                    <a:pt x="4913" y="4387"/>
                    <a:pt x="4520" y="3544"/>
                  </a:cubicBezTo>
                  <a:cubicBezTo>
                    <a:pt x="4155" y="2730"/>
                    <a:pt x="2948" y="2562"/>
                    <a:pt x="2948" y="2562"/>
                  </a:cubicBezTo>
                  <a:cubicBezTo>
                    <a:pt x="2948" y="2562"/>
                    <a:pt x="3032" y="2281"/>
                    <a:pt x="3032" y="1888"/>
                  </a:cubicBezTo>
                  <a:cubicBezTo>
                    <a:pt x="3032" y="1523"/>
                    <a:pt x="3032" y="821"/>
                    <a:pt x="2499" y="372"/>
                  </a:cubicBezTo>
                  <a:cubicBezTo>
                    <a:pt x="2111" y="45"/>
                    <a:pt x="1530" y="1"/>
                    <a:pt x="1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4209;p64">
              <a:extLst>
                <a:ext uri="{FF2B5EF4-FFF2-40B4-BE49-F238E27FC236}">
                  <a16:creationId xmlns:a16="http://schemas.microsoft.com/office/drawing/2014/main" id="{A810267D-E2D0-E9BA-14E3-B7A32F02D1BA}"/>
                </a:ext>
              </a:extLst>
            </p:cNvPr>
            <p:cNvSpPr/>
            <p:nvPr/>
          </p:nvSpPr>
          <p:spPr>
            <a:xfrm>
              <a:off x="3395875" y="2653250"/>
              <a:ext cx="136900" cy="245950"/>
            </a:xfrm>
            <a:custGeom>
              <a:avLst/>
              <a:gdLst/>
              <a:ahLst/>
              <a:cxnLst/>
              <a:rect l="l" t="t" r="r" b="b"/>
              <a:pathLst>
                <a:path w="5476" h="9838" extrusionOk="0">
                  <a:moveTo>
                    <a:pt x="1292" y="478"/>
                  </a:moveTo>
                  <a:cubicBezTo>
                    <a:pt x="1461" y="478"/>
                    <a:pt x="1685" y="478"/>
                    <a:pt x="1910" y="534"/>
                  </a:cubicBezTo>
                  <a:cubicBezTo>
                    <a:pt x="2135" y="590"/>
                    <a:pt x="2359" y="674"/>
                    <a:pt x="2500" y="814"/>
                  </a:cubicBezTo>
                  <a:cubicBezTo>
                    <a:pt x="2724" y="983"/>
                    <a:pt x="2836" y="1236"/>
                    <a:pt x="2893" y="1460"/>
                  </a:cubicBezTo>
                  <a:cubicBezTo>
                    <a:pt x="2949" y="1713"/>
                    <a:pt x="2949" y="1937"/>
                    <a:pt x="2949" y="2134"/>
                  </a:cubicBezTo>
                  <a:cubicBezTo>
                    <a:pt x="2949" y="2302"/>
                    <a:pt x="2949" y="2471"/>
                    <a:pt x="2921" y="2583"/>
                  </a:cubicBezTo>
                  <a:cubicBezTo>
                    <a:pt x="2921" y="2639"/>
                    <a:pt x="2921" y="2695"/>
                    <a:pt x="2893" y="2724"/>
                  </a:cubicBezTo>
                  <a:lnTo>
                    <a:pt x="2893" y="2752"/>
                  </a:lnTo>
                  <a:cubicBezTo>
                    <a:pt x="2865" y="2836"/>
                    <a:pt x="2893" y="2892"/>
                    <a:pt x="2921" y="2948"/>
                  </a:cubicBezTo>
                  <a:cubicBezTo>
                    <a:pt x="2977" y="3004"/>
                    <a:pt x="3033" y="3032"/>
                    <a:pt x="3089" y="3060"/>
                  </a:cubicBezTo>
                  <a:cubicBezTo>
                    <a:pt x="3145" y="3060"/>
                    <a:pt x="3426" y="3117"/>
                    <a:pt x="3735" y="3229"/>
                  </a:cubicBezTo>
                  <a:cubicBezTo>
                    <a:pt x="4044" y="3369"/>
                    <a:pt x="4352" y="3594"/>
                    <a:pt x="4493" y="3903"/>
                  </a:cubicBezTo>
                  <a:cubicBezTo>
                    <a:pt x="4661" y="4296"/>
                    <a:pt x="4746" y="4773"/>
                    <a:pt x="4746" y="5222"/>
                  </a:cubicBezTo>
                  <a:cubicBezTo>
                    <a:pt x="4746" y="5643"/>
                    <a:pt x="4689" y="6008"/>
                    <a:pt x="4633" y="6317"/>
                  </a:cubicBezTo>
                  <a:cubicBezTo>
                    <a:pt x="4605" y="6429"/>
                    <a:pt x="4605" y="6542"/>
                    <a:pt x="4605" y="6654"/>
                  </a:cubicBezTo>
                  <a:cubicBezTo>
                    <a:pt x="4605" y="7047"/>
                    <a:pt x="4689" y="7496"/>
                    <a:pt x="4802" y="7861"/>
                  </a:cubicBezTo>
                  <a:cubicBezTo>
                    <a:pt x="4861" y="8055"/>
                    <a:pt x="4913" y="8217"/>
                    <a:pt x="4952" y="8326"/>
                  </a:cubicBezTo>
                  <a:lnTo>
                    <a:pt x="4952" y="8326"/>
                  </a:lnTo>
                  <a:lnTo>
                    <a:pt x="3676" y="9306"/>
                  </a:lnTo>
                  <a:lnTo>
                    <a:pt x="3676" y="9306"/>
                  </a:lnTo>
                  <a:cubicBezTo>
                    <a:pt x="3541" y="9161"/>
                    <a:pt x="3325" y="8928"/>
                    <a:pt x="3089" y="8675"/>
                  </a:cubicBezTo>
                  <a:cubicBezTo>
                    <a:pt x="2696" y="8254"/>
                    <a:pt x="2191" y="7721"/>
                    <a:pt x="1854" y="7328"/>
                  </a:cubicBezTo>
                  <a:cubicBezTo>
                    <a:pt x="1348" y="6794"/>
                    <a:pt x="1320" y="6121"/>
                    <a:pt x="1320" y="5924"/>
                  </a:cubicBezTo>
                  <a:lnTo>
                    <a:pt x="1320" y="5868"/>
                  </a:lnTo>
                  <a:lnTo>
                    <a:pt x="1320" y="5840"/>
                  </a:lnTo>
                  <a:cubicBezTo>
                    <a:pt x="1320" y="5840"/>
                    <a:pt x="1320" y="5587"/>
                    <a:pt x="1320" y="5222"/>
                  </a:cubicBezTo>
                  <a:cubicBezTo>
                    <a:pt x="1320" y="4689"/>
                    <a:pt x="1292" y="3903"/>
                    <a:pt x="1152" y="3369"/>
                  </a:cubicBezTo>
                  <a:cubicBezTo>
                    <a:pt x="1040" y="2948"/>
                    <a:pt x="843" y="2611"/>
                    <a:pt x="703" y="2330"/>
                  </a:cubicBezTo>
                  <a:cubicBezTo>
                    <a:pt x="647" y="2190"/>
                    <a:pt x="562" y="2078"/>
                    <a:pt x="534" y="1994"/>
                  </a:cubicBezTo>
                  <a:cubicBezTo>
                    <a:pt x="498" y="1939"/>
                    <a:pt x="485" y="1885"/>
                    <a:pt x="481" y="1853"/>
                  </a:cubicBezTo>
                  <a:lnTo>
                    <a:pt x="506" y="1853"/>
                  </a:lnTo>
                  <a:cubicBezTo>
                    <a:pt x="590" y="1853"/>
                    <a:pt x="759" y="1909"/>
                    <a:pt x="899" y="1994"/>
                  </a:cubicBezTo>
                  <a:cubicBezTo>
                    <a:pt x="1068" y="2078"/>
                    <a:pt x="1180" y="2218"/>
                    <a:pt x="1236" y="2359"/>
                  </a:cubicBezTo>
                  <a:cubicBezTo>
                    <a:pt x="1348" y="2667"/>
                    <a:pt x="1489" y="3088"/>
                    <a:pt x="1629" y="3425"/>
                  </a:cubicBezTo>
                  <a:cubicBezTo>
                    <a:pt x="1707" y="3660"/>
                    <a:pt x="1785" y="3853"/>
                    <a:pt x="1826" y="3949"/>
                  </a:cubicBezTo>
                  <a:lnTo>
                    <a:pt x="1826" y="3949"/>
                  </a:lnTo>
                  <a:lnTo>
                    <a:pt x="1826" y="3959"/>
                  </a:lnTo>
                  <a:lnTo>
                    <a:pt x="1830" y="3959"/>
                  </a:lnTo>
                  <a:cubicBezTo>
                    <a:pt x="1845" y="3995"/>
                    <a:pt x="1854" y="4015"/>
                    <a:pt x="1854" y="4015"/>
                  </a:cubicBezTo>
                  <a:cubicBezTo>
                    <a:pt x="1882" y="4127"/>
                    <a:pt x="1994" y="4183"/>
                    <a:pt x="2107" y="4183"/>
                  </a:cubicBezTo>
                  <a:cubicBezTo>
                    <a:pt x="2219" y="4155"/>
                    <a:pt x="2303" y="4071"/>
                    <a:pt x="2303" y="3959"/>
                  </a:cubicBezTo>
                  <a:lnTo>
                    <a:pt x="2303" y="1601"/>
                  </a:lnTo>
                  <a:cubicBezTo>
                    <a:pt x="2303" y="1516"/>
                    <a:pt x="2275" y="1432"/>
                    <a:pt x="2219" y="1348"/>
                  </a:cubicBezTo>
                  <a:cubicBezTo>
                    <a:pt x="2135" y="1236"/>
                    <a:pt x="2022" y="1151"/>
                    <a:pt x="1910" y="1095"/>
                  </a:cubicBezTo>
                  <a:cubicBezTo>
                    <a:pt x="1742" y="1011"/>
                    <a:pt x="1545" y="927"/>
                    <a:pt x="1377" y="871"/>
                  </a:cubicBezTo>
                  <a:cubicBezTo>
                    <a:pt x="1236" y="786"/>
                    <a:pt x="1096" y="702"/>
                    <a:pt x="1040" y="618"/>
                  </a:cubicBezTo>
                  <a:cubicBezTo>
                    <a:pt x="984" y="590"/>
                    <a:pt x="955" y="534"/>
                    <a:pt x="955" y="506"/>
                  </a:cubicBezTo>
                  <a:lnTo>
                    <a:pt x="948" y="499"/>
                  </a:lnTo>
                  <a:lnTo>
                    <a:pt x="948" y="499"/>
                  </a:lnTo>
                  <a:lnTo>
                    <a:pt x="1012" y="478"/>
                  </a:lnTo>
                  <a:close/>
                  <a:moveTo>
                    <a:pt x="1292" y="0"/>
                  </a:moveTo>
                  <a:cubicBezTo>
                    <a:pt x="1152" y="0"/>
                    <a:pt x="1040" y="28"/>
                    <a:pt x="1012" y="28"/>
                  </a:cubicBezTo>
                  <a:cubicBezTo>
                    <a:pt x="899" y="28"/>
                    <a:pt x="787" y="28"/>
                    <a:pt x="675" y="113"/>
                  </a:cubicBezTo>
                  <a:cubicBezTo>
                    <a:pt x="562" y="169"/>
                    <a:pt x="478" y="309"/>
                    <a:pt x="478" y="478"/>
                  </a:cubicBezTo>
                  <a:cubicBezTo>
                    <a:pt x="478" y="618"/>
                    <a:pt x="562" y="758"/>
                    <a:pt x="675" y="927"/>
                  </a:cubicBezTo>
                  <a:cubicBezTo>
                    <a:pt x="787" y="1067"/>
                    <a:pt x="927" y="1151"/>
                    <a:pt x="1068" y="1207"/>
                  </a:cubicBezTo>
                  <a:cubicBezTo>
                    <a:pt x="1264" y="1320"/>
                    <a:pt x="1489" y="1404"/>
                    <a:pt x="1657" y="1488"/>
                  </a:cubicBezTo>
                  <a:cubicBezTo>
                    <a:pt x="1742" y="1516"/>
                    <a:pt x="1798" y="1572"/>
                    <a:pt x="1798" y="1601"/>
                  </a:cubicBezTo>
                  <a:lnTo>
                    <a:pt x="1826" y="1601"/>
                  </a:lnTo>
                  <a:lnTo>
                    <a:pt x="1826" y="2597"/>
                  </a:lnTo>
                  <a:lnTo>
                    <a:pt x="1826" y="2597"/>
                  </a:lnTo>
                  <a:cubicBezTo>
                    <a:pt x="1776" y="2460"/>
                    <a:pt x="1728" y="2331"/>
                    <a:pt x="1685" y="2218"/>
                  </a:cubicBezTo>
                  <a:cubicBezTo>
                    <a:pt x="1573" y="1937"/>
                    <a:pt x="1377" y="1741"/>
                    <a:pt x="1152" y="1601"/>
                  </a:cubicBezTo>
                  <a:cubicBezTo>
                    <a:pt x="927" y="1460"/>
                    <a:pt x="703" y="1404"/>
                    <a:pt x="506" y="1404"/>
                  </a:cubicBezTo>
                  <a:cubicBezTo>
                    <a:pt x="394" y="1404"/>
                    <a:pt x="310" y="1404"/>
                    <a:pt x="226" y="1460"/>
                  </a:cubicBezTo>
                  <a:cubicBezTo>
                    <a:pt x="147" y="1486"/>
                    <a:pt x="68" y="1562"/>
                    <a:pt x="35" y="1687"/>
                  </a:cubicBezTo>
                  <a:lnTo>
                    <a:pt x="35" y="1687"/>
                  </a:lnTo>
                  <a:lnTo>
                    <a:pt x="29" y="1685"/>
                  </a:lnTo>
                  <a:cubicBezTo>
                    <a:pt x="1" y="1741"/>
                    <a:pt x="1" y="1797"/>
                    <a:pt x="1" y="1825"/>
                  </a:cubicBezTo>
                  <a:cubicBezTo>
                    <a:pt x="1" y="1965"/>
                    <a:pt x="57" y="2078"/>
                    <a:pt x="113" y="2190"/>
                  </a:cubicBezTo>
                  <a:cubicBezTo>
                    <a:pt x="282" y="2527"/>
                    <a:pt x="562" y="2948"/>
                    <a:pt x="703" y="3482"/>
                  </a:cubicBezTo>
                  <a:cubicBezTo>
                    <a:pt x="815" y="3931"/>
                    <a:pt x="871" y="4689"/>
                    <a:pt x="871" y="5222"/>
                  </a:cubicBezTo>
                  <a:cubicBezTo>
                    <a:pt x="871" y="5391"/>
                    <a:pt x="843" y="5559"/>
                    <a:pt x="843" y="5643"/>
                  </a:cubicBezTo>
                  <a:cubicBezTo>
                    <a:pt x="843" y="5756"/>
                    <a:pt x="843" y="5812"/>
                    <a:pt x="843" y="5812"/>
                  </a:cubicBezTo>
                  <a:cubicBezTo>
                    <a:pt x="843" y="5812"/>
                    <a:pt x="843" y="5868"/>
                    <a:pt x="843" y="5924"/>
                  </a:cubicBezTo>
                  <a:cubicBezTo>
                    <a:pt x="843" y="6177"/>
                    <a:pt x="899" y="6963"/>
                    <a:pt x="1517" y="7665"/>
                  </a:cubicBezTo>
                  <a:cubicBezTo>
                    <a:pt x="2191" y="8423"/>
                    <a:pt x="3482" y="9770"/>
                    <a:pt x="3482" y="9770"/>
                  </a:cubicBezTo>
                  <a:cubicBezTo>
                    <a:pt x="3529" y="9817"/>
                    <a:pt x="3592" y="9837"/>
                    <a:pt x="3654" y="9837"/>
                  </a:cubicBezTo>
                  <a:cubicBezTo>
                    <a:pt x="3704" y="9837"/>
                    <a:pt x="3753" y="9824"/>
                    <a:pt x="3791" y="9798"/>
                  </a:cubicBezTo>
                  <a:lnTo>
                    <a:pt x="5363" y="8591"/>
                  </a:lnTo>
                  <a:cubicBezTo>
                    <a:pt x="5447" y="8535"/>
                    <a:pt x="5475" y="8423"/>
                    <a:pt x="5447" y="8310"/>
                  </a:cubicBezTo>
                  <a:lnTo>
                    <a:pt x="5419" y="8282"/>
                  </a:lnTo>
                  <a:cubicBezTo>
                    <a:pt x="5391" y="8170"/>
                    <a:pt x="5307" y="7917"/>
                    <a:pt x="5223" y="7609"/>
                  </a:cubicBezTo>
                  <a:cubicBezTo>
                    <a:pt x="5139" y="7272"/>
                    <a:pt x="5054" y="6935"/>
                    <a:pt x="5054" y="6654"/>
                  </a:cubicBezTo>
                  <a:cubicBezTo>
                    <a:pt x="5054" y="6570"/>
                    <a:pt x="5054" y="6486"/>
                    <a:pt x="5082" y="6401"/>
                  </a:cubicBezTo>
                  <a:cubicBezTo>
                    <a:pt x="5167" y="6092"/>
                    <a:pt x="5223" y="5671"/>
                    <a:pt x="5223" y="5222"/>
                  </a:cubicBezTo>
                  <a:cubicBezTo>
                    <a:pt x="5223" y="4717"/>
                    <a:pt x="5139" y="4183"/>
                    <a:pt x="4914" y="3706"/>
                  </a:cubicBezTo>
                  <a:cubicBezTo>
                    <a:pt x="4689" y="3201"/>
                    <a:pt x="4240" y="2920"/>
                    <a:pt x="3847" y="2780"/>
                  </a:cubicBezTo>
                  <a:cubicBezTo>
                    <a:pt x="3674" y="2700"/>
                    <a:pt x="3513" y="2651"/>
                    <a:pt x="3389" y="2623"/>
                  </a:cubicBezTo>
                  <a:lnTo>
                    <a:pt x="3389" y="2623"/>
                  </a:lnTo>
                  <a:cubicBezTo>
                    <a:pt x="3408" y="2496"/>
                    <a:pt x="3426" y="2327"/>
                    <a:pt x="3426" y="2134"/>
                  </a:cubicBezTo>
                  <a:cubicBezTo>
                    <a:pt x="3426" y="1937"/>
                    <a:pt x="3426" y="1657"/>
                    <a:pt x="3342" y="1348"/>
                  </a:cubicBezTo>
                  <a:cubicBezTo>
                    <a:pt x="3286" y="1039"/>
                    <a:pt x="3117" y="702"/>
                    <a:pt x="2808" y="449"/>
                  </a:cubicBezTo>
                  <a:cubicBezTo>
                    <a:pt x="2584" y="253"/>
                    <a:pt x="2275" y="141"/>
                    <a:pt x="2022" y="84"/>
                  </a:cubicBezTo>
                  <a:cubicBezTo>
                    <a:pt x="1742" y="28"/>
                    <a:pt x="1489" y="0"/>
                    <a:pt x="1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4210;p64">
              <a:extLst>
                <a:ext uri="{FF2B5EF4-FFF2-40B4-BE49-F238E27FC236}">
                  <a16:creationId xmlns:a16="http://schemas.microsoft.com/office/drawing/2014/main" id="{5CA8981D-8A30-6E42-94B4-CB0683577D1A}"/>
                </a:ext>
              </a:extLst>
            </p:cNvPr>
            <p:cNvSpPr/>
            <p:nvPr/>
          </p:nvSpPr>
          <p:spPr>
            <a:xfrm>
              <a:off x="3487125" y="2863100"/>
              <a:ext cx="346050" cy="500625"/>
            </a:xfrm>
            <a:custGeom>
              <a:avLst/>
              <a:gdLst/>
              <a:ahLst/>
              <a:cxnLst/>
              <a:rect l="l" t="t" r="r" b="b"/>
              <a:pathLst>
                <a:path w="13842" h="20025" extrusionOk="0">
                  <a:moveTo>
                    <a:pt x="1573" y="1"/>
                  </a:moveTo>
                  <a:lnTo>
                    <a:pt x="1" y="1208"/>
                  </a:lnTo>
                  <a:cubicBezTo>
                    <a:pt x="1" y="1208"/>
                    <a:pt x="8732" y="19007"/>
                    <a:pt x="9546" y="19597"/>
                  </a:cubicBezTo>
                  <a:cubicBezTo>
                    <a:pt x="9893" y="19851"/>
                    <a:pt x="10274" y="20025"/>
                    <a:pt x="10686" y="20025"/>
                  </a:cubicBezTo>
                  <a:cubicBezTo>
                    <a:pt x="11273" y="20025"/>
                    <a:pt x="11925" y="19672"/>
                    <a:pt x="12634" y="18698"/>
                  </a:cubicBezTo>
                  <a:cubicBezTo>
                    <a:pt x="13841" y="17042"/>
                    <a:pt x="13701" y="15975"/>
                    <a:pt x="12859" y="14094"/>
                  </a:cubicBezTo>
                  <a:cubicBezTo>
                    <a:pt x="12045" y="12213"/>
                    <a:pt x="1573" y="1"/>
                    <a:pt x="1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4211;p64">
              <a:extLst>
                <a:ext uri="{FF2B5EF4-FFF2-40B4-BE49-F238E27FC236}">
                  <a16:creationId xmlns:a16="http://schemas.microsoft.com/office/drawing/2014/main" id="{E64C957F-8B18-5807-82B7-65F0E1635A2E}"/>
                </a:ext>
              </a:extLst>
            </p:cNvPr>
            <p:cNvSpPr/>
            <p:nvPr/>
          </p:nvSpPr>
          <p:spPr>
            <a:xfrm>
              <a:off x="3480800" y="2857400"/>
              <a:ext cx="350275" cy="512475"/>
            </a:xfrm>
            <a:custGeom>
              <a:avLst/>
              <a:gdLst/>
              <a:ahLst/>
              <a:cxnLst/>
              <a:rect l="l" t="t" r="r" b="b"/>
              <a:pathLst>
                <a:path w="14011" h="20499" extrusionOk="0">
                  <a:moveTo>
                    <a:pt x="1802" y="551"/>
                  </a:moveTo>
                  <a:cubicBezTo>
                    <a:pt x="1878" y="634"/>
                    <a:pt x="1981" y="752"/>
                    <a:pt x="2107" y="902"/>
                  </a:cubicBezTo>
                  <a:cubicBezTo>
                    <a:pt x="3117" y="2082"/>
                    <a:pt x="5644" y="5086"/>
                    <a:pt x="8002" y="7949"/>
                  </a:cubicBezTo>
                  <a:cubicBezTo>
                    <a:pt x="9181" y="9409"/>
                    <a:pt x="10332" y="10813"/>
                    <a:pt x="11231" y="11992"/>
                  </a:cubicBezTo>
                  <a:cubicBezTo>
                    <a:pt x="11680" y="12553"/>
                    <a:pt x="12045" y="13087"/>
                    <a:pt x="12354" y="13508"/>
                  </a:cubicBezTo>
                  <a:cubicBezTo>
                    <a:pt x="12635" y="13929"/>
                    <a:pt x="12831" y="14238"/>
                    <a:pt x="12915" y="14434"/>
                  </a:cubicBezTo>
                  <a:cubicBezTo>
                    <a:pt x="13308" y="15333"/>
                    <a:pt x="13533" y="16035"/>
                    <a:pt x="13533" y="16680"/>
                  </a:cubicBezTo>
                  <a:cubicBezTo>
                    <a:pt x="13533" y="17326"/>
                    <a:pt x="13308" y="17972"/>
                    <a:pt x="12719" y="18786"/>
                  </a:cubicBezTo>
                  <a:cubicBezTo>
                    <a:pt x="12354" y="19263"/>
                    <a:pt x="12045" y="19572"/>
                    <a:pt x="11736" y="19769"/>
                  </a:cubicBezTo>
                  <a:cubicBezTo>
                    <a:pt x="11455" y="19965"/>
                    <a:pt x="11175" y="20021"/>
                    <a:pt x="10950" y="20021"/>
                  </a:cubicBezTo>
                  <a:cubicBezTo>
                    <a:pt x="10585" y="20021"/>
                    <a:pt x="10248" y="19881"/>
                    <a:pt x="9939" y="19656"/>
                  </a:cubicBezTo>
                  <a:cubicBezTo>
                    <a:pt x="9939" y="19656"/>
                    <a:pt x="9911" y="19628"/>
                    <a:pt x="9883" y="19572"/>
                  </a:cubicBezTo>
                  <a:cubicBezTo>
                    <a:pt x="9715" y="19376"/>
                    <a:pt x="9462" y="18926"/>
                    <a:pt x="9097" y="18337"/>
                  </a:cubicBezTo>
                  <a:cubicBezTo>
                    <a:pt x="7890" y="16175"/>
                    <a:pt x="5728" y="11936"/>
                    <a:pt x="3875" y="8230"/>
                  </a:cubicBezTo>
                  <a:cubicBezTo>
                    <a:pt x="2949" y="6377"/>
                    <a:pt x="2078" y="4636"/>
                    <a:pt x="1461" y="3401"/>
                  </a:cubicBezTo>
                  <a:cubicBezTo>
                    <a:pt x="1152" y="2755"/>
                    <a:pt x="899" y="2250"/>
                    <a:pt x="731" y="1885"/>
                  </a:cubicBezTo>
                  <a:cubicBezTo>
                    <a:pt x="655" y="1732"/>
                    <a:pt x="590" y="1609"/>
                    <a:pt x="542" y="1519"/>
                  </a:cubicBezTo>
                  <a:lnTo>
                    <a:pt x="542" y="1519"/>
                  </a:lnTo>
                  <a:lnTo>
                    <a:pt x="1802" y="551"/>
                  </a:lnTo>
                  <a:close/>
                  <a:moveTo>
                    <a:pt x="1852" y="0"/>
                  </a:moveTo>
                  <a:cubicBezTo>
                    <a:pt x="1796" y="0"/>
                    <a:pt x="1738" y="21"/>
                    <a:pt x="1685" y="60"/>
                  </a:cubicBezTo>
                  <a:lnTo>
                    <a:pt x="113" y="1267"/>
                  </a:lnTo>
                  <a:cubicBezTo>
                    <a:pt x="29" y="1324"/>
                    <a:pt x="1" y="1436"/>
                    <a:pt x="29" y="1548"/>
                  </a:cubicBezTo>
                  <a:cubicBezTo>
                    <a:pt x="29" y="1548"/>
                    <a:pt x="2219" y="5984"/>
                    <a:pt x="4493" y="10532"/>
                  </a:cubicBezTo>
                  <a:cubicBezTo>
                    <a:pt x="5644" y="12778"/>
                    <a:pt x="6823" y="15052"/>
                    <a:pt x="7750" y="16821"/>
                  </a:cubicBezTo>
                  <a:cubicBezTo>
                    <a:pt x="8227" y="17691"/>
                    <a:pt x="8620" y="18449"/>
                    <a:pt x="8957" y="18983"/>
                  </a:cubicBezTo>
                  <a:cubicBezTo>
                    <a:pt x="9125" y="19263"/>
                    <a:pt x="9238" y="19488"/>
                    <a:pt x="9378" y="19656"/>
                  </a:cubicBezTo>
                  <a:cubicBezTo>
                    <a:pt x="9434" y="19741"/>
                    <a:pt x="9462" y="19825"/>
                    <a:pt x="9518" y="19881"/>
                  </a:cubicBezTo>
                  <a:cubicBezTo>
                    <a:pt x="9574" y="19937"/>
                    <a:pt x="9603" y="19993"/>
                    <a:pt x="9659" y="20021"/>
                  </a:cubicBezTo>
                  <a:cubicBezTo>
                    <a:pt x="10024" y="20302"/>
                    <a:pt x="10473" y="20499"/>
                    <a:pt x="10950" y="20499"/>
                  </a:cubicBezTo>
                  <a:cubicBezTo>
                    <a:pt x="11287" y="20499"/>
                    <a:pt x="11652" y="20386"/>
                    <a:pt x="11989" y="20162"/>
                  </a:cubicBezTo>
                  <a:cubicBezTo>
                    <a:pt x="12354" y="19937"/>
                    <a:pt x="12719" y="19572"/>
                    <a:pt x="13084" y="19067"/>
                  </a:cubicBezTo>
                  <a:cubicBezTo>
                    <a:pt x="13730" y="18196"/>
                    <a:pt x="14010" y="17467"/>
                    <a:pt x="14010" y="16680"/>
                  </a:cubicBezTo>
                  <a:cubicBezTo>
                    <a:pt x="14010" y="15922"/>
                    <a:pt x="13758" y="15164"/>
                    <a:pt x="13336" y="14238"/>
                  </a:cubicBezTo>
                  <a:cubicBezTo>
                    <a:pt x="13224" y="13957"/>
                    <a:pt x="12971" y="13564"/>
                    <a:pt x="12578" y="13031"/>
                  </a:cubicBezTo>
                  <a:cubicBezTo>
                    <a:pt x="11315" y="11234"/>
                    <a:pt x="8676" y="8005"/>
                    <a:pt x="6346" y="5198"/>
                  </a:cubicBezTo>
                  <a:cubicBezTo>
                    <a:pt x="4016" y="2418"/>
                    <a:pt x="2022" y="88"/>
                    <a:pt x="2022" y="88"/>
                  </a:cubicBezTo>
                  <a:cubicBezTo>
                    <a:pt x="1977" y="28"/>
                    <a:pt x="1916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4212;p64">
              <a:extLst>
                <a:ext uri="{FF2B5EF4-FFF2-40B4-BE49-F238E27FC236}">
                  <a16:creationId xmlns:a16="http://schemas.microsoft.com/office/drawing/2014/main" id="{6EEEA7A4-1D95-D75A-DC09-1D3B8018B9A8}"/>
                </a:ext>
              </a:extLst>
            </p:cNvPr>
            <p:cNvSpPr/>
            <p:nvPr/>
          </p:nvSpPr>
          <p:spPr>
            <a:xfrm>
              <a:off x="3115850" y="2418375"/>
              <a:ext cx="301125" cy="330350"/>
            </a:xfrm>
            <a:custGeom>
              <a:avLst/>
              <a:gdLst/>
              <a:ahLst/>
              <a:cxnLst/>
              <a:rect l="l" t="t" r="r" b="b"/>
              <a:pathLst>
                <a:path w="12045" h="13214" extrusionOk="0">
                  <a:moveTo>
                    <a:pt x="7069" y="1"/>
                  </a:moveTo>
                  <a:cubicBezTo>
                    <a:pt x="6062" y="1"/>
                    <a:pt x="4893" y="75"/>
                    <a:pt x="3818" y="327"/>
                  </a:cubicBezTo>
                  <a:cubicBezTo>
                    <a:pt x="1179" y="945"/>
                    <a:pt x="0" y="3359"/>
                    <a:pt x="786" y="5746"/>
                  </a:cubicBezTo>
                  <a:cubicBezTo>
                    <a:pt x="1572" y="8104"/>
                    <a:pt x="2358" y="9564"/>
                    <a:pt x="2358" y="9564"/>
                  </a:cubicBezTo>
                  <a:lnTo>
                    <a:pt x="2246" y="12877"/>
                  </a:lnTo>
                  <a:lnTo>
                    <a:pt x="4324" y="12877"/>
                  </a:lnTo>
                  <a:cubicBezTo>
                    <a:pt x="5390" y="12877"/>
                    <a:pt x="8086" y="13213"/>
                    <a:pt x="8086" y="13213"/>
                  </a:cubicBezTo>
                  <a:lnTo>
                    <a:pt x="8198" y="11080"/>
                  </a:lnTo>
                  <a:cubicBezTo>
                    <a:pt x="8198" y="11080"/>
                    <a:pt x="9130" y="11257"/>
                    <a:pt x="9869" y="11257"/>
                  </a:cubicBezTo>
                  <a:cubicBezTo>
                    <a:pt x="9961" y="11257"/>
                    <a:pt x="10051" y="11254"/>
                    <a:pt x="10135" y="11248"/>
                  </a:cubicBezTo>
                  <a:cubicBezTo>
                    <a:pt x="10865" y="11192"/>
                    <a:pt x="11258" y="11136"/>
                    <a:pt x="11258" y="10350"/>
                  </a:cubicBezTo>
                  <a:cubicBezTo>
                    <a:pt x="11258" y="9564"/>
                    <a:pt x="11427" y="7149"/>
                    <a:pt x="11427" y="7149"/>
                  </a:cubicBezTo>
                  <a:cubicBezTo>
                    <a:pt x="11427" y="7149"/>
                    <a:pt x="11595" y="6981"/>
                    <a:pt x="11820" y="6532"/>
                  </a:cubicBezTo>
                  <a:cubicBezTo>
                    <a:pt x="12044" y="6082"/>
                    <a:pt x="11651" y="5914"/>
                    <a:pt x="11314" y="5324"/>
                  </a:cubicBezTo>
                  <a:cubicBezTo>
                    <a:pt x="10977" y="4763"/>
                    <a:pt x="10809" y="4201"/>
                    <a:pt x="10809" y="3528"/>
                  </a:cubicBezTo>
                  <a:cubicBezTo>
                    <a:pt x="10809" y="2854"/>
                    <a:pt x="9658" y="159"/>
                    <a:pt x="9658" y="159"/>
                  </a:cubicBezTo>
                  <a:cubicBezTo>
                    <a:pt x="9658" y="159"/>
                    <a:pt x="8534" y="1"/>
                    <a:pt x="70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4213;p64">
              <a:extLst>
                <a:ext uri="{FF2B5EF4-FFF2-40B4-BE49-F238E27FC236}">
                  <a16:creationId xmlns:a16="http://schemas.microsoft.com/office/drawing/2014/main" id="{5CFAB36A-0F81-2267-1BEB-59403BC09951}"/>
                </a:ext>
              </a:extLst>
            </p:cNvPr>
            <p:cNvSpPr/>
            <p:nvPr/>
          </p:nvSpPr>
          <p:spPr>
            <a:xfrm>
              <a:off x="3123550" y="2412500"/>
              <a:ext cx="294825" cy="342125"/>
            </a:xfrm>
            <a:custGeom>
              <a:avLst/>
              <a:gdLst/>
              <a:ahLst/>
              <a:cxnLst/>
              <a:rect l="l" t="t" r="r" b="b"/>
              <a:pathLst>
                <a:path w="11793" h="13685" extrusionOk="0">
                  <a:moveTo>
                    <a:pt x="6767" y="478"/>
                  </a:moveTo>
                  <a:cubicBezTo>
                    <a:pt x="7497" y="478"/>
                    <a:pt x="8143" y="506"/>
                    <a:pt x="8592" y="562"/>
                  </a:cubicBezTo>
                  <a:cubicBezTo>
                    <a:pt x="8816" y="562"/>
                    <a:pt x="9013" y="590"/>
                    <a:pt x="9125" y="590"/>
                  </a:cubicBezTo>
                  <a:cubicBezTo>
                    <a:pt x="9152" y="596"/>
                    <a:pt x="9177" y="600"/>
                    <a:pt x="9198" y="604"/>
                  </a:cubicBezTo>
                  <a:lnTo>
                    <a:pt x="9198" y="604"/>
                  </a:lnTo>
                  <a:cubicBezTo>
                    <a:pt x="9226" y="681"/>
                    <a:pt x="9267" y="791"/>
                    <a:pt x="9322" y="927"/>
                  </a:cubicBezTo>
                  <a:cubicBezTo>
                    <a:pt x="9490" y="1320"/>
                    <a:pt x="9715" y="1910"/>
                    <a:pt x="9911" y="2471"/>
                  </a:cubicBezTo>
                  <a:cubicBezTo>
                    <a:pt x="10024" y="2780"/>
                    <a:pt x="10108" y="3033"/>
                    <a:pt x="10164" y="3257"/>
                  </a:cubicBezTo>
                  <a:cubicBezTo>
                    <a:pt x="10220" y="3510"/>
                    <a:pt x="10248" y="3678"/>
                    <a:pt x="10248" y="3763"/>
                  </a:cubicBezTo>
                  <a:cubicBezTo>
                    <a:pt x="10248" y="4493"/>
                    <a:pt x="10445" y="5110"/>
                    <a:pt x="10782" y="5700"/>
                  </a:cubicBezTo>
                  <a:cubicBezTo>
                    <a:pt x="10950" y="5924"/>
                    <a:pt x="11090" y="6121"/>
                    <a:pt x="11203" y="6233"/>
                  </a:cubicBezTo>
                  <a:cubicBezTo>
                    <a:pt x="11259" y="6317"/>
                    <a:pt x="11287" y="6374"/>
                    <a:pt x="11315" y="6402"/>
                  </a:cubicBezTo>
                  <a:cubicBezTo>
                    <a:pt x="11315" y="6458"/>
                    <a:pt x="11343" y="6486"/>
                    <a:pt x="11343" y="6514"/>
                  </a:cubicBezTo>
                  <a:cubicBezTo>
                    <a:pt x="11343" y="6542"/>
                    <a:pt x="11315" y="6570"/>
                    <a:pt x="11287" y="6654"/>
                  </a:cubicBezTo>
                  <a:cubicBezTo>
                    <a:pt x="11175" y="6879"/>
                    <a:pt x="11090" y="7019"/>
                    <a:pt x="11034" y="7104"/>
                  </a:cubicBezTo>
                  <a:cubicBezTo>
                    <a:pt x="11006" y="7132"/>
                    <a:pt x="10978" y="7160"/>
                    <a:pt x="10950" y="7188"/>
                  </a:cubicBezTo>
                  <a:lnTo>
                    <a:pt x="10950" y="7216"/>
                  </a:lnTo>
                  <a:cubicBezTo>
                    <a:pt x="10894" y="7244"/>
                    <a:pt x="10866" y="7300"/>
                    <a:pt x="10866" y="7356"/>
                  </a:cubicBezTo>
                  <a:cubicBezTo>
                    <a:pt x="10866" y="7356"/>
                    <a:pt x="10697" y="9771"/>
                    <a:pt x="10697" y="10585"/>
                  </a:cubicBezTo>
                  <a:cubicBezTo>
                    <a:pt x="10697" y="10753"/>
                    <a:pt x="10669" y="10894"/>
                    <a:pt x="10641" y="10950"/>
                  </a:cubicBezTo>
                  <a:cubicBezTo>
                    <a:pt x="10613" y="11062"/>
                    <a:pt x="10557" y="11118"/>
                    <a:pt x="10417" y="11146"/>
                  </a:cubicBezTo>
                  <a:cubicBezTo>
                    <a:pt x="10276" y="11202"/>
                    <a:pt x="10080" y="11231"/>
                    <a:pt x="9799" y="11259"/>
                  </a:cubicBezTo>
                  <a:lnTo>
                    <a:pt x="9546" y="11259"/>
                  </a:lnTo>
                  <a:cubicBezTo>
                    <a:pt x="9209" y="11259"/>
                    <a:pt x="8816" y="11202"/>
                    <a:pt x="8479" y="11174"/>
                  </a:cubicBezTo>
                  <a:cubicBezTo>
                    <a:pt x="8339" y="11146"/>
                    <a:pt x="8199" y="11118"/>
                    <a:pt x="8086" y="11118"/>
                  </a:cubicBezTo>
                  <a:cubicBezTo>
                    <a:pt x="8002" y="11090"/>
                    <a:pt x="7946" y="11090"/>
                    <a:pt x="7946" y="11090"/>
                  </a:cubicBezTo>
                  <a:cubicBezTo>
                    <a:pt x="7930" y="11082"/>
                    <a:pt x="7911" y="11079"/>
                    <a:pt x="7891" y="11079"/>
                  </a:cubicBezTo>
                  <a:cubicBezTo>
                    <a:pt x="7843" y="11079"/>
                    <a:pt x="7789" y="11098"/>
                    <a:pt x="7750" y="11118"/>
                  </a:cubicBezTo>
                  <a:cubicBezTo>
                    <a:pt x="7693" y="11174"/>
                    <a:pt x="7665" y="11231"/>
                    <a:pt x="7665" y="11315"/>
                  </a:cubicBezTo>
                  <a:lnTo>
                    <a:pt x="7566" y="13195"/>
                  </a:lnTo>
                  <a:lnTo>
                    <a:pt x="7566" y="13195"/>
                  </a:lnTo>
                  <a:cubicBezTo>
                    <a:pt x="7300" y="13163"/>
                    <a:pt x="6837" y="13109"/>
                    <a:pt x="6318" y="13055"/>
                  </a:cubicBezTo>
                  <a:cubicBezTo>
                    <a:pt x="5504" y="12971"/>
                    <a:pt x="4577" y="12887"/>
                    <a:pt x="4016" y="12887"/>
                  </a:cubicBezTo>
                  <a:lnTo>
                    <a:pt x="2170" y="12887"/>
                  </a:lnTo>
                  <a:lnTo>
                    <a:pt x="2275" y="9799"/>
                  </a:lnTo>
                  <a:lnTo>
                    <a:pt x="2247" y="9686"/>
                  </a:lnTo>
                  <a:cubicBezTo>
                    <a:pt x="2247" y="9686"/>
                    <a:pt x="2247" y="9658"/>
                    <a:pt x="2219" y="9630"/>
                  </a:cubicBezTo>
                  <a:cubicBezTo>
                    <a:pt x="2050" y="9321"/>
                    <a:pt x="1377" y="7946"/>
                    <a:pt x="703" y="5896"/>
                  </a:cubicBezTo>
                  <a:cubicBezTo>
                    <a:pt x="534" y="5419"/>
                    <a:pt x="478" y="4970"/>
                    <a:pt x="478" y="4521"/>
                  </a:cubicBezTo>
                  <a:cubicBezTo>
                    <a:pt x="478" y="3650"/>
                    <a:pt x="731" y="2836"/>
                    <a:pt x="1264" y="2190"/>
                  </a:cubicBezTo>
                  <a:cubicBezTo>
                    <a:pt x="1798" y="1517"/>
                    <a:pt x="2556" y="1039"/>
                    <a:pt x="3566" y="787"/>
                  </a:cubicBezTo>
                  <a:cubicBezTo>
                    <a:pt x="4605" y="534"/>
                    <a:pt x="5784" y="478"/>
                    <a:pt x="6767" y="478"/>
                  </a:cubicBezTo>
                  <a:close/>
                  <a:moveTo>
                    <a:pt x="6767" y="1"/>
                  </a:moveTo>
                  <a:cubicBezTo>
                    <a:pt x="5756" y="1"/>
                    <a:pt x="4549" y="85"/>
                    <a:pt x="3454" y="338"/>
                  </a:cubicBezTo>
                  <a:cubicBezTo>
                    <a:pt x="2359" y="590"/>
                    <a:pt x="1489" y="1152"/>
                    <a:pt x="899" y="1882"/>
                  </a:cubicBezTo>
                  <a:cubicBezTo>
                    <a:pt x="310" y="2640"/>
                    <a:pt x="1" y="3566"/>
                    <a:pt x="1" y="4521"/>
                  </a:cubicBezTo>
                  <a:cubicBezTo>
                    <a:pt x="1" y="5026"/>
                    <a:pt x="85" y="5531"/>
                    <a:pt x="254" y="6037"/>
                  </a:cubicBezTo>
                  <a:cubicBezTo>
                    <a:pt x="961" y="8185"/>
                    <a:pt x="1669" y="9583"/>
                    <a:pt x="1824" y="9861"/>
                  </a:cubicBezTo>
                  <a:lnTo>
                    <a:pt x="1824" y="9861"/>
                  </a:lnTo>
                  <a:lnTo>
                    <a:pt x="1713" y="13112"/>
                  </a:lnTo>
                  <a:cubicBezTo>
                    <a:pt x="1685" y="13168"/>
                    <a:pt x="1713" y="13224"/>
                    <a:pt x="1770" y="13280"/>
                  </a:cubicBezTo>
                  <a:cubicBezTo>
                    <a:pt x="1798" y="13336"/>
                    <a:pt x="1882" y="13336"/>
                    <a:pt x="1938" y="13336"/>
                  </a:cubicBezTo>
                  <a:lnTo>
                    <a:pt x="4016" y="13336"/>
                  </a:lnTo>
                  <a:cubicBezTo>
                    <a:pt x="4521" y="13336"/>
                    <a:pt x="5475" y="13420"/>
                    <a:pt x="6290" y="13505"/>
                  </a:cubicBezTo>
                  <a:cubicBezTo>
                    <a:pt x="7076" y="13589"/>
                    <a:pt x="7750" y="13673"/>
                    <a:pt x="7750" y="13673"/>
                  </a:cubicBezTo>
                  <a:cubicBezTo>
                    <a:pt x="7774" y="13681"/>
                    <a:pt x="7796" y="13685"/>
                    <a:pt x="7817" y="13685"/>
                  </a:cubicBezTo>
                  <a:cubicBezTo>
                    <a:pt x="7867" y="13685"/>
                    <a:pt x="7906" y="13665"/>
                    <a:pt x="7946" y="13645"/>
                  </a:cubicBezTo>
                  <a:cubicBezTo>
                    <a:pt x="7974" y="13589"/>
                    <a:pt x="8030" y="13533"/>
                    <a:pt x="8030" y="13476"/>
                  </a:cubicBezTo>
                  <a:lnTo>
                    <a:pt x="8128" y="11590"/>
                  </a:lnTo>
                  <a:lnTo>
                    <a:pt x="8128" y="11590"/>
                  </a:lnTo>
                  <a:cubicBezTo>
                    <a:pt x="8459" y="11648"/>
                    <a:pt x="9040" y="11736"/>
                    <a:pt x="9546" y="11736"/>
                  </a:cubicBezTo>
                  <a:cubicBezTo>
                    <a:pt x="9659" y="11736"/>
                    <a:pt x="9743" y="11736"/>
                    <a:pt x="9827" y="11708"/>
                  </a:cubicBezTo>
                  <a:cubicBezTo>
                    <a:pt x="10192" y="11680"/>
                    <a:pt x="10501" y="11680"/>
                    <a:pt x="10782" y="11511"/>
                  </a:cubicBezTo>
                  <a:cubicBezTo>
                    <a:pt x="10922" y="11427"/>
                    <a:pt x="11006" y="11287"/>
                    <a:pt x="11090" y="11146"/>
                  </a:cubicBezTo>
                  <a:cubicBezTo>
                    <a:pt x="11147" y="10978"/>
                    <a:pt x="11175" y="10809"/>
                    <a:pt x="11175" y="10585"/>
                  </a:cubicBezTo>
                  <a:cubicBezTo>
                    <a:pt x="11175" y="10192"/>
                    <a:pt x="11203" y="9406"/>
                    <a:pt x="11259" y="8704"/>
                  </a:cubicBezTo>
                  <a:cubicBezTo>
                    <a:pt x="11280" y="8167"/>
                    <a:pt x="11318" y="7679"/>
                    <a:pt x="11335" y="7480"/>
                  </a:cubicBezTo>
                  <a:lnTo>
                    <a:pt x="11335" y="7480"/>
                  </a:lnTo>
                  <a:cubicBezTo>
                    <a:pt x="11407" y="7383"/>
                    <a:pt x="11550" y="7186"/>
                    <a:pt x="11708" y="6851"/>
                  </a:cubicBezTo>
                  <a:cubicBezTo>
                    <a:pt x="11764" y="6739"/>
                    <a:pt x="11792" y="6626"/>
                    <a:pt x="11792" y="6514"/>
                  </a:cubicBezTo>
                  <a:cubicBezTo>
                    <a:pt x="11792" y="6402"/>
                    <a:pt x="11764" y="6289"/>
                    <a:pt x="11736" y="6205"/>
                  </a:cubicBezTo>
                  <a:cubicBezTo>
                    <a:pt x="11596" y="5924"/>
                    <a:pt x="11371" y="5756"/>
                    <a:pt x="11203" y="5447"/>
                  </a:cubicBezTo>
                  <a:cubicBezTo>
                    <a:pt x="10866" y="4914"/>
                    <a:pt x="10725" y="4408"/>
                    <a:pt x="10725" y="3763"/>
                  </a:cubicBezTo>
                  <a:cubicBezTo>
                    <a:pt x="10725" y="3538"/>
                    <a:pt x="10641" y="3257"/>
                    <a:pt x="10529" y="2892"/>
                  </a:cubicBezTo>
                  <a:cubicBezTo>
                    <a:pt x="10220" y="1825"/>
                    <a:pt x="9574" y="309"/>
                    <a:pt x="9574" y="309"/>
                  </a:cubicBezTo>
                  <a:cubicBezTo>
                    <a:pt x="9546" y="225"/>
                    <a:pt x="9490" y="169"/>
                    <a:pt x="9406" y="169"/>
                  </a:cubicBezTo>
                  <a:cubicBezTo>
                    <a:pt x="9378" y="169"/>
                    <a:pt x="8255" y="1"/>
                    <a:pt x="6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4214;p64">
              <a:extLst>
                <a:ext uri="{FF2B5EF4-FFF2-40B4-BE49-F238E27FC236}">
                  <a16:creationId xmlns:a16="http://schemas.microsoft.com/office/drawing/2014/main" id="{611C3B28-FF61-5012-B2F0-07DEB1B75BD5}"/>
                </a:ext>
              </a:extLst>
            </p:cNvPr>
            <p:cNvSpPr/>
            <p:nvPr/>
          </p:nvSpPr>
          <p:spPr>
            <a:xfrm>
              <a:off x="3035125" y="2305125"/>
              <a:ext cx="402900" cy="383475"/>
            </a:xfrm>
            <a:custGeom>
              <a:avLst/>
              <a:gdLst/>
              <a:ahLst/>
              <a:cxnLst/>
              <a:rect l="l" t="t" r="r" b="b"/>
              <a:pathLst>
                <a:path w="16116" h="15339" extrusionOk="0">
                  <a:moveTo>
                    <a:pt x="10367" y="1"/>
                  </a:moveTo>
                  <a:cubicBezTo>
                    <a:pt x="10158" y="1"/>
                    <a:pt x="9948" y="42"/>
                    <a:pt x="9742" y="141"/>
                  </a:cubicBezTo>
                  <a:cubicBezTo>
                    <a:pt x="8451" y="758"/>
                    <a:pt x="8339" y="1544"/>
                    <a:pt x="8339" y="1544"/>
                  </a:cubicBezTo>
                  <a:cubicBezTo>
                    <a:pt x="8339" y="1544"/>
                    <a:pt x="3622" y="1769"/>
                    <a:pt x="1825" y="3678"/>
                  </a:cubicBezTo>
                  <a:cubicBezTo>
                    <a:pt x="0" y="5587"/>
                    <a:pt x="1545" y="10051"/>
                    <a:pt x="2780" y="11679"/>
                  </a:cubicBezTo>
                  <a:cubicBezTo>
                    <a:pt x="4015" y="13308"/>
                    <a:pt x="4970" y="15048"/>
                    <a:pt x="6093" y="15273"/>
                  </a:cubicBezTo>
                  <a:cubicBezTo>
                    <a:pt x="6311" y="15316"/>
                    <a:pt x="6565" y="15339"/>
                    <a:pt x="6839" y="15339"/>
                  </a:cubicBezTo>
                  <a:cubicBezTo>
                    <a:pt x="7974" y="15339"/>
                    <a:pt x="9446" y="14953"/>
                    <a:pt x="10079" y="14094"/>
                  </a:cubicBezTo>
                  <a:cubicBezTo>
                    <a:pt x="10865" y="13027"/>
                    <a:pt x="10472" y="11399"/>
                    <a:pt x="10472" y="11399"/>
                  </a:cubicBezTo>
                  <a:lnTo>
                    <a:pt x="10978" y="11174"/>
                  </a:lnTo>
                  <a:cubicBezTo>
                    <a:pt x="10978" y="11174"/>
                    <a:pt x="12157" y="10837"/>
                    <a:pt x="11932" y="9798"/>
                  </a:cubicBezTo>
                  <a:cubicBezTo>
                    <a:pt x="11708" y="8788"/>
                    <a:pt x="11315" y="8338"/>
                    <a:pt x="11371" y="8170"/>
                  </a:cubicBezTo>
                  <a:cubicBezTo>
                    <a:pt x="11427" y="8001"/>
                    <a:pt x="12325" y="7665"/>
                    <a:pt x="12325" y="6935"/>
                  </a:cubicBezTo>
                  <a:cubicBezTo>
                    <a:pt x="12325" y="6205"/>
                    <a:pt x="11371" y="5812"/>
                    <a:pt x="11371" y="5812"/>
                  </a:cubicBezTo>
                  <a:cubicBezTo>
                    <a:pt x="11371" y="5812"/>
                    <a:pt x="15554" y="4520"/>
                    <a:pt x="15835" y="3341"/>
                  </a:cubicBezTo>
                  <a:cubicBezTo>
                    <a:pt x="16115" y="2162"/>
                    <a:pt x="15554" y="983"/>
                    <a:pt x="14431" y="983"/>
                  </a:cubicBezTo>
                  <a:cubicBezTo>
                    <a:pt x="13308" y="983"/>
                    <a:pt x="12971" y="1151"/>
                    <a:pt x="12718" y="1151"/>
                  </a:cubicBezTo>
                  <a:cubicBezTo>
                    <a:pt x="12530" y="1151"/>
                    <a:pt x="11468" y="1"/>
                    <a:pt x="10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4215;p64">
              <a:extLst>
                <a:ext uri="{FF2B5EF4-FFF2-40B4-BE49-F238E27FC236}">
                  <a16:creationId xmlns:a16="http://schemas.microsoft.com/office/drawing/2014/main" id="{CCC7EACC-7A7B-85A6-857D-F3DADE34DB49}"/>
                </a:ext>
              </a:extLst>
            </p:cNvPr>
            <p:cNvSpPr/>
            <p:nvPr/>
          </p:nvSpPr>
          <p:spPr>
            <a:xfrm>
              <a:off x="3054075" y="2298800"/>
              <a:ext cx="384650" cy="395875"/>
            </a:xfrm>
            <a:custGeom>
              <a:avLst/>
              <a:gdLst/>
              <a:ahLst/>
              <a:cxnLst/>
              <a:rect l="l" t="t" r="r" b="b"/>
              <a:pathLst>
                <a:path w="15386" h="15835" extrusionOk="0">
                  <a:moveTo>
                    <a:pt x="9630" y="478"/>
                  </a:moveTo>
                  <a:cubicBezTo>
                    <a:pt x="10079" y="478"/>
                    <a:pt x="10585" y="730"/>
                    <a:pt x="11006" y="1011"/>
                  </a:cubicBezTo>
                  <a:cubicBezTo>
                    <a:pt x="11202" y="1152"/>
                    <a:pt x="11399" y="1292"/>
                    <a:pt x="11539" y="1404"/>
                  </a:cubicBezTo>
                  <a:cubicBezTo>
                    <a:pt x="11623" y="1460"/>
                    <a:pt x="11680" y="1517"/>
                    <a:pt x="11736" y="1545"/>
                  </a:cubicBezTo>
                  <a:lnTo>
                    <a:pt x="11820" y="1601"/>
                  </a:lnTo>
                  <a:cubicBezTo>
                    <a:pt x="11876" y="1601"/>
                    <a:pt x="11904" y="1629"/>
                    <a:pt x="11960" y="1629"/>
                  </a:cubicBezTo>
                  <a:cubicBezTo>
                    <a:pt x="12157" y="1629"/>
                    <a:pt x="12269" y="1573"/>
                    <a:pt x="12522" y="1545"/>
                  </a:cubicBezTo>
                  <a:cubicBezTo>
                    <a:pt x="12746" y="1517"/>
                    <a:pt x="13111" y="1460"/>
                    <a:pt x="13673" y="1460"/>
                  </a:cubicBezTo>
                  <a:cubicBezTo>
                    <a:pt x="14066" y="1460"/>
                    <a:pt x="14347" y="1629"/>
                    <a:pt x="14571" y="1910"/>
                  </a:cubicBezTo>
                  <a:cubicBezTo>
                    <a:pt x="14768" y="2162"/>
                    <a:pt x="14908" y="2555"/>
                    <a:pt x="14908" y="2976"/>
                  </a:cubicBezTo>
                  <a:cubicBezTo>
                    <a:pt x="14908" y="3173"/>
                    <a:pt x="14880" y="3341"/>
                    <a:pt x="14852" y="3538"/>
                  </a:cubicBezTo>
                  <a:cubicBezTo>
                    <a:pt x="14824" y="3622"/>
                    <a:pt x="14740" y="3734"/>
                    <a:pt x="14627" y="3875"/>
                  </a:cubicBezTo>
                  <a:cubicBezTo>
                    <a:pt x="14403" y="4099"/>
                    <a:pt x="14038" y="4352"/>
                    <a:pt x="13617" y="4577"/>
                  </a:cubicBezTo>
                  <a:cubicBezTo>
                    <a:pt x="12971" y="4942"/>
                    <a:pt x="12213" y="5250"/>
                    <a:pt x="11595" y="5475"/>
                  </a:cubicBezTo>
                  <a:cubicBezTo>
                    <a:pt x="11287" y="5587"/>
                    <a:pt x="11034" y="5700"/>
                    <a:pt x="10837" y="5756"/>
                  </a:cubicBezTo>
                  <a:cubicBezTo>
                    <a:pt x="10669" y="5812"/>
                    <a:pt x="10557" y="5840"/>
                    <a:pt x="10557" y="5840"/>
                  </a:cubicBezTo>
                  <a:cubicBezTo>
                    <a:pt x="10472" y="5868"/>
                    <a:pt x="10388" y="5952"/>
                    <a:pt x="10388" y="6065"/>
                  </a:cubicBezTo>
                  <a:cubicBezTo>
                    <a:pt x="10388" y="6149"/>
                    <a:pt x="10444" y="6261"/>
                    <a:pt x="10529" y="6289"/>
                  </a:cubicBezTo>
                  <a:cubicBezTo>
                    <a:pt x="10585" y="6317"/>
                    <a:pt x="10809" y="6402"/>
                    <a:pt x="11006" y="6570"/>
                  </a:cubicBezTo>
                  <a:cubicBezTo>
                    <a:pt x="11090" y="6654"/>
                    <a:pt x="11174" y="6767"/>
                    <a:pt x="11258" y="6851"/>
                  </a:cubicBezTo>
                  <a:cubicBezTo>
                    <a:pt x="11315" y="6963"/>
                    <a:pt x="11343" y="7075"/>
                    <a:pt x="11343" y="7188"/>
                  </a:cubicBezTo>
                  <a:cubicBezTo>
                    <a:pt x="11343" y="7328"/>
                    <a:pt x="11315" y="7440"/>
                    <a:pt x="11230" y="7553"/>
                  </a:cubicBezTo>
                  <a:cubicBezTo>
                    <a:pt x="11146" y="7721"/>
                    <a:pt x="10978" y="7861"/>
                    <a:pt x="10809" y="7974"/>
                  </a:cubicBezTo>
                  <a:cubicBezTo>
                    <a:pt x="10725" y="8030"/>
                    <a:pt x="10669" y="8086"/>
                    <a:pt x="10585" y="8142"/>
                  </a:cubicBezTo>
                  <a:lnTo>
                    <a:pt x="10500" y="8226"/>
                  </a:lnTo>
                  <a:cubicBezTo>
                    <a:pt x="10472" y="8254"/>
                    <a:pt x="10416" y="8283"/>
                    <a:pt x="10388" y="8367"/>
                  </a:cubicBezTo>
                  <a:lnTo>
                    <a:pt x="10403" y="8371"/>
                  </a:lnTo>
                  <a:lnTo>
                    <a:pt x="10403" y="8371"/>
                  </a:lnTo>
                  <a:cubicBezTo>
                    <a:pt x="10388" y="8415"/>
                    <a:pt x="10388" y="8456"/>
                    <a:pt x="10388" y="8479"/>
                  </a:cubicBezTo>
                  <a:cubicBezTo>
                    <a:pt x="10388" y="8591"/>
                    <a:pt x="10416" y="8676"/>
                    <a:pt x="10472" y="8760"/>
                  </a:cubicBezTo>
                  <a:cubicBezTo>
                    <a:pt x="10585" y="9041"/>
                    <a:pt x="10809" y="9434"/>
                    <a:pt x="10950" y="10107"/>
                  </a:cubicBezTo>
                  <a:cubicBezTo>
                    <a:pt x="10978" y="10192"/>
                    <a:pt x="10978" y="10248"/>
                    <a:pt x="10978" y="10304"/>
                  </a:cubicBezTo>
                  <a:cubicBezTo>
                    <a:pt x="10978" y="10472"/>
                    <a:pt x="10922" y="10585"/>
                    <a:pt x="10865" y="10697"/>
                  </a:cubicBezTo>
                  <a:cubicBezTo>
                    <a:pt x="10753" y="10865"/>
                    <a:pt x="10585" y="11006"/>
                    <a:pt x="10416" y="11090"/>
                  </a:cubicBezTo>
                  <a:cubicBezTo>
                    <a:pt x="10360" y="11118"/>
                    <a:pt x="10276" y="11146"/>
                    <a:pt x="10248" y="11174"/>
                  </a:cubicBezTo>
                  <a:lnTo>
                    <a:pt x="10192" y="11174"/>
                  </a:lnTo>
                  <a:lnTo>
                    <a:pt x="10164" y="11202"/>
                  </a:lnTo>
                  <a:lnTo>
                    <a:pt x="10135" y="11202"/>
                  </a:lnTo>
                  <a:lnTo>
                    <a:pt x="9630" y="11427"/>
                  </a:lnTo>
                  <a:cubicBezTo>
                    <a:pt x="9518" y="11483"/>
                    <a:pt x="9462" y="11595"/>
                    <a:pt x="9490" y="11708"/>
                  </a:cubicBezTo>
                  <a:cubicBezTo>
                    <a:pt x="9518" y="11792"/>
                    <a:pt x="9574" y="12129"/>
                    <a:pt x="9574" y="12578"/>
                  </a:cubicBezTo>
                  <a:cubicBezTo>
                    <a:pt x="9602" y="13111"/>
                    <a:pt x="9490" y="13729"/>
                    <a:pt x="9153" y="14206"/>
                  </a:cubicBezTo>
                  <a:cubicBezTo>
                    <a:pt x="8872" y="14571"/>
                    <a:pt x="8367" y="14880"/>
                    <a:pt x="7805" y="15077"/>
                  </a:cubicBezTo>
                  <a:cubicBezTo>
                    <a:pt x="7244" y="15273"/>
                    <a:pt x="6626" y="15357"/>
                    <a:pt x="6093" y="15357"/>
                  </a:cubicBezTo>
                  <a:cubicBezTo>
                    <a:pt x="5812" y="15357"/>
                    <a:pt x="5587" y="15329"/>
                    <a:pt x="5391" y="15301"/>
                  </a:cubicBezTo>
                  <a:cubicBezTo>
                    <a:pt x="4914" y="15217"/>
                    <a:pt x="4408" y="14768"/>
                    <a:pt x="3903" y="14094"/>
                  </a:cubicBezTo>
                  <a:cubicBezTo>
                    <a:pt x="3369" y="13448"/>
                    <a:pt x="2836" y="12606"/>
                    <a:pt x="2190" y="11792"/>
                  </a:cubicBezTo>
                  <a:cubicBezTo>
                    <a:pt x="1797" y="11258"/>
                    <a:pt x="1376" y="10416"/>
                    <a:pt x="1039" y="9462"/>
                  </a:cubicBezTo>
                  <a:cubicBezTo>
                    <a:pt x="702" y="8507"/>
                    <a:pt x="450" y="7440"/>
                    <a:pt x="450" y="6458"/>
                  </a:cubicBezTo>
                  <a:cubicBezTo>
                    <a:pt x="450" y="5503"/>
                    <a:pt x="702" y="4661"/>
                    <a:pt x="1236" y="4099"/>
                  </a:cubicBezTo>
                  <a:cubicBezTo>
                    <a:pt x="2050" y="3201"/>
                    <a:pt x="3650" y="2668"/>
                    <a:pt x="5054" y="2359"/>
                  </a:cubicBezTo>
                  <a:cubicBezTo>
                    <a:pt x="5728" y="2218"/>
                    <a:pt x="6373" y="2134"/>
                    <a:pt x="6851" y="2078"/>
                  </a:cubicBezTo>
                  <a:cubicBezTo>
                    <a:pt x="7075" y="2078"/>
                    <a:pt x="7272" y="2050"/>
                    <a:pt x="7384" y="2050"/>
                  </a:cubicBezTo>
                  <a:cubicBezTo>
                    <a:pt x="7525" y="2022"/>
                    <a:pt x="7581" y="2022"/>
                    <a:pt x="7609" y="2022"/>
                  </a:cubicBezTo>
                  <a:cubicBezTo>
                    <a:pt x="7693" y="2022"/>
                    <a:pt x="7805" y="1938"/>
                    <a:pt x="7805" y="1825"/>
                  </a:cubicBezTo>
                  <a:lnTo>
                    <a:pt x="7833" y="1797"/>
                  </a:lnTo>
                  <a:cubicBezTo>
                    <a:pt x="7861" y="1685"/>
                    <a:pt x="8058" y="1095"/>
                    <a:pt x="9097" y="590"/>
                  </a:cubicBezTo>
                  <a:cubicBezTo>
                    <a:pt x="9265" y="506"/>
                    <a:pt x="9434" y="478"/>
                    <a:pt x="9630" y="478"/>
                  </a:cubicBezTo>
                  <a:close/>
                  <a:moveTo>
                    <a:pt x="9630" y="0"/>
                  </a:moveTo>
                  <a:cubicBezTo>
                    <a:pt x="9377" y="0"/>
                    <a:pt x="9125" y="57"/>
                    <a:pt x="8900" y="169"/>
                  </a:cubicBezTo>
                  <a:cubicBezTo>
                    <a:pt x="7888" y="644"/>
                    <a:pt x="7529" y="1256"/>
                    <a:pt x="7410" y="1569"/>
                  </a:cubicBezTo>
                  <a:lnTo>
                    <a:pt x="7410" y="1569"/>
                  </a:lnTo>
                  <a:cubicBezTo>
                    <a:pt x="7031" y="1607"/>
                    <a:pt x="6064" y="1689"/>
                    <a:pt x="4942" y="1910"/>
                  </a:cubicBezTo>
                  <a:cubicBezTo>
                    <a:pt x="3510" y="2218"/>
                    <a:pt x="1853" y="2752"/>
                    <a:pt x="899" y="3763"/>
                  </a:cubicBezTo>
                  <a:cubicBezTo>
                    <a:pt x="225" y="4464"/>
                    <a:pt x="1" y="5447"/>
                    <a:pt x="1" y="6458"/>
                  </a:cubicBezTo>
                  <a:cubicBezTo>
                    <a:pt x="1" y="7496"/>
                    <a:pt x="253" y="8619"/>
                    <a:pt x="590" y="9602"/>
                  </a:cubicBezTo>
                  <a:cubicBezTo>
                    <a:pt x="927" y="10613"/>
                    <a:pt x="1376" y="11483"/>
                    <a:pt x="1825" y="12073"/>
                  </a:cubicBezTo>
                  <a:cubicBezTo>
                    <a:pt x="2443" y="12859"/>
                    <a:pt x="2976" y="13701"/>
                    <a:pt x="3538" y="14403"/>
                  </a:cubicBezTo>
                  <a:cubicBezTo>
                    <a:pt x="4071" y="15077"/>
                    <a:pt x="4633" y="15610"/>
                    <a:pt x="5279" y="15750"/>
                  </a:cubicBezTo>
                  <a:cubicBezTo>
                    <a:pt x="5531" y="15807"/>
                    <a:pt x="5784" y="15835"/>
                    <a:pt x="6093" y="15835"/>
                  </a:cubicBezTo>
                  <a:cubicBezTo>
                    <a:pt x="6682" y="15835"/>
                    <a:pt x="7356" y="15722"/>
                    <a:pt x="7974" y="15498"/>
                  </a:cubicBezTo>
                  <a:cubicBezTo>
                    <a:pt x="8591" y="15301"/>
                    <a:pt x="9153" y="14964"/>
                    <a:pt x="9518" y="14487"/>
                  </a:cubicBezTo>
                  <a:cubicBezTo>
                    <a:pt x="9967" y="13869"/>
                    <a:pt x="10051" y="13168"/>
                    <a:pt x="10051" y="12578"/>
                  </a:cubicBezTo>
                  <a:cubicBezTo>
                    <a:pt x="10051" y="12242"/>
                    <a:pt x="10011" y="11956"/>
                    <a:pt x="9979" y="11780"/>
                  </a:cubicBezTo>
                  <a:lnTo>
                    <a:pt x="9979" y="11780"/>
                  </a:lnTo>
                  <a:lnTo>
                    <a:pt x="10299" y="11638"/>
                  </a:lnTo>
                  <a:lnTo>
                    <a:pt x="10299" y="11638"/>
                  </a:lnTo>
                  <a:lnTo>
                    <a:pt x="10304" y="11652"/>
                  </a:lnTo>
                  <a:cubicBezTo>
                    <a:pt x="10304" y="11623"/>
                    <a:pt x="10585" y="11567"/>
                    <a:pt x="10865" y="11371"/>
                  </a:cubicBezTo>
                  <a:cubicBezTo>
                    <a:pt x="11006" y="11258"/>
                    <a:pt x="11146" y="11146"/>
                    <a:pt x="11258" y="10950"/>
                  </a:cubicBezTo>
                  <a:cubicBezTo>
                    <a:pt x="11371" y="10781"/>
                    <a:pt x="11455" y="10557"/>
                    <a:pt x="11455" y="10304"/>
                  </a:cubicBezTo>
                  <a:cubicBezTo>
                    <a:pt x="11455" y="10220"/>
                    <a:pt x="11427" y="10107"/>
                    <a:pt x="11427" y="10023"/>
                  </a:cubicBezTo>
                  <a:cubicBezTo>
                    <a:pt x="11315" y="9518"/>
                    <a:pt x="11146" y="9153"/>
                    <a:pt x="11034" y="8900"/>
                  </a:cubicBezTo>
                  <a:cubicBezTo>
                    <a:pt x="10978" y="8760"/>
                    <a:pt x="10922" y="8648"/>
                    <a:pt x="10894" y="8563"/>
                  </a:cubicBezTo>
                  <a:lnTo>
                    <a:pt x="10875" y="8508"/>
                  </a:lnTo>
                  <a:lnTo>
                    <a:pt x="10875" y="8508"/>
                  </a:lnTo>
                  <a:cubicBezTo>
                    <a:pt x="10908" y="8484"/>
                    <a:pt x="10957" y="8444"/>
                    <a:pt x="11006" y="8395"/>
                  </a:cubicBezTo>
                  <a:cubicBezTo>
                    <a:pt x="11146" y="8311"/>
                    <a:pt x="11343" y="8170"/>
                    <a:pt x="11511" y="7974"/>
                  </a:cubicBezTo>
                  <a:cubicBezTo>
                    <a:pt x="11680" y="7777"/>
                    <a:pt x="11820" y="7525"/>
                    <a:pt x="11820" y="7188"/>
                  </a:cubicBezTo>
                  <a:cubicBezTo>
                    <a:pt x="11820" y="6963"/>
                    <a:pt x="11736" y="6738"/>
                    <a:pt x="11623" y="6570"/>
                  </a:cubicBezTo>
                  <a:cubicBezTo>
                    <a:pt x="11493" y="6375"/>
                    <a:pt x="11329" y="6230"/>
                    <a:pt x="11184" y="6122"/>
                  </a:cubicBezTo>
                  <a:lnTo>
                    <a:pt x="11184" y="6122"/>
                  </a:lnTo>
                  <a:cubicBezTo>
                    <a:pt x="11590" y="5978"/>
                    <a:pt x="12201" y="5750"/>
                    <a:pt x="12831" y="5475"/>
                  </a:cubicBezTo>
                  <a:cubicBezTo>
                    <a:pt x="13392" y="5250"/>
                    <a:pt x="13926" y="4970"/>
                    <a:pt x="14375" y="4661"/>
                  </a:cubicBezTo>
                  <a:cubicBezTo>
                    <a:pt x="14599" y="4521"/>
                    <a:pt x="14796" y="4352"/>
                    <a:pt x="14964" y="4212"/>
                  </a:cubicBezTo>
                  <a:cubicBezTo>
                    <a:pt x="15133" y="4043"/>
                    <a:pt x="15245" y="3847"/>
                    <a:pt x="15301" y="3650"/>
                  </a:cubicBezTo>
                  <a:cubicBezTo>
                    <a:pt x="15357" y="3426"/>
                    <a:pt x="15385" y="3201"/>
                    <a:pt x="15385" y="2976"/>
                  </a:cubicBezTo>
                  <a:cubicBezTo>
                    <a:pt x="15385" y="2471"/>
                    <a:pt x="15217" y="1994"/>
                    <a:pt x="14936" y="1601"/>
                  </a:cubicBezTo>
                  <a:cubicBezTo>
                    <a:pt x="14656" y="1236"/>
                    <a:pt x="14206" y="983"/>
                    <a:pt x="13673" y="983"/>
                  </a:cubicBezTo>
                  <a:cubicBezTo>
                    <a:pt x="13083" y="983"/>
                    <a:pt x="12718" y="1039"/>
                    <a:pt x="12438" y="1095"/>
                  </a:cubicBezTo>
                  <a:cubicBezTo>
                    <a:pt x="12233" y="1118"/>
                    <a:pt x="12084" y="1159"/>
                    <a:pt x="12005" y="1159"/>
                  </a:cubicBezTo>
                  <a:cubicBezTo>
                    <a:pt x="12000" y="1159"/>
                    <a:pt x="11995" y="1159"/>
                    <a:pt x="11990" y="1159"/>
                  </a:cubicBezTo>
                  <a:lnTo>
                    <a:pt x="11990" y="1159"/>
                  </a:lnTo>
                  <a:cubicBezTo>
                    <a:pt x="11943" y="1121"/>
                    <a:pt x="11840" y="1038"/>
                    <a:pt x="11736" y="955"/>
                  </a:cubicBezTo>
                  <a:cubicBezTo>
                    <a:pt x="11511" y="787"/>
                    <a:pt x="11202" y="562"/>
                    <a:pt x="10837" y="365"/>
                  </a:cubicBezTo>
                  <a:cubicBezTo>
                    <a:pt x="10472" y="169"/>
                    <a:pt x="10051" y="0"/>
                    <a:pt x="9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4216;p64">
              <a:extLst>
                <a:ext uri="{FF2B5EF4-FFF2-40B4-BE49-F238E27FC236}">
                  <a16:creationId xmlns:a16="http://schemas.microsoft.com/office/drawing/2014/main" id="{92000E37-0531-6DD0-B548-FDF9E03BE221}"/>
                </a:ext>
              </a:extLst>
            </p:cNvPr>
            <p:cNvSpPr/>
            <p:nvPr/>
          </p:nvSpPr>
          <p:spPr>
            <a:xfrm>
              <a:off x="3253400" y="2545500"/>
              <a:ext cx="71625" cy="89550"/>
            </a:xfrm>
            <a:custGeom>
              <a:avLst/>
              <a:gdLst/>
              <a:ahLst/>
              <a:cxnLst/>
              <a:rect l="l" t="t" r="r" b="b"/>
              <a:pathLst>
                <a:path w="2865" h="3582" extrusionOk="0">
                  <a:moveTo>
                    <a:pt x="1093" y="1"/>
                  </a:moveTo>
                  <a:cubicBezTo>
                    <a:pt x="1007" y="1"/>
                    <a:pt x="924" y="23"/>
                    <a:pt x="843" y="71"/>
                  </a:cubicBezTo>
                  <a:cubicBezTo>
                    <a:pt x="1" y="604"/>
                    <a:pt x="618" y="2513"/>
                    <a:pt x="1180" y="3131"/>
                  </a:cubicBezTo>
                  <a:cubicBezTo>
                    <a:pt x="1479" y="3460"/>
                    <a:pt x="1809" y="3582"/>
                    <a:pt x="2095" y="3582"/>
                  </a:cubicBezTo>
                  <a:cubicBezTo>
                    <a:pt x="2347" y="3582"/>
                    <a:pt x="2564" y="3487"/>
                    <a:pt x="2696" y="3356"/>
                  </a:cubicBezTo>
                  <a:lnTo>
                    <a:pt x="2864" y="1952"/>
                  </a:lnTo>
                  <a:cubicBezTo>
                    <a:pt x="2864" y="1952"/>
                    <a:pt x="1900" y="1"/>
                    <a:pt x="1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4217;p64">
              <a:extLst>
                <a:ext uri="{FF2B5EF4-FFF2-40B4-BE49-F238E27FC236}">
                  <a16:creationId xmlns:a16="http://schemas.microsoft.com/office/drawing/2014/main" id="{BCF58E44-AC50-0431-B0EE-71A140505679}"/>
                </a:ext>
              </a:extLst>
            </p:cNvPr>
            <p:cNvSpPr/>
            <p:nvPr/>
          </p:nvSpPr>
          <p:spPr>
            <a:xfrm>
              <a:off x="3258325" y="2540250"/>
              <a:ext cx="73725" cy="100375"/>
            </a:xfrm>
            <a:custGeom>
              <a:avLst/>
              <a:gdLst/>
              <a:ahLst/>
              <a:cxnLst/>
              <a:rect l="l" t="t" r="r" b="b"/>
              <a:pathLst>
                <a:path w="2949" h="4015" extrusionOk="0">
                  <a:moveTo>
                    <a:pt x="899" y="0"/>
                  </a:moveTo>
                  <a:cubicBezTo>
                    <a:pt x="786" y="0"/>
                    <a:pt x="646" y="28"/>
                    <a:pt x="534" y="84"/>
                  </a:cubicBezTo>
                  <a:cubicBezTo>
                    <a:pt x="337" y="225"/>
                    <a:pt x="197" y="393"/>
                    <a:pt x="113" y="590"/>
                  </a:cubicBezTo>
                  <a:cubicBezTo>
                    <a:pt x="28" y="786"/>
                    <a:pt x="0" y="1011"/>
                    <a:pt x="0" y="1236"/>
                  </a:cubicBezTo>
                  <a:cubicBezTo>
                    <a:pt x="0" y="1657"/>
                    <a:pt x="113" y="2106"/>
                    <a:pt x="253" y="2499"/>
                  </a:cubicBezTo>
                  <a:cubicBezTo>
                    <a:pt x="421" y="2892"/>
                    <a:pt x="590" y="3257"/>
                    <a:pt x="814" y="3481"/>
                  </a:cubicBezTo>
                  <a:cubicBezTo>
                    <a:pt x="1151" y="3875"/>
                    <a:pt x="1544" y="4015"/>
                    <a:pt x="1909" y="4015"/>
                  </a:cubicBezTo>
                  <a:cubicBezTo>
                    <a:pt x="2218" y="4015"/>
                    <a:pt x="2499" y="3903"/>
                    <a:pt x="2667" y="3734"/>
                  </a:cubicBezTo>
                  <a:cubicBezTo>
                    <a:pt x="2752" y="3622"/>
                    <a:pt x="2780" y="3481"/>
                    <a:pt x="2667" y="3397"/>
                  </a:cubicBezTo>
                  <a:cubicBezTo>
                    <a:pt x="2625" y="3355"/>
                    <a:pt x="2569" y="3334"/>
                    <a:pt x="2513" y="3334"/>
                  </a:cubicBezTo>
                  <a:cubicBezTo>
                    <a:pt x="2457" y="3334"/>
                    <a:pt x="2401" y="3355"/>
                    <a:pt x="2359" y="3397"/>
                  </a:cubicBezTo>
                  <a:cubicBezTo>
                    <a:pt x="2286" y="3470"/>
                    <a:pt x="2149" y="3543"/>
                    <a:pt x="1987" y="3543"/>
                  </a:cubicBezTo>
                  <a:cubicBezTo>
                    <a:pt x="1961" y="3543"/>
                    <a:pt x="1936" y="3541"/>
                    <a:pt x="1909" y="3538"/>
                  </a:cubicBezTo>
                  <a:cubicBezTo>
                    <a:pt x="1685" y="3538"/>
                    <a:pt x="1432" y="3453"/>
                    <a:pt x="1151" y="3173"/>
                  </a:cubicBezTo>
                  <a:cubicBezTo>
                    <a:pt x="1011" y="3004"/>
                    <a:pt x="843" y="2695"/>
                    <a:pt x="702" y="2330"/>
                  </a:cubicBezTo>
                  <a:cubicBezTo>
                    <a:pt x="562" y="1965"/>
                    <a:pt x="478" y="1572"/>
                    <a:pt x="478" y="1236"/>
                  </a:cubicBezTo>
                  <a:cubicBezTo>
                    <a:pt x="478" y="1067"/>
                    <a:pt x="506" y="899"/>
                    <a:pt x="562" y="758"/>
                  </a:cubicBezTo>
                  <a:cubicBezTo>
                    <a:pt x="590" y="646"/>
                    <a:pt x="674" y="562"/>
                    <a:pt x="786" y="506"/>
                  </a:cubicBezTo>
                  <a:cubicBezTo>
                    <a:pt x="814" y="477"/>
                    <a:pt x="871" y="449"/>
                    <a:pt x="899" y="449"/>
                  </a:cubicBezTo>
                  <a:cubicBezTo>
                    <a:pt x="1011" y="449"/>
                    <a:pt x="1179" y="534"/>
                    <a:pt x="1376" y="702"/>
                  </a:cubicBezTo>
                  <a:cubicBezTo>
                    <a:pt x="1657" y="955"/>
                    <a:pt x="1937" y="1348"/>
                    <a:pt x="2134" y="1657"/>
                  </a:cubicBezTo>
                  <a:cubicBezTo>
                    <a:pt x="2246" y="1825"/>
                    <a:pt x="2330" y="1965"/>
                    <a:pt x="2387" y="2078"/>
                  </a:cubicBezTo>
                  <a:cubicBezTo>
                    <a:pt x="2415" y="2134"/>
                    <a:pt x="2443" y="2190"/>
                    <a:pt x="2443" y="2218"/>
                  </a:cubicBezTo>
                  <a:lnTo>
                    <a:pt x="2471" y="2246"/>
                  </a:lnTo>
                  <a:cubicBezTo>
                    <a:pt x="2512" y="2328"/>
                    <a:pt x="2598" y="2381"/>
                    <a:pt x="2686" y="2381"/>
                  </a:cubicBezTo>
                  <a:cubicBezTo>
                    <a:pt x="2717" y="2381"/>
                    <a:pt x="2750" y="2374"/>
                    <a:pt x="2780" y="2358"/>
                  </a:cubicBezTo>
                  <a:cubicBezTo>
                    <a:pt x="2892" y="2302"/>
                    <a:pt x="2948" y="2162"/>
                    <a:pt x="2892" y="2050"/>
                  </a:cubicBezTo>
                  <a:cubicBezTo>
                    <a:pt x="2892" y="2050"/>
                    <a:pt x="2639" y="1544"/>
                    <a:pt x="2274" y="1039"/>
                  </a:cubicBezTo>
                  <a:cubicBezTo>
                    <a:pt x="2106" y="814"/>
                    <a:pt x="1909" y="562"/>
                    <a:pt x="1685" y="337"/>
                  </a:cubicBezTo>
                  <a:cubicBezTo>
                    <a:pt x="1460" y="141"/>
                    <a:pt x="1207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4218;p64">
              <a:extLst>
                <a:ext uri="{FF2B5EF4-FFF2-40B4-BE49-F238E27FC236}">
                  <a16:creationId xmlns:a16="http://schemas.microsoft.com/office/drawing/2014/main" id="{A81C7554-8283-BEF0-BE25-864456AAAF5C}"/>
                </a:ext>
              </a:extLst>
            </p:cNvPr>
            <p:cNvSpPr/>
            <p:nvPr/>
          </p:nvSpPr>
          <p:spPr>
            <a:xfrm>
              <a:off x="3096175" y="2715150"/>
              <a:ext cx="256925" cy="96750"/>
            </a:xfrm>
            <a:custGeom>
              <a:avLst/>
              <a:gdLst/>
              <a:ahLst/>
              <a:cxnLst/>
              <a:rect l="l" t="t" r="r" b="b"/>
              <a:pathLst>
                <a:path w="10277" h="3870" extrusionOk="0">
                  <a:moveTo>
                    <a:pt x="5011" y="0"/>
                  </a:moveTo>
                  <a:cubicBezTo>
                    <a:pt x="3592" y="0"/>
                    <a:pt x="2176" y="434"/>
                    <a:pt x="1517" y="1006"/>
                  </a:cubicBezTo>
                  <a:cubicBezTo>
                    <a:pt x="675" y="1735"/>
                    <a:pt x="113" y="3195"/>
                    <a:pt x="113" y="3195"/>
                  </a:cubicBezTo>
                  <a:lnTo>
                    <a:pt x="1" y="3869"/>
                  </a:lnTo>
                  <a:cubicBezTo>
                    <a:pt x="1" y="3869"/>
                    <a:pt x="2247" y="3027"/>
                    <a:pt x="5447" y="3027"/>
                  </a:cubicBezTo>
                  <a:cubicBezTo>
                    <a:pt x="8648" y="3027"/>
                    <a:pt x="10276" y="3813"/>
                    <a:pt x="10276" y="3813"/>
                  </a:cubicBezTo>
                  <a:cubicBezTo>
                    <a:pt x="10276" y="3813"/>
                    <a:pt x="9996" y="2522"/>
                    <a:pt x="9659" y="1735"/>
                  </a:cubicBezTo>
                  <a:cubicBezTo>
                    <a:pt x="9322" y="949"/>
                    <a:pt x="7918" y="444"/>
                    <a:pt x="6177" y="107"/>
                  </a:cubicBezTo>
                  <a:cubicBezTo>
                    <a:pt x="5799" y="34"/>
                    <a:pt x="5405" y="0"/>
                    <a:pt x="5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4219;p64">
              <a:extLst>
                <a:ext uri="{FF2B5EF4-FFF2-40B4-BE49-F238E27FC236}">
                  <a16:creationId xmlns:a16="http://schemas.microsoft.com/office/drawing/2014/main" id="{10A1389D-E3B3-5417-B0AB-9C5A80B6DFC7}"/>
                </a:ext>
              </a:extLst>
            </p:cNvPr>
            <p:cNvSpPr/>
            <p:nvPr/>
          </p:nvSpPr>
          <p:spPr>
            <a:xfrm>
              <a:off x="3089875" y="2709400"/>
              <a:ext cx="269550" cy="108575"/>
            </a:xfrm>
            <a:custGeom>
              <a:avLst/>
              <a:gdLst/>
              <a:ahLst/>
              <a:cxnLst/>
              <a:rect l="l" t="t" r="r" b="b"/>
              <a:pathLst>
                <a:path w="10782" h="4343" extrusionOk="0">
                  <a:moveTo>
                    <a:pt x="5250" y="478"/>
                  </a:moveTo>
                  <a:cubicBezTo>
                    <a:pt x="5643" y="478"/>
                    <a:pt x="6036" y="506"/>
                    <a:pt x="6401" y="562"/>
                  </a:cubicBezTo>
                  <a:cubicBezTo>
                    <a:pt x="7244" y="730"/>
                    <a:pt x="8030" y="955"/>
                    <a:pt x="8619" y="1207"/>
                  </a:cubicBezTo>
                  <a:cubicBezTo>
                    <a:pt x="9209" y="1460"/>
                    <a:pt x="9574" y="1769"/>
                    <a:pt x="9714" y="2050"/>
                  </a:cubicBezTo>
                  <a:cubicBezTo>
                    <a:pt x="9855" y="2443"/>
                    <a:pt x="10023" y="2948"/>
                    <a:pt x="10135" y="3369"/>
                  </a:cubicBezTo>
                  <a:cubicBezTo>
                    <a:pt x="10165" y="3473"/>
                    <a:pt x="10195" y="3578"/>
                    <a:pt x="10220" y="3673"/>
                  </a:cubicBezTo>
                  <a:lnTo>
                    <a:pt x="10220" y="3673"/>
                  </a:lnTo>
                  <a:cubicBezTo>
                    <a:pt x="9538" y="3434"/>
                    <a:pt x="8028" y="3032"/>
                    <a:pt x="5699" y="3032"/>
                  </a:cubicBezTo>
                  <a:cubicBezTo>
                    <a:pt x="3223" y="3032"/>
                    <a:pt x="1315" y="3519"/>
                    <a:pt x="543" y="3765"/>
                  </a:cubicBezTo>
                  <a:lnTo>
                    <a:pt x="543" y="3765"/>
                  </a:lnTo>
                  <a:lnTo>
                    <a:pt x="590" y="3481"/>
                  </a:lnTo>
                  <a:lnTo>
                    <a:pt x="577" y="3478"/>
                  </a:lnTo>
                  <a:lnTo>
                    <a:pt x="577" y="3478"/>
                  </a:lnTo>
                  <a:lnTo>
                    <a:pt x="590" y="3453"/>
                  </a:lnTo>
                  <a:cubicBezTo>
                    <a:pt x="702" y="3173"/>
                    <a:pt x="1236" y="1994"/>
                    <a:pt x="1909" y="1404"/>
                  </a:cubicBezTo>
                  <a:cubicBezTo>
                    <a:pt x="2218" y="1151"/>
                    <a:pt x="2695" y="927"/>
                    <a:pt x="3285" y="758"/>
                  </a:cubicBezTo>
                  <a:cubicBezTo>
                    <a:pt x="3875" y="562"/>
                    <a:pt x="4576" y="478"/>
                    <a:pt x="5250" y="478"/>
                  </a:cubicBezTo>
                  <a:close/>
                  <a:moveTo>
                    <a:pt x="5250" y="0"/>
                  </a:moveTo>
                  <a:cubicBezTo>
                    <a:pt x="4520" y="0"/>
                    <a:pt x="3790" y="113"/>
                    <a:pt x="3173" y="309"/>
                  </a:cubicBezTo>
                  <a:cubicBezTo>
                    <a:pt x="2527" y="478"/>
                    <a:pt x="1994" y="730"/>
                    <a:pt x="1601" y="1067"/>
                  </a:cubicBezTo>
                  <a:cubicBezTo>
                    <a:pt x="1151" y="1460"/>
                    <a:pt x="786" y="2022"/>
                    <a:pt x="534" y="2499"/>
                  </a:cubicBezTo>
                  <a:cubicBezTo>
                    <a:pt x="281" y="2976"/>
                    <a:pt x="141" y="3341"/>
                    <a:pt x="141" y="3341"/>
                  </a:cubicBezTo>
                  <a:lnTo>
                    <a:pt x="113" y="3397"/>
                  </a:lnTo>
                  <a:lnTo>
                    <a:pt x="0" y="4071"/>
                  </a:lnTo>
                  <a:cubicBezTo>
                    <a:pt x="0" y="4155"/>
                    <a:pt x="28" y="4240"/>
                    <a:pt x="85" y="4296"/>
                  </a:cubicBezTo>
                  <a:cubicBezTo>
                    <a:pt x="134" y="4329"/>
                    <a:pt x="183" y="4342"/>
                    <a:pt x="233" y="4342"/>
                  </a:cubicBezTo>
                  <a:cubicBezTo>
                    <a:pt x="267" y="4342"/>
                    <a:pt x="302" y="4335"/>
                    <a:pt x="337" y="4324"/>
                  </a:cubicBezTo>
                  <a:cubicBezTo>
                    <a:pt x="590" y="4240"/>
                    <a:pt x="2724" y="3510"/>
                    <a:pt x="5699" y="3510"/>
                  </a:cubicBezTo>
                  <a:cubicBezTo>
                    <a:pt x="7300" y="3510"/>
                    <a:pt x="8479" y="3706"/>
                    <a:pt x="9265" y="3875"/>
                  </a:cubicBezTo>
                  <a:cubicBezTo>
                    <a:pt x="9658" y="3987"/>
                    <a:pt x="9967" y="4071"/>
                    <a:pt x="10163" y="4155"/>
                  </a:cubicBezTo>
                  <a:cubicBezTo>
                    <a:pt x="10248" y="4183"/>
                    <a:pt x="10332" y="4211"/>
                    <a:pt x="10388" y="4240"/>
                  </a:cubicBezTo>
                  <a:lnTo>
                    <a:pt x="10416" y="4268"/>
                  </a:lnTo>
                  <a:lnTo>
                    <a:pt x="10444" y="4268"/>
                  </a:lnTo>
                  <a:cubicBezTo>
                    <a:pt x="10479" y="4279"/>
                    <a:pt x="10514" y="4286"/>
                    <a:pt x="10549" y="4286"/>
                  </a:cubicBezTo>
                  <a:cubicBezTo>
                    <a:pt x="10598" y="4286"/>
                    <a:pt x="10647" y="4272"/>
                    <a:pt x="10697" y="4240"/>
                  </a:cubicBezTo>
                  <a:cubicBezTo>
                    <a:pt x="10753" y="4183"/>
                    <a:pt x="10781" y="4099"/>
                    <a:pt x="10781" y="4015"/>
                  </a:cubicBezTo>
                  <a:cubicBezTo>
                    <a:pt x="10781" y="3987"/>
                    <a:pt x="10500" y="2695"/>
                    <a:pt x="10135" y="1881"/>
                  </a:cubicBezTo>
                  <a:cubicBezTo>
                    <a:pt x="9911" y="1404"/>
                    <a:pt x="9433" y="1039"/>
                    <a:pt x="8788" y="758"/>
                  </a:cubicBezTo>
                  <a:cubicBezTo>
                    <a:pt x="8170" y="506"/>
                    <a:pt x="7356" y="281"/>
                    <a:pt x="6486" y="113"/>
                  </a:cubicBezTo>
                  <a:cubicBezTo>
                    <a:pt x="6093" y="28"/>
                    <a:pt x="5671" y="0"/>
                    <a:pt x="5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4220;p64">
              <a:extLst>
                <a:ext uri="{FF2B5EF4-FFF2-40B4-BE49-F238E27FC236}">
                  <a16:creationId xmlns:a16="http://schemas.microsoft.com/office/drawing/2014/main" id="{06CEECA2-7363-CCEB-3948-530E0A2713D0}"/>
                </a:ext>
              </a:extLst>
            </p:cNvPr>
            <p:cNvSpPr/>
            <p:nvPr/>
          </p:nvSpPr>
          <p:spPr>
            <a:xfrm>
              <a:off x="2812625" y="5107575"/>
              <a:ext cx="230250" cy="130200"/>
            </a:xfrm>
            <a:custGeom>
              <a:avLst/>
              <a:gdLst/>
              <a:ahLst/>
              <a:cxnLst/>
              <a:rect l="l" t="t" r="r" b="b"/>
              <a:pathLst>
                <a:path w="9210" h="5208" extrusionOk="0">
                  <a:moveTo>
                    <a:pt x="2579" y="0"/>
                  </a:moveTo>
                  <a:cubicBezTo>
                    <a:pt x="2040" y="0"/>
                    <a:pt x="1483" y="27"/>
                    <a:pt x="1124" y="117"/>
                  </a:cubicBezTo>
                  <a:cubicBezTo>
                    <a:pt x="225" y="342"/>
                    <a:pt x="1" y="1128"/>
                    <a:pt x="394" y="1689"/>
                  </a:cubicBezTo>
                  <a:cubicBezTo>
                    <a:pt x="787" y="2251"/>
                    <a:pt x="1629" y="3261"/>
                    <a:pt x="2191" y="3711"/>
                  </a:cubicBezTo>
                  <a:cubicBezTo>
                    <a:pt x="2752" y="4160"/>
                    <a:pt x="4549" y="4384"/>
                    <a:pt x="5335" y="4777"/>
                  </a:cubicBezTo>
                  <a:cubicBezTo>
                    <a:pt x="5783" y="5002"/>
                    <a:pt x="6287" y="5208"/>
                    <a:pt x="6835" y="5208"/>
                  </a:cubicBezTo>
                  <a:cubicBezTo>
                    <a:pt x="7247" y="5208"/>
                    <a:pt x="7684" y="5091"/>
                    <a:pt x="8142" y="4777"/>
                  </a:cubicBezTo>
                  <a:cubicBezTo>
                    <a:pt x="9209" y="4047"/>
                    <a:pt x="8592" y="1296"/>
                    <a:pt x="8592" y="1296"/>
                  </a:cubicBezTo>
                  <a:lnTo>
                    <a:pt x="8592" y="1296"/>
                  </a:lnTo>
                  <a:cubicBezTo>
                    <a:pt x="8592" y="1296"/>
                    <a:pt x="8272" y="1350"/>
                    <a:pt x="7780" y="1350"/>
                  </a:cubicBezTo>
                  <a:cubicBezTo>
                    <a:pt x="6858" y="1350"/>
                    <a:pt x="5328" y="1159"/>
                    <a:pt x="4156" y="61"/>
                  </a:cubicBezTo>
                  <a:cubicBezTo>
                    <a:pt x="4156" y="61"/>
                    <a:pt x="3388" y="0"/>
                    <a:pt x="2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4221;p64">
              <a:extLst>
                <a:ext uri="{FF2B5EF4-FFF2-40B4-BE49-F238E27FC236}">
                  <a16:creationId xmlns:a16="http://schemas.microsoft.com/office/drawing/2014/main" id="{03F93D90-F315-6523-54D8-621E0BB4D5AC}"/>
                </a:ext>
              </a:extLst>
            </p:cNvPr>
            <p:cNvSpPr/>
            <p:nvPr/>
          </p:nvSpPr>
          <p:spPr>
            <a:xfrm>
              <a:off x="2811925" y="5102075"/>
              <a:ext cx="226025" cy="141800"/>
            </a:xfrm>
            <a:custGeom>
              <a:avLst/>
              <a:gdLst/>
              <a:ahLst/>
              <a:cxnLst/>
              <a:rect l="l" t="t" r="r" b="b"/>
              <a:pathLst>
                <a:path w="9041" h="5672" extrusionOk="0">
                  <a:moveTo>
                    <a:pt x="2612" y="449"/>
                  </a:moveTo>
                  <a:cubicBezTo>
                    <a:pt x="3005" y="449"/>
                    <a:pt x="3398" y="477"/>
                    <a:pt x="3679" y="477"/>
                  </a:cubicBezTo>
                  <a:cubicBezTo>
                    <a:pt x="3863" y="494"/>
                    <a:pt x="3998" y="501"/>
                    <a:pt x="4076" y="504"/>
                  </a:cubicBezTo>
                  <a:lnTo>
                    <a:pt x="4076" y="504"/>
                  </a:lnTo>
                  <a:cubicBezTo>
                    <a:pt x="5329" y="1607"/>
                    <a:pt x="6866" y="1797"/>
                    <a:pt x="7805" y="1797"/>
                  </a:cubicBezTo>
                  <a:cubicBezTo>
                    <a:pt x="8075" y="1797"/>
                    <a:pt x="8287" y="1783"/>
                    <a:pt x="8435" y="1768"/>
                  </a:cubicBezTo>
                  <a:lnTo>
                    <a:pt x="8435" y="1768"/>
                  </a:lnTo>
                  <a:cubicBezTo>
                    <a:pt x="8490" y="2045"/>
                    <a:pt x="8564" y="2597"/>
                    <a:pt x="8564" y="3173"/>
                  </a:cubicBezTo>
                  <a:cubicBezTo>
                    <a:pt x="8564" y="3509"/>
                    <a:pt x="8535" y="3874"/>
                    <a:pt x="8451" y="4155"/>
                  </a:cubicBezTo>
                  <a:cubicBezTo>
                    <a:pt x="8367" y="4464"/>
                    <a:pt x="8227" y="4689"/>
                    <a:pt x="8058" y="4801"/>
                  </a:cubicBezTo>
                  <a:cubicBezTo>
                    <a:pt x="7609" y="5110"/>
                    <a:pt x="7244" y="5194"/>
                    <a:pt x="6879" y="5194"/>
                  </a:cubicBezTo>
                  <a:cubicBezTo>
                    <a:pt x="6374" y="5194"/>
                    <a:pt x="5896" y="5025"/>
                    <a:pt x="5475" y="4801"/>
                  </a:cubicBezTo>
                  <a:cubicBezTo>
                    <a:pt x="5026" y="4576"/>
                    <a:pt x="4380" y="4436"/>
                    <a:pt x="3763" y="4267"/>
                  </a:cubicBezTo>
                  <a:cubicBezTo>
                    <a:pt x="3454" y="4183"/>
                    <a:pt x="3173" y="4099"/>
                    <a:pt x="2920" y="4015"/>
                  </a:cubicBezTo>
                  <a:cubicBezTo>
                    <a:pt x="2668" y="3931"/>
                    <a:pt x="2471" y="3846"/>
                    <a:pt x="2359" y="3762"/>
                  </a:cubicBezTo>
                  <a:cubicBezTo>
                    <a:pt x="1826" y="3341"/>
                    <a:pt x="983" y="2330"/>
                    <a:pt x="618" y="1769"/>
                  </a:cubicBezTo>
                  <a:cubicBezTo>
                    <a:pt x="506" y="1628"/>
                    <a:pt x="478" y="1488"/>
                    <a:pt x="478" y="1348"/>
                  </a:cubicBezTo>
                  <a:cubicBezTo>
                    <a:pt x="478" y="1179"/>
                    <a:pt x="506" y="1011"/>
                    <a:pt x="646" y="898"/>
                  </a:cubicBezTo>
                  <a:cubicBezTo>
                    <a:pt x="759" y="758"/>
                    <a:pt x="927" y="618"/>
                    <a:pt x="1208" y="562"/>
                  </a:cubicBezTo>
                  <a:cubicBezTo>
                    <a:pt x="1517" y="477"/>
                    <a:pt x="2078" y="449"/>
                    <a:pt x="2612" y="449"/>
                  </a:cubicBezTo>
                  <a:close/>
                  <a:moveTo>
                    <a:pt x="2612" y="0"/>
                  </a:moveTo>
                  <a:cubicBezTo>
                    <a:pt x="2050" y="0"/>
                    <a:pt x="1489" y="0"/>
                    <a:pt x="1096" y="112"/>
                  </a:cubicBezTo>
                  <a:cubicBezTo>
                    <a:pt x="731" y="197"/>
                    <a:pt x="478" y="365"/>
                    <a:pt x="281" y="590"/>
                  </a:cubicBezTo>
                  <a:cubicBezTo>
                    <a:pt x="85" y="814"/>
                    <a:pt x="1" y="1067"/>
                    <a:pt x="1" y="1348"/>
                  </a:cubicBezTo>
                  <a:cubicBezTo>
                    <a:pt x="1" y="1600"/>
                    <a:pt x="85" y="1825"/>
                    <a:pt x="225" y="2050"/>
                  </a:cubicBezTo>
                  <a:cubicBezTo>
                    <a:pt x="646" y="2639"/>
                    <a:pt x="1461" y="3650"/>
                    <a:pt x="2078" y="4127"/>
                  </a:cubicBezTo>
                  <a:cubicBezTo>
                    <a:pt x="2247" y="4267"/>
                    <a:pt x="2499" y="4352"/>
                    <a:pt x="2752" y="4464"/>
                  </a:cubicBezTo>
                  <a:cubicBezTo>
                    <a:pt x="3173" y="4604"/>
                    <a:pt x="3650" y="4717"/>
                    <a:pt x="4128" y="4829"/>
                  </a:cubicBezTo>
                  <a:cubicBezTo>
                    <a:pt x="4577" y="4969"/>
                    <a:pt x="4998" y="5082"/>
                    <a:pt x="5251" y="5222"/>
                  </a:cubicBezTo>
                  <a:cubicBezTo>
                    <a:pt x="5728" y="5447"/>
                    <a:pt x="6261" y="5671"/>
                    <a:pt x="6879" y="5671"/>
                  </a:cubicBezTo>
                  <a:cubicBezTo>
                    <a:pt x="7328" y="5671"/>
                    <a:pt x="7805" y="5531"/>
                    <a:pt x="8311" y="5194"/>
                  </a:cubicBezTo>
                  <a:cubicBezTo>
                    <a:pt x="8620" y="4997"/>
                    <a:pt x="8788" y="4660"/>
                    <a:pt x="8900" y="4296"/>
                  </a:cubicBezTo>
                  <a:cubicBezTo>
                    <a:pt x="9013" y="3931"/>
                    <a:pt x="9041" y="3538"/>
                    <a:pt x="9041" y="3173"/>
                  </a:cubicBezTo>
                  <a:cubicBezTo>
                    <a:pt x="9041" y="2274"/>
                    <a:pt x="8872" y="1488"/>
                    <a:pt x="8844" y="1460"/>
                  </a:cubicBezTo>
                  <a:cubicBezTo>
                    <a:pt x="8844" y="1362"/>
                    <a:pt x="8738" y="1286"/>
                    <a:pt x="8637" y="1286"/>
                  </a:cubicBezTo>
                  <a:cubicBezTo>
                    <a:pt x="8622" y="1286"/>
                    <a:pt x="8606" y="1288"/>
                    <a:pt x="8592" y="1292"/>
                  </a:cubicBezTo>
                  <a:lnTo>
                    <a:pt x="8535" y="1292"/>
                  </a:lnTo>
                  <a:cubicBezTo>
                    <a:pt x="8423" y="1320"/>
                    <a:pt x="8170" y="1348"/>
                    <a:pt x="7805" y="1348"/>
                  </a:cubicBezTo>
                  <a:cubicBezTo>
                    <a:pt x="6935" y="1348"/>
                    <a:pt x="5447" y="1151"/>
                    <a:pt x="4352" y="112"/>
                  </a:cubicBezTo>
                  <a:cubicBezTo>
                    <a:pt x="4296" y="84"/>
                    <a:pt x="4268" y="56"/>
                    <a:pt x="4212" y="56"/>
                  </a:cubicBezTo>
                  <a:cubicBezTo>
                    <a:pt x="4212" y="56"/>
                    <a:pt x="3426" y="0"/>
                    <a:pt x="26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4222;p64">
              <a:extLst>
                <a:ext uri="{FF2B5EF4-FFF2-40B4-BE49-F238E27FC236}">
                  <a16:creationId xmlns:a16="http://schemas.microsoft.com/office/drawing/2014/main" id="{A5CE9FD0-624C-5FB6-AEE0-9E49051CAC79}"/>
                </a:ext>
              </a:extLst>
            </p:cNvPr>
            <p:cNvSpPr/>
            <p:nvPr/>
          </p:nvSpPr>
          <p:spPr>
            <a:xfrm>
              <a:off x="2816150" y="5125225"/>
              <a:ext cx="209875" cy="112550"/>
            </a:xfrm>
            <a:custGeom>
              <a:avLst/>
              <a:gdLst/>
              <a:ahLst/>
              <a:cxnLst/>
              <a:rect l="l" t="t" r="r" b="b"/>
              <a:pathLst>
                <a:path w="8395" h="4502" extrusionOk="0">
                  <a:moveTo>
                    <a:pt x="169" y="1"/>
                  </a:moveTo>
                  <a:lnTo>
                    <a:pt x="169" y="1"/>
                  </a:lnTo>
                  <a:cubicBezTo>
                    <a:pt x="0" y="309"/>
                    <a:pt x="28" y="674"/>
                    <a:pt x="253" y="983"/>
                  </a:cubicBezTo>
                  <a:cubicBezTo>
                    <a:pt x="646" y="1545"/>
                    <a:pt x="1488" y="2555"/>
                    <a:pt x="2050" y="3005"/>
                  </a:cubicBezTo>
                  <a:cubicBezTo>
                    <a:pt x="2611" y="3454"/>
                    <a:pt x="4408" y="3678"/>
                    <a:pt x="5194" y="4071"/>
                  </a:cubicBezTo>
                  <a:cubicBezTo>
                    <a:pt x="5642" y="4296"/>
                    <a:pt x="6146" y="4502"/>
                    <a:pt x="6694" y="4502"/>
                  </a:cubicBezTo>
                  <a:cubicBezTo>
                    <a:pt x="7106" y="4502"/>
                    <a:pt x="7543" y="4385"/>
                    <a:pt x="8001" y="4071"/>
                  </a:cubicBezTo>
                  <a:cubicBezTo>
                    <a:pt x="8170" y="3959"/>
                    <a:pt x="8310" y="3791"/>
                    <a:pt x="8395" y="3594"/>
                  </a:cubicBezTo>
                  <a:lnTo>
                    <a:pt x="8395" y="3594"/>
                  </a:lnTo>
                  <a:cubicBezTo>
                    <a:pt x="8001" y="3734"/>
                    <a:pt x="7608" y="3847"/>
                    <a:pt x="7272" y="3903"/>
                  </a:cubicBezTo>
                  <a:cubicBezTo>
                    <a:pt x="7141" y="3925"/>
                    <a:pt x="6996" y="3935"/>
                    <a:pt x="6840" y="3935"/>
                  </a:cubicBezTo>
                  <a:cubicBezTo>
                    <a:pt x="5786" y="3935"/>
                    <a:pt x="4198" y="3457"/>
                    <a:pt x="2780" y="2724"/>
                  </a:cubicBezTo>
                  <a:cubicBezTo>
                    <a:pt x="1629" y="2134"/>
                    <a:pt x="646" y="759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4223;p64">
              <a:extLst>
                <a:ext uri="{FF2B5EF4-FFF2-40B4-BE49-F238E27FC236}">
                  <a16:creationId xmlns:a16="http://schemas.microsoft.com/office/drawing/2014/main" id="{9B655D6C-CB4B-3B0F-9223-C46250DA424A}"/>
                </a:ext>
              </a:extLst>
            </p:cNvPr>
            <p:cNvSpPr/>
            <p:nvPr/>
          </p:nvSpPr>
          <p:spPr>
            <a:xfrm>
              <a:off x="2811925" y="5119425"/>
              <a:ext cx="220425" cy="124450"/>
            </a:xfrm>
            <a:custGeom>
              <a:avLst/>
              <a:gdLst/>
              <a:ahLst/>
              <a:cxnLst/>
              <a:rect l="l" t="t" r="r" b="b"/>
              <a:pathLst>
                <a:path w="8817" h="4978" extrusionOk="0">
                  <a:moveTo>
                    <a:pt x="527" y="923"/>
                  </a:moveTo>
                  <a:lnTo>
                    <a:pt x="527" y="923"/>
                  </a:lnTo>
                  <a:cubicBezTo>
                    <a:pt x="1069" y="1699"/>
                    <a:pt x="1866" y="2673"/>
                    <a:pt x="2836" y="3180"/>
                  </a:cubicBezTo>
                  <a:cubicBezTo>
                    <a:pt x="3071" y="3298"/>
                    <a:pt x="3309" y="3409"/>
                    <a:pt x="3548" y="3514"/>
                  </a:cubicBezTo>
                  <a:lnTo>
                    <a:pt x="3548" y="3514"/>
                  </a:lnTo>
                  <a:cubicBezTo>
                    <a:pt x="3323" y="3449"/>
                    <a:pt x="3113" y="3385"/>
                    <a:pt x="2920" y="3321"/>
                  </a:cubicBezTo>
                  <a:cubicBezTo>
                    <a:pt x="2668" y="3237"/>
                    <a:pt x="2471" y="3152"/>
                    <a:pt x="2359" y="3068"/>
                  </a:cubicBezTo>
                  <a:cubicBezTo>
                    <a:pt x="1826" y="2647"/>
                    <a:pt x="983" y="1636"/>
                    <a:pt x="618" y="1075"/>
                  </a:cubicBezTo>
                  <a:cubicBezTo>
                    <a:pt x="578" y="1024"/>
                    <a:pt x="548" y="974"/>
                    <a:pt x="527" y="923"/>
                  </a:cubicBezTo>
                  <a:close/>
                  <a:moveTo>
                    <a:pt x="5819" y="4271"/>
                  </a:moveTo>
                  <a:cubicBezTo>
                    <a:pt x="6254" y="4364"/>
                    <a:pt x="6661" y="4416"/>
                    <a:pt x="7019" y="4416"/>
                  </a:cubicBezTo>
                  <a:cubicBezTo>
                    <a:pt x="7188" y="4416"/>
                    <a:pt x="7328" y="4388"/>
                    <a:pt x="7497" y="4388"/>
                  </a:cubicBezTo>
                  <a:cubicBezTo>
                    <a:pt x="7528" y="4380"/>
                    <a:pt x="7560" y="4372"/>
                    <a:pt x="7593" y="4363"/>
                  </a:cubicBezTo>
                  <a:lnTo>
                    <a:pt x="7593" y="4363"/>
                  </a:lnTo>
                  <a:cubicBezTo>
                    <a:pt x="7341" y="4466"/>
                    <a:pt x="7110" y="4500"/>
                    <a:pt x="6879" y="4500"/>
                  </a:cubicBezTo>
                  <a:cubicBezTo>
                    <a:pt x="6507" y="4500"/>
                    <a:pt x="6150" y="4408"/>
                    <a:pt x="5819" y="4271"/>
                  </a:cubicBezTo>
                  <a:close/>
                  <a:moveTo>
                    <a:pt x="382" y="1"/>
                  </a:moveTo>
                  <a:cubicBezTo>
                    <a:pt x="367" y="1"/>
                    <a:pt x="353" y="3"/>
                    <a:pt x="338" y="8"/>
                  </a:cubicBezTo>
                  <a:cubicBezTo>
                    <a:pt x="253" y="8"/>
                    <a:pt x="169" y="36"/>
                    <a:pt x="141" y="120"/>
                  </a:cubicBezTo>
                  <a:cubicBezTo>
                    <a:pt x="57" y="289"/>
                    <a:pt x="1" y="485"/>
                    <a:pt x="1" y="654"/>
                  </a:cubicBezTo>
                  <a:cubicBezTo>
                    <a:pt x="1" y="906"/>
                    <a:pt x="85" y="1131"/>
                    <a:pt x="225" y="1356"/>
                  </a:cubicBezTo>
                  <a:cubicBezTo>
                    <a:pt x="646" y="1945"/>
                    <a:pt x="1461" y="2956"/>
                    <a:pt x="2078" y="3433"/>
                  </a:cubicBezTo>
                  <a:cubicBezTo>
                    <a:pt x="2247" y="3573"/>
                    <a:pt x="2499" y="3658"/>
                    <a:pt x="2752" y="3770"/>
                  </a:cubicBezTo>
                  <a:cubicBezTo>
                    <a:pt x="3173" y="3910"/>
                    <a:pt x="3650" y="4023"/>
                    <a:pt x="4128" y="4135"/>
                  </a:cubicBezTo>
                  <a:cubicBezTo>
                    <a:pt x="4577" y="4275"/>
                    <a:pt x="4998" y="4388"/>
                    <a:pt x="5251" y="4528"/>
                  </a:cubicBezTo>
                  <a:cubicBezTo>
                    <a:pt x="5728" y="4753"/>
                    <a:pt x="6261" y="4977"/>
                    <a:pt x="6879" y="4977"/>
                  </a:cubicBezTo>
                  <a:cubicBezTo>
                    <a:pt x="7328" y="4977"/>
                    <a:pt x="7805" y="4837"/>
                    <a:pt x="8311" y="4500"/>
                  </a:cubicBezTo>
                  <a:cubicBezTo>
                    <a:pt x="8535" y="4360"/>
                    <a:pt x="8676" y="4163"/>
                    <a:pt x="8760" y="3938"/>
                  </a:cubicBezTo>
                  <a:cubicBezTo>
                    <a:pt x="8816" y="3854"/>
                    <a:pt x="8788" y="3742"/>
                    <a:pt x="8732" y="3686"/>
                  </a:cubicBezTo>
                  <a:cubicBezTo>
                    <a:pt x="8696" y="3631"/>
                    <a:pt x="8636" y="3600"/>
                    <a:pt x="8576" y="3600"/>
                  </a:cubicBezTo>
                  <a:cubicBezTo>
                    <a:pt x="8542" y="3600"/>
                    <a:pt x="8509" y="3610"/>
                    <a:pt x="8479" y="3630"/>
                  </a:cubicBezTo>
                  <a:cubicBezTo>
                    <a:pt x="8114" y="3742"/>
                    <a:pt x="7721" y="3854"/>
                    <a:pt x="7412" y="3910"/>
                  </a:cubicBezTo>
                  <a:cubicBezTo>
                    <a:pt x="7300" y="3938"/>
                    <a:pt x="7160" y="3938"/>
                    <a:pt x="7019" y="3938"/>
                  </a:cubicBezTo>
                  <a:cubicBezTo>
                    <a:pt x="6037" y="3938"/>
                    <a:pt x="4437" y="3489"/>
                    <a:pt x="3061" y="2759"/>
                  </a:cubicBezTo>
                  <a:cubicBezTo>
                    <a:pt x="1994" y="2198"/>
                    <a:pt x="1011" y="850"/>
                    <a:pt x="534" y="120"/>
                  </a:cubicBezTo>
                  <a:cubicBezTo>
                    <a:pt x="511" y="51"/>
                    <a:pt x="450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4224;p64">
              <a:extLst>
                <a:ext uri="{FF2B5EF4-FFF2-40B4-BE49-F238E27FC236}">
                  <a16:creationId xmlns:a16="http://schemas.microsoft.com/office/drawing/2014/main" id="{078FCA5B-451A-7FBC-CF15-C9C06E8F5526}"/>
                </a:ext>
              </a:extLst>
            </p:cNvPr>
            <p:cNvSpPr/>
            <p:nvPr/>
          </p:nvSpPr>
          <p:spPr>
            <a:xfrm>
              <a:off x="3328500" y="5107575"/>
              <a:ext cx="230250" cy="130200"/>
            </a:xfrm>
            <a:custGeom>
              <a:avLst/>
              <a:gdLst/>
              <a:ahLst/>
              <a:cxnLst/>
              <a:rect l="l" t="t" r="r" b="b"/>
              <a:pathLst>
                <a:path w="9210" h="5208" extrusionOk="0">
                  <a:moveTo>
                    <a:pt x="6631" y="0"/>
                  </a:moveTo>
                  <a:cubicBezTo>
                    <a:pt x="5822" y="0"/>
                    <a:pt x="5054" y="61"/>
                    <a:pt x="5054" y="61"/>
                  </a:cubicBezTo>
                  <a:cubicBezTo>
                    <a:pt x="3882" y="1159"/>
                    <a:pt x="2352" y="1350"/>
                    <a:pt x="1430" y="1350"/>
                  </a:cubicBezTo>
                  <a:cubicBezTo>
                    <a:pt x="938" y="1350"/>
                    <a:pt x="618" y="1296"/>
                    <a:pt x="618" y="1296"/>
                  </a:cubicBezTo>
                  <a:lnTo>
                    <a:pt x="618" y="1296"/>
                  </a:lnTo>
                  <a:cubicBezTo>
                    <a:pt x="618" y="1296"/>
                    <a:pt x="1" y="4047"/>
                    <a:pt x="1068" y="4777"/>
                  </a:cubicBezTo>
                  <a:cubicBezTo>
                    <a:pt x="1526" y="5091"/>
                    <a:pt x="1963" y="5208"/>
                    <a:pt x="2376" y="5208"/>
                  </a:cubicBezTo>
                  <a:cubicBezTo>
                    <a:pt x="2923" y="5208"/>
                    <a:pt x="3427" y="5002"/>
                    <a:pt x="3875" y="4777"/>
                  </a:cubicBezTo>
                  <a:cubicBezTo>
                    <a:pt x="4661" y="4384"/>
                    <a:pt x="6458" y="4160"/>
                    <a:pt x="7019" y="3711"/>
                  </a:cubicBezTo>
                  <a:cubicBezTo>
                    <a:pt x="7581" y="3261"/>
                    <a:pt x="8423" y="2251"/>
                    <a:pt x="8816" y="1689"/>
                  </a:cubicBezTo>
                  <a:cubicBezTo>
                    <a:pt x="9209" y="1128"/>
                    <a:pt x="8985" y="342"/>
                    <a:pt x="8086" y="117"/>
                  </a:cubicBezTo>
                  <a:cubicBezTo>
                    <a:pt x="7727" y="27"/>
                    <a:pt x="7170" y="0"/>
                    <a:pt x="6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4225;p64">
              <a:extLst>
                <a:ext uri="{FF2B5EF4-FFF2-40B4-BE49-F238E27FC236}">
                  <a16:creationId xmlns:a16="http://schemas.microsoft.com/office/drawing/2014/main" id="{5CF65157-951C-9234-14FC-9F7D08906AC5}"/>
                </a:ext>
              </a:extLst>
            </p:cNvPr>
            <p:cNvSpPr/>
            <p:nvPr/>
          </p:nvSpPr>
          <p:spPr>
            <a:xfrm>
              <a:off x="3333425" y="5102075"/>
              <a:ext cx="226025" cy="141800"/>
            </a:xfrm>
            <a:custGeom>
              <a:avLst/>
              <a:gdLst/>
              <a:ahLst/>
              <a:cxnLst/>
              <a:rect l="l" t="t" r="r" b="b"/>
              <a:pathLst>
                <a:path w="9041" h="5672" extrusionOk="0">
                  <a:moveTo>
                    <a:pt x="6429" y="449"/>
                  </a:moveTo>
                  <a:cubicBezTo>
                    <a:pt x="6963" y="449"/>
                    <a:pt x="7524" y="477"/>
                    <a:pt x="7833" y="562"/>
                  </a:cubicBezTo>
                  <a:cubicBezTo>
                    <a:pt x="8114" y="618"/>
                    <a:pt x="8282" y="758"/>
                    <a:pt x="8423" y="898"/>
                  </a:cubicBezTo>
                  <a:cubicBezTo>
                    <a:pt x="8535" y="1011"/>
                    <a:pt x="8591" y="1179"/>
                    <a:pt x="8591" y="1348"/>
                  </a:cubicBezTo>
                  <a:cubicBezTo>
                    <a:pt x="8591" y="1488"/>
                    <a:pt x="8535" y="1628"/>
                    <a:pt x="8451" y="1769"/>
                  </a:cubicBezTo>
                  <a:cubicBezTo>
                    <a:pt x="8058" y="2330"/>
                    <a:pt x="7215" y="3341"/>
                    <a:pt x="6682" y="3762"/>
                  </a:cubicBezTo>
                  <a:cubicBezTo>
                    <a:pt x="6570" y="3846"/>
                    <a:pt x="6373" y="3931"/>
                    <a:pt x="6121" y="4015"/>
                  </a:cubicBezTo>
                  <a:cubicBezTo>
                    <a:pt x="5756" y="4155"/>
                    <a:pt x="5278" y="4267"/>
                    <a:pt x="4801" y="4380"/>
                  </a:cubicBezTo>
                  <a:cubicBezTo>
                    <a:pt x="4352" y="4520"/>
                    <a:pt x="3903" y="4632"/>
                    <a:pt x="3566" y="4801"/>
                  </a:cubicBezTo>
                  <a:cubicBezTo>
                    <a:pt x="3145" y="5025"/>
                    <a:pt x="2667" y="5194"/>
                    <a:pt x="2190" y="5194"/>
                  </a:cubicBezTo>
                  <a:cubicBezTo>
                    <a:pt x="1797" y="5194"/>
                    <a:pt x="1432" y="5110"/>
                    <a:pt x="1011" y="4801"/>
                  </a:cubicBezTo>
                  <a:cubicBezTo>
                    <a:pt x="814" y="4689"/>
                    <a:pt x="674" y="4464"/>
                    <a:pt x="590" y="4155"/>
                  </a:cubicBezTo>
                  <a:cubicBezTo>
                    <a:pt x="506" y="3874"/>
                    <a:pt x="478" y="3509"/>
                    <a:pt x="478" y="3173"/>
                  </a:cubicBezTo>
                  <a:cubicBezTo>
                    <a:pt x="478" y="2751"/>
                    <a:pt x="506" y="2358"/>
                    <a:pt x="562" y="2050"/>
                  </a:cubicBezTo>
                  <a:cubicBezTo>
                    <a:pt x="584" y="1938"/>
                    <a:pt x="589" y="1843"/>
                    <a:pt x="604" y="1767"/>
                  </a:cubicBezTo>
                  <a:lnTo>
                    <a:pt x="604" y="1767"/>
                  </a:lnTo>
                  <a:cubicBezTo>
                    <a:pt x="756" y="1782"/>
                    <a:pt x="973" y="1797"/>
                    <a:pt x="1236" y="1797"/>
                  </a:cubicBezTo>
                  <a:cubicBezTo>
                    <a:pt x="2175" y="1797"/>
                    <a:pt x="3739" y="1607"/>
                    <a:pt x="4966" y="504"/>
                  </a:cubicBezTo>
                  <a:lnTo>
                    <a:pt x="4966" y="504"/>
                  </a:lnTo>
                  <a:cubicBezTo>
                    <a:pt x="5049" y="501"/>
                    <a:pt x="5190" y="495"/>
                    <a:pt x="5363" y="477"/>
                  </a:cubicBezTo>
                  <a:cubicBezTo>
                    <a:pt x="5643" y="477"/>
                    <a:pt x="6036" y="449"/>
                    <a:pt x="6429" y="449"/>
                  </a:cubicBezTo>
                  <a:close/>
                  <a:moveTo>
                    <a:pt x="6429" y="0"/>
                  </a:moveTo>
                  <a:cubicBezTo>
                    <a:pt x="5615" y="0"/>
                    <a:pt x="4857" y="56"/>
                    <a:pt x="4829" y="56"/>
                  </a:cubicBezTo>
                  <a:cubicBezTo>
                    <a:pt x="4801" y="56"/>
                    <a:pt x="4745" y="84"/>
                    <a:pt x="4689" y="112"/>
                  </a:cubicBezTo>
                  <a:cubicBezTo>
                    <a:pt x="3594" y="1151"/>
                    <a:pt x="2134" y="1348"/>
                    <a:pt x="1236" y="1348"/>
                  </a:cubicBezTo>
                  <a:cubicBezTo>
                    <a:pt x="983" y="1348"/>
                    <a:pt x="786" y="1320"/>
                    <a:pt x="674" y="1320"/>
                  </a:cubicBezTo>
                  <a:cubicBezTo>
                    <a:pt x="590" y="1320"/>
                    <a:pt x="534" y="1292"/>
                    <a:pt x="506" y="1292"/>
                  </a:cubicBezTo>
                  <a:lnTo>
                    <a:pt x="449" y="1292"/>
                  </a:lnTo>
                  <a:cubicBezTo>
                    <a:pt x="435" y="1288"/>
                    <a:pt x="420" y="1286"/>
                    <a:pt x="405" y="1286"/>
                  </a:cubicBezTo>
                  <a:cubicBezTo>
                    <a:pt x="309" y="1286"/>
                    <a:pt x="221" y="1362"/>
                    <a:pt x="197" y="1460"/>
                  </a:cubicBezTo>
                  <a:cubicBezTo>
                    <a:pt x="197" y="1488"/>
                    <a:pt x="0" y="2274"/>
                    <a:pt x="0" y="3173"/>
                  </a:cubicBezTo>
                  <a:cubicBezTo>
                    <a:pt x="0" y="3538"/>
                    <a:pt x="28" y="3931"/>
                    <a:pt x="141" y="4296"/>
                  </a:cubicBezTo>
                  <a:cubicBezTo>
                    <a:pt x="253" y="4660"/>
                    <a:pt x="421" y="4997"/>
                    <a:pt x="730" y="5194"/>
                  </a:cubicBezTo>
                  <a:cubicBezTo>
                    <a:pt x="1236" y="5531"/>
                    <a:pt x="1713" y="5671"/>
                    <a:pt x="2190" y="5671"/>
                  </a:cubicBezTo>
                  <a:cubicBezTo>
                    <a:pt x="2780" y="5671"/>
                    <a:pt x="3313" y="5447"/>
                    <a:pt x="3790" y="5222"/>
                  </a:cubicBezTo>
                  <a:cubicBezTo>
                    <a:pt x="4127" y="5025"/>
                    <a:pt x="4773" y="4885"/>
                    <a:pt x="5391" y="4717"/>
                  </a:cubicBezTo>
                  <a:cubicBezTo>
                    <a:pt x="5699" y="4632"/>
                    <a:pt x="6008" y="4548"/>
                    <a:pt x="6289" y="4464"/>
                  </a:cubicBezTo>
                  <a:cubicBezTo>
                    <a:pt x="6570" y="4352"/>
                    <a:pt x="6794" y="4267"/>
                    <a:pt x="6963" y="4127"/>
                  </a:cubicBezTo>
                  <a:cubicBezTo>
                    <a:pt x="7580" y="3650"/>
                    <a:pt x="8423" y="2639"/>
                    <a:pt x="8816" y="2050"/>
                  </a:cubicBezTo>
                  <a:cubicBezTo>
                    <a:pt x="8956" y="1825"/>
                    <a:pt x="9040" y="1600"/>
                    <a:pt x="9040" y="1348"/>
                  </a:cubicBezTo>
                  <a:cubicBezTo>
                    <a:pt x="9040" y="1067"/>
                    <a:pt x="8956" y="814"/>
                    <a:pt x="8760" y="590"/>
                  </a:cubicBezTo>
                  <a:cubicBezTo>
                    <a:pt x="8591" y="365"/>
                    <a:pt x="8310" y="197"/>
                    <a:pt x="7945" y="112"/>
                  </a:cubicBezTo>
                  <a:cubicBezTo>
                    <a:pt x="7552" y="0"/>
                    <a:pt x="6991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4226;p64">
              <a:extLst>
                <a:ext uri="{FF2B5EF4-FFF2-40B4-BE49-F238E27FC236}">
                  <a16:creationId xmlns:a16="http://schemas.microsoft.com/office/drawing/2014/main" id="{86C7A055-7979-9E7C-0721-5F268C46E697}"/>
                </a:ext>
              </a:extLst>
            </p:cNvPr>
            <p:cNvSpPr/>
            <p:nvPr/>
          </p:nvSpPr>
          <p:spPr>
            <a:xfrm>
              <a:off x="3345350" y="5125225"/>
              <a:ext cx="209875" cy="112550"/>
            </a:xfrm>
            <a:custGeom>
              <a:avLst/>
              <a:gdLst/>
              <a:ahLst/>
              <a:cxnLst/>
              <a:rect l="l" t="t" r="r" b="b"/>
              <a:pathLst>
                <a:path w="8395" h="4502" extrusionOk="0">
                  <a:moveTo>
                    <a:pt x="8226" y="1"/>
                  </a:moveTo>
                  <a:lnTo>
                    <a:pt x="8226" y="1"/>
                  </a:lnTo>
                  <a:cubicBezTo>
                    <a:pt x="7749" y="759"/>
                    <a:pt x="6767" y="2134"/>
                    <a:pt x="5615" y="2724"/>
                  </a:cubicBezTo>
                  <a:cubicBezTo>
                    <a:pt x="4197" y="3457"/>
                    <a:pt x="2609" y="3935"/>
                    <a:pt x="1555" y="3935"/>
                  </a:cubicBezTo>
                  <a:cubicBezTo>
                    <a:pt x="1399" y="3935"/>
                    <a:pt x="1254" y="3925"/>
                    <a:pt x="1124" y="3903"/>
                  </a:cubicBezTo>
                  <a:cubicBezTo>
                    <a:pt x="787" y="3847"/>
                    <a:pt x="394" y="3734"/>
                    <a:pt x="1" y="3594"/>
                  </a:cubicBezTo>
                  <a:lnTo>
                    <a:pt x="1" y="3594"/>
                  </a:lnTo>
                  <a:cubicBezTo>
                    <a:pt x="113" y="3791"/>
                    <a:pt x="225" y="3959"/>
                    <a:pt x="394" y="4071"/>
                  </a:cubicBezTo>
                  <a:cubicBezTo>
                    <a:pt x="852" y="4385"/>
                    <a:pt x="1289" y="4502"/>
                    <a:pt x="1702" y="4502"/>
                  </a:cubicBezTo>
                  <a:cubicBezTo>
                    <a:pt x="2249" y="4502"/>
                    <a:pt x="2753" y="4296"/>
                    <a:pt x="3201" y="4071"/>
                  </a:cubicBezTo>
                  <a:cubicBezTo>
                    <a:pt x="3987" y="3678"/>
                    <a:pt x="5784" y="3454"/>
                    <a:pt x="6345" y="3005"/>
                  </a:cubicBezTo>
                  <a:cubicBezTo>
                    <a:pt x="6907" y="2555"/>
                    <a:pt x="7749" y="1545"/>
                    <a:pt x="8142" y="983"/>
                  </a:cubicBezTo>
                  <a:cubicBezTo>
                    <a:pt x="8367" y="674"/>
                    <a:pt x="8395" y="309"/>
                    <a:pt x="8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4227;p64">
              <a:extLst>
                <a:ext uri="{FF2B5EF4-FFF2-40B4-BE49-F238E27FC236}">
                  <a16:creationId xmlns:a16="http://schemas.microsoft.com/office/drawing/2014/main" id="{7474AEBF-98B3-855E-FDA0-DC6BBA648474}"/>
                </a:ext>
              </a:extLst>
            </p:cNvPr>
            <p:cNvSpPr/>
            <p:nvPr/>
          </p:nvSpPr>
          <p:spPr>
            <a:xfrm>
              <a:off x="3339025" y="5119425"/>
              <a:ext cx="220425" cy="124450"/>
            </a:xfrm>
            <a:custGeom>
              <a:avLst/>
              <a:gdLst/>
              <a:ahLst/>
              <a:cxnLst/>
              <a:rect l="l" t="t" r="r" b="b"/>
              <a:pathLst>
                <a:path w="8817" h="4978" extrusionOk="0">
                  <a:moveTo>
                    <a:pt x="8293" y="934"/>
                  </a:moveTo>
                  <a:cubicBezTo>
                    <a:pt x="8277" y="981"/>
                    <a:pt x="8255" y="1028"/>
                    <a:pt x="8227" y="1075"/>
                  </a:cubicBezTo>
                  <a:cubicBezTo>
                    <a:pt x="7834" y="1636"/>
                    <a:pt x="6991" y="2647"/>
                    <a:pt x="6458" y="3068"/>
                  </a:cubicBezTo>
                  <a:cubicBezTo>
                    <a:pt x="6346" y="3152"/>
                    <a:pt x="6149" y="3237"/>
                    <a:pt x="5897" y="3321"/>
                  </a:cubicBezTo>
                  <a:cubicBezTo>
                    <a:pt x="5707" y="3394"/>
                    <a:pt x="5487" y="3459"/>
                    <a:pt x="5253" y="3521"/>
                  </a:cubicBezTo>
                  <a:lnTo>
                    <a:pt x="5253" y="3521"/>
                  </a:lnTo>
                  <a:cubicBezTo>
                    <a:pt x="5497" y="3414"/>
                    <a:pt x="5741" y="3300"/>
                    <a:pt x="5981" y="3180"/>
                  </a:cubicBezTo>
                  <a:cubicBezTo>
                    <a:pt x="6946" y="2676"/>
                    <a:pt x="7757" y="1708"/>
                    <a:pt x="8293" y="934"/>
                  </a:cubicBezTo>
                  <a:close/>
                  <a:moveTo>
                    <a:pt x="2999" y="4270"/>
                  </a:moveTo>
                  <a:lnTo>
                    <a:pt x="2999" y="4270"/>
                  </a:lnTo>
                  <a:cubicBezTo>
                    <a:pt x="2670" y="4408"/>
                    <a:pt x="2318" y="4500"/>
                    <a:pt x="1966" y="4500"/>
                  </a:cubicBezTo>
                  <a:cubicBezTo>
                    <a:pt x="1712" y="4500"/>
                    <a:pt x="1470" y="4465"/>
                    <a:pt x="1216" y="4356"/>
                  </a:cubicBezTo>
                  <a:lnTo>
                    <a:pt x="1216" y="4356"/>
                  </a:lnTo>
                  <a:cubicBezTo>
                    <a:pt x="1261" y="4367"/>
                    <a:pt x="1305" y="4378"/>
                    <a:pt x="1348" y="4388"/>
                  </a:cubicBezTo>
                  <a:cubicBezTo>
                    <a:pt x="1489" y="4388"/>
                    <a:pt x="1629" y="4416"/>
                    <a:pt x="1798" y="4416"/>
                  </a:cubicBezTo>
                  <a:cubicBezTo>
                    <a:pt x="2156" y="4416"/>
                    <a:pt x="2563" y="4364"/>
                    <a:pt x="2999" y="4270"/>
                  </a:cubicBezTo>
                  <a:close/>
                  <a:moveTo>
                    <a:pt x="8453" y="1"/>
                  </a:moveTo>
                  <a:cubicBezTo>
                    <a:pt x="8375" y="1"/>
                    <a:pt x="8329" y="51"/>
                    <a:pt x="8283" y="120"/>
                  </a:cubicBezTo>
                  <a:cubicBezTo>
                    <a:pt x="7806" y="850"/>
                    <a:pt x="6851" y="2198"/>
                    <a:pt x="5756" y="2759"/>
                  </a:cubicBezTo>
                  <a:cubicBezTo>
                    <a:pt x="4381" y="3489"/>
                    <a:pt x="2808" y="3938"/>
                    <a:pt x="1798" y="3938"/>
                  </a:cubicBezTo>
                  <a:cubicBezTo>
                    <a:pt x="1657" y="3938"/>
                    <a:pt x="1517" y="3938"/>
                    <a:pt x="1405" y="3910"/>
                  </a:cubicBezTo>
                  <a:cubicBezTo>
                    <a:pt x="1096" y="3854"/>
                    <a:pt x="703" y="3742"/>
                    <a:pt x="338" y="3630"/>
                  </a:cubicBezTo>
                  <a:cubicBezTo>
                    <a:pt x="308" y="3610"/>
                    <a:pt x="275" y="3600"/>
                    <a:pt x="241" y="3600"/>
                  </a:cubicBezTo>
                  <a:cubicBezTo>
                    <a:pt x="181" y="3600"/>
                    <a:pt x="121" y="3631"/>
                    <a:pt x="85" y="3686"/>
                  </a:cubicBezTo>
                  <a:cubicBezTo>
                    <a:pt x="29" y="3742"/>
                    <a:pt x="1" y="3854"/>
                    <a:pt x="57" y="3938"/>
                  </a:cubicBezTo>
                  <a:cubicBezTo>
                    <a:pt x="169" y="4163"/>
                    <a:pt x="310" y="4360"/>
                    <a:pt x="506" y="4500"/>
                  </a:cubicBezTo>
                  <a:cubicBezTo>
                    <a:pt x="1012" y="4837"/>
                    <a:pt x="1489" y="4977"/>
                    <a:pt x="1966" y="4977"/>
                  </a:cubicBezTo>
                  <a:cubicBezTo>
                    <a:pt x="2556" y="4977"/>
                    <a:pt x="3089" y="4753"/>
                    <a:pt x="3566" y="4528"/>
                  </a:cubicBezTo>
                  <a:cubicBezTo>
                    <a:pt x="3903" y="4331"/>
                    <a:pt x="4549" y="4191"/>
                    <a:pt x="5167" y="4023"/>
                  </a:cubicBezTo>
                  <a:cubicBezTo>
                    <a:pt x="5475" y="3938"/>
                    <a:pt x="5784" y="3854"/>
                    <a:pt x="6065" y="3770"/>
                  </a:cubicBezTo>
                  <a:cubicBezTo>
                    <a:pt x="6346" y="3658"/>
                    <a:pt x="6570" y="3573"/>
                    <a:pt x="6739" y="3433"/>
                  </a:cubicBezTo>
                  <a:cubicBezTo>
                    <a:pt x="7356" y="2956"/>
                    <a:pt x="8199" y="1945"/>
                    <a:pt x="8592" y="1356"/>
                  </a:cubicBezTo>
                  <a:cubicBezTo>
                    <a:pt x="8732" y="1131"/>
                    <a:pt x="8816" y="906"/>
                    <a:pt x="8816" y="654"/>
                  </a:cubicBezTo>
                  <a:cubicBezTo>
                    <a:pt x="8816" y="485"/>
                    <a:pt x="8788" y="289"/>
                    <a:pt x="8704" y="120"/>
                  </a:cubicBezTo>
                  <a:cubicBezTo>
                    <a:pt x="8648" y="36"/>
                    <a:pt x="8592" y="8"/>
                    <a:pt x="8508" y="8"/>
                  </a:cubicBezTo>
                  <a:cubicBezTo>
                    <a:pt x="8488" y="3"/>
                    <a:pt x="8469" y="1"/>
                    <a:pt x="8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4228;p64">
              <a:extLst>
                <a:ext uri="{FF2B5EF4-FFF2-40B4-BE49-F238E27FC236}">
                  <a16:creationId xmlns:a16="http://schemas.microsoft.com/office/drawing/2014/main" id="{2EAB5105-6CEF-3237-868D-F008B17BDEE0}"/>
                </a:ext>
              </a:extLst>
            </p:cNvPr>
            <p:cNvSpPr/>
            <p:nvPr/>
          </p:nvSpPr>
          <p:spPr>
            <a:xfrm>
              <a:off x="2910200" y="3517250"/>
              <a:ext cx="615550" cy="1665775"/>
            </a:xfrm>
            <a:custGeom>
              <a:avLst/>
              <a:gdLst/>
              <a:ahLst/>
              <a:cxnLst/>
              <a:rect l="l" t="t" r="r" b="b"/>
              <a:pathLst>
                <a:path w="24622" h="66631" extrusionOk="0">
                  <a:moveTo>
                    <a:pt x="23078" y="0"/>
                  </a:moveTo>
                  <a:cubicBezTo>
                    <a:pt x="23078" y="0"/>
                    <a:pt x="17443" y="2118"/>
                    <a:pt x="10088" y="2118"/>
                  </a:cubicBezTo>
                  <a:cubicBezTo>
                    <a:pt x="8012" y="2118"/>
                    <a:pt x="5799" y="1949"/>
                    <a:pt x="3538" y="1516"/>
                  </a:cubicBezTo>
                  <a:cubicBezTo>
                    <a:pt x="3538" y="1516"/>
                    <a:pt x="3088" y="6738"/>
                    <a:pt x="3032" y="9097"/>
                  </a:cubicBezTo>
                  <a:cubicBezTo>
                    <a:pt x="2976" y="11483"/>
                    <a:pt x="3313" y="13673"/>
                    <a:pt x="3313" y="13673"/>
                  </a:cubicBezTo>
                  <a:lnTo>
                    <a:pt x="2190" y="35290"/>
                  </a:lnTo>
                  <a:cubicBezTo>
                    <a:pt x="2190" y="35290"/>
                    <a:pt x="506" y="49187"/>
                    <a:pt x="506" y="51939"/>
                  </a:cubicBezTo>
                  <a:cubicBezTo>
                    <a:pt x="506" y="54690"/>
                    <a:pt x="730" y="61905"/>
                    <a:pt x="730" y="61905"/>
                  </a:cubicBezTo>
                  <a:cubicBezTo>
                    <a:pt x="730" y="61905"/>
                    <a:pt x="112" y="63140"/>
                    <a:pt x="56" y="63421"/>
                  </a:cubicBezTo>
                  <a:cubicBezTo>
                    <a:pt x="0" y="63702"/>
                    <a:pt x="169" y="65386"/>
                    <a:pt x="169" y="65386"/>
                  </a:cubicBezTo>
                  <a:cubicBezTo>
                    <a:pt x="169" y="65386"/>
                    <a:pt x="1629" y="66285"/>
                    <a:pt x="3032" y="66397"/>
                  </a:cubicBezTo>
                  <a:cubicBezTo>
                    <a:pt x="3106" y="66403"/>
                    <a:pt x="3177" y="66406"/>
                    <a:pt x="3245" y="66406"/>
                  </a:cubicBezTo>
                  <a:cubicBezTo>
                    <a:pt x="4482" y="66406"/>
                    <a:pt x="4891" y="65490"/>
                    <a:pt x="4997" y="65330"/>
                  </a:cubicBezTo>
                  <a:cubicBezTo>
                    <a:pt x="5110" y="65162"/>
                    <a:pt x="5334" y="62860"/>
                    <a:pt x="5391" y="62074"/>
                  </a:cubicBezTo>
                  <a:cubicBezTo>
                    <a:pt x="5447" y="61287"/>
                    <a:pt x="5334" y="60108"/>
                    <a:pt x="5334" y="60108"/>
                  </a:cubicBezTo>
                  <a:cubicBezTo>
                    <a:pt x="5334" y="60108"/>
                    <a:pt x="7833" y="48008"/>
                    <a:pt x="9012" y="43881"/>
                  </a:cubicBezTo>
                  <a:cubicBezTo>
                    <a:pt x="10191" y="39782"/>
                    <a:pt x="12325" y="28637"/>
                    <a:pt x="12437" y="27177"/>
                  </a:cubicBezTo>
                  <a:cubicBezTo>
                    <a:pt x="12550" y="25717"/>
                    <a:pt x="13841" y="18895"/>
                    <a:pt x="13841" y="18895"/>
                  </a:cubicBezTo>
                  <a:cubicBezTo>
                    <a:pt x="13841" y="18895"/>
                    <a:pt x="14964" y="31107"/>
                    <a:pt x="15245" y="33409"/>
                  </a:cubicBezTo>
                  <a:cubicBezTo>
                    <a:pt x="15526" y="35739"/>
                    <a:pt x="14852" y="42140"/>
                    <a:pt x="14852" y="45566"/>
                  </a:cubicBezTo>
                  <a:cubicBezTo>
                    <a:pt x="14852" y="49019"/>
                    <a:pt x="16901" y="62410"/>
                    <a:pt x="16901" y="62410"/>
                  </a:cubicBezTo>
                  <a:cubicBezTo>
                    <a:pt x="16901" y="62410"/>
                    <a:pt x="16901" y="64067"/>
                    <a:pt x="17013" y="64516"/>
                  </a:cubicBezTo>
                  <a:cubicBezTo>
                    <a:pt x="17126" y="64965"/>
                    <a:pt x="17800" y="66509"/>
                    <a:pt x="17800" y="66509"/>
                  </a:cubicBezTo>
                  <a:cubicBezTo>
                    <a:pt x="17800" y="66509"/>
                    <a:pt x="18396" y="66631"/>
                    <a:pt x="19043" y="66631"/>
                  </a:cubicBezTo>
                  <a:cubicBezTo>
                    <a:pt x="19474" y="66631"/>
                    <a:pt x="19928" y="66577"/>
                    <a:pt x="20242" y="66397"/>
                  </a:cubicBezTo>
                  <a:cubicBezTo>
                    <a:pt x="21028" y="65948"/>
                    <a:pt x="22235" y="65190"/>
                    <a:pt x="22348" y="63842"/>
                  </a:cubicBezTo>
                  <a:cubicBezTo>
                    <a:pt x="22460" y="62495"/>
                    <a:pt x="21955" y="59800"/>
                    <a:pt x="21842" y="59041"/>
                  </a:cubicBezTo>
                  <a:cubicBezTo>
                    <a:pt x="21730" y="58255"/>
                    <a:pt x="23751" y="43235"/>
                    <a:pt x="23751" y="37901"/>
                  </a:cubicBezTo>
                  <a:cubicBezTo>
                    <a:pt x="23751" y="32567"/>
                    <a:pt x="24622" y="21000"/>
                    <a:pt x="24622" y="18558"/>
                  </a:cubicBezTo>
                  <a:cubicBezTo>
                    <a:pt x="24622" y="16115"/>
                    <a:pt x="24088" y="7889"/>
                    <a:pt x="24088" y="7889"/>
                  </a:cubicBezTo>
                  <a:lnTo>
                    <a:pt x="23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4229;p64">
              <a:extLst>
                <a:ext uri="{FF2B5EF4-FFF2-40B4-BE49-F238E27FC236}">
                  <a16:creationId xmlns:a16="http://schemas.microsoft.com/office/drawing/2014/main" id="{7F5C5951-95FA-7302-C282-74EA48C166DD}"/>
                </a:ext>
              </a:extLst>
            </p:cNvPr>
            <p:cNvSpPr/>
            <p:nvPr/>
          </p:nvSpPr>
          <p:spPr>
            <a:xfrm>
              <a:off x="2905275" y="3511100"/>
              <a:ext cx="626800" cy="1678025"/>
            </a:xfrm>
            <a:custGeom>
              <a:avLst/>
              <a:gdLst/>
              <a:ahLst/>
              <a:cxnLst/>
              <a:rect l="l" t="t" r="r" b="b"/>
              <a:pathLst>
                <a:path w="25072" h="67121" extrusionOk="0">
                  <a:moveTo>
                    <a:pt x="23084" y="546"/>
                  </a:moveTo>
                  <a:lnTo>
                    <a:pt x="24033" y="8163"/>
                  </a:lnTo>
                  <a:lnTo>
                    <a:pt x="24034" y="8163"/>
                  </a:lnTo>
                  <a:lnTo>
                    <a:pt x="24034" y="8163"/>
                  </a:lnTo>
                  <a:cubicBezTo>
                    <a:pt x="24041" y="8282"/>
                    <a:pt x="24068" y="8774"/>
                    <a:pt x="24117" y="9455"/>
                  </a:cubicBezTo>
                  <a:cubicBezTo>
                    <a:pt x="24285" y="11897"/>
                    <a:pt x="24594" y="16979"/>
                    <a:pt x="24594" y="18804"/>
                  </a:cubicBezTo>
                  <a:cubicBezTo>
                    <a:pt x="24594" y="20011"/>
                    <a:pt x="24370" y="23520"/>
                    <a:pt x="24145" y="27395"/>
                  </a:cubicBezTo>
                  <a:cubicBezTo>
                    <a:pt x="23920" y="31241"/>
                    <a:pt x="23696" y="35480"/>
                    <a:pt x="23696" y="38147"/>
                  </a:cubicBezTo>
                  <a:cubicBezTo>
                    <a:pt x="23696" y="40730"/>
                    <a:pt x="23247" y="45615"/>
                    <a:pt x="22769" y="50023"/>
                  </a:cubicBezTo>
                  <a:cubicBezTo>
                    <a:pt x="22517" y="52241"/>
                    <a:pt x="22292" y="54346"/>
                    <a:pt x="22095" y="55975"/>
                  </a:cubicBezTo>
                  <a:cubicBezTo>
                    <a:pt x="22011" y="56789"/>
                    <a:pt x="21955" y="57491"/>
                    <a:pt x="21899" y="58052"/>
                  </a:cubicBezTo>
                  <a:cubicBezTo>
                    <a:pt x="21843" y="58586"/>
                    <a:pt x="21815" y="58979"/>
                    <a:pt x="21815" y="59175"/>
                  </a:cubicBezTo>
                  <a:cubicBezTo>
                    <a:pt x="21815" y="59231"/>
                    <a:pt x="21815" y="59259"/>
                    <a:pt x="21815" y="59316"/>
                  </a:cubicBezTo>
                  <a:cubicBezTo>
                    <a:pt x="21871" y="59681"/>
                    <a:pt x="22011" y="60410"/>
                    <a:pt x="22124" y="61225"/>
                  </a:cubicBezTo>
                  <a:cubicBezTo>
                    <a:pt x="22236" y="62067"/>
                    <a:pt x="22348" y="62965"/>
                    <a:pt x="22348" y="63667"/>
                  </a:cubicBezTo>
                  <a:cubicBezTo>
                    <a:pt x="22348" y="63808"/>
                    <a:pt x="22320" y="63948"/>
                    <a:pt x="22320" y="64060"/>
                  </a:cubicBezTo>
                  <a:cubicBezTo>
                    <a:pt x="22264" y="64678"/>
                    <a:pt x="21983" y="65155"/>
                    <a:pt x="21590" y="65548"/>
                  </a:cubicBezTo>
                  <a:cubicBezTo>
                    <a:pt x="21197" y="65913"/>
                    <a:pt x="20720" y="66222"/>
                    <a:pt x="20327" y="66447"/>
                  </a:cubicBezTo>
                  <a:cubicBezTo>
                    <a:pt x="20074" y="66587"/>
                    <a:pt x="19653" y="66643"/>
                    <a:pt x="19260" y="66643"/>
                  </a:cubicBezTo>
                  <a:cubicBezTo>
                    <a:pt x="18923" y="66643"/>
                    <a:pt x="18642" y="66615"/>
                    <a:pt x="18418" y="66587"/>
                  </a:cubicBezTo>
                  <a:cubicBezTo>
                    <a:pt x="18326" y="66564"/>
                    <a:pt x="18234" y="66560"/>
                    <a:pt x="18173" y="66559"/>
                  </a:cubicBezTo>
                  <a:lnTo>
                    <a:pt x="18173" y="66559"/>
                  </a:lnTo>
                  <a:cubicBezTo>
                    <a:pt x="18109" y="66411"/>
                    <a:pt x="17989" y="66133"/>
                    <a:pt x="17856" y="65829"/>
                  </a:cubicBezTo>
                  <a:cubicBezTo>
                    <a:pt x="17688" y="65408"/>
                    <a:pt x="17491" y="64874"/>
                    <a:pt x="17435" y="64706"/>
                  </a:cubicBezTo>
                  <a:cubicBezTo>
                    <a:pt x="17435" y="64622"/>
                    <a:pt x="17407" y="64425"/>
                    <a:pt x="17379" y="64229"/>
                  </a:cubicBezTo>
                  <a:cubicBezTo>
                    <a:pt x="17379" y="63892"/>
                    <a:pt x="17351" y="63499"/>
                    <a:pt x="17351" y="63190"/>
                  </a:cubicBezTo>
                  <a:cubicBezTo>
                    <a:pt x="17351" y="62881"/>
                    <a:pt x="17351" y="62656"/>
                    <a:pt x="17351" y="62656"/>
                  </a:cubicBezTo>
                  <a:lnTo>
                    <a:pt x="17351" y="62600"/>
                  </a:lnTo>
                  <a:cubicBezTo>
                    <a:pt x="17351" y="62600"/>
                    <a:pt x="17210" y="61786"/>
                    <a:pt x="17014" y="60467"/>
                  </a:cubicBezTo>
                  <a:cubicBezTo>
                    <a:pt x="16733" y="58501"/>
                    <a:pt x="16284" y="55497"/>
                    <a:pt x="15919" y="52634"/>
                  </a:cubicBezTo>
                  <a:cubicBezTo>
                    <a:pt x="15554" y="49770"/>
                    <a:pt x="15273" y="47103"/>
                    <a:pt x="15273" y="45812"/>
                  </a:cubicBezTo>
                  <a:cubicBezTo>
                    <a:pt x="15273" y="42976"/>
                    <a:pt x="15751" y="38091"/>
                    <a:pt x="15751" y="35171"/>
                  </a:cubicBezTo>
                  <a:cubicBezTo>
                    <a:pt x="15751" y="34554"/>
                    <a:pt x="15723" y="34048"/>
                    <a:pt x="15694" y="33627"/>
                  </a:cubicBezTo>
                  <a:cubicBezTo>
                    <a:pt x="15554" y="32504"/>
                    <a:pt x="15189" y="28854"/>
                    <a:pt x="14880" y="25514"/>
                  </a:cubicBezTo>
                  <a:cubicBezTo>
                    <a:pt x="14712" y="23857"/>
                    <a:pt x="14571" y="22257"/>
                    <a:pt x="14459" y="21078"/>
                  </a:cubicBezTo>
                  <a:cubicBezTo>
                    <a:pt x="14347" y="19899"/>
                    <a:pt x="14263" y="19113"/>
                    <a:pt x="14263" y="19113"/>
                  </a:cubicBezTo>
                  <a:cubicBezTo>
                    <a:pt x="14263" y="19000"/>
                    <a:pt x="14178" y="18916"/>
                    <a:pt x="14066" y="18916"/>
                  </a:cubicBezTo>
                  <a:cubicBezTo>
                    <a:pt x="13926" y="18916"/>
                    <a:pt x="13842" y="19000"/>
                    <a:pt x="13813" y="19113"/>
                  </a:cubicBezTo>
                  <a:cubicBezTo>
                    <a:pt x="13813" y="19113"/>
                    <a:pt x="13477" y="20797"/>
                    <a:pt x="13140" y="22706"/>
                  </a:cubicBezTo>
                  <a:cubicBezTo>
                    <a:pt x="12803" y="24587"/>
                    <a:pt x="12466" y="26637"/>
                    <a:pt x="12410" y="27395"/>
                  </a:cubicBezTo>
                  <a:cubicBezTo>
                    <a:pt x="12382" y="27731"/>
                    <a:pt x="12213" y="28714"/>
                    <a:pt x="11989" y="30034"/>
                  </a:cubicBezTo>
                  <a:cubicBezTo>
                    <a:pt x="11287" y="33964"/>
                    <a:pt x="9855" y="41011"/>
                    <a:pt x="8985" y="44071"/>
                  </a:cubicBezTo>
                  <a:cubicBezTo>
                    <a:pt x="7777" y="48198"/>
                    <a:pt x="5307" y="60298"/>
                    <a:pt x="5307" y="60298"/>
                  </a:cubicBezTo>
                  <a:lnTo>
                    <a:pt x="5307" y="60354"/>
                  </a:lnTo>
                  <a:cubicBezTo>
                    <a:pt x="5307" y="60354"/>
                    <a:pt x="5335" y="60551"/>
                    <a:pt x="5335" y="60832"/>
                  </a:cubicBezTo>
                  <a:cubicBezTo>
                    <a:pt x="5363" y="61084"/>
                    <a:pt x="5391" y="61449"/>
                    <a:pt x="5391" y="61814"/>
                  </a:cubicBezTo>
                  <a:cubicBezTo>
                    <a:pt x="5391" y="61983"/>
                    <a:pt x="5391" y="62151"/>
                    <a:pt x="5363" y="62291"/>
                  </a:cubicBezTo>
                  <a:cubicBezTo>
                    <a:pt x="5335" y="62685"/>
                    <a:pt x="5279" y="63471"/>
                    <a:pt x="5194" y="64144"/>
                  </a:cubicBezTo>
                  <a:cubicBezTo>
                    <a:pt x="5166" y="64509"/>
                    <a:pt x="5110" y="64818"/>
                    <a:pt x="5082" y="65071"/>
                  </a:cubicBezTo>
                  <a:cubicBezTo>
                    <a:pt x="5054" y="65183"/>
                    <a:pt x="5054" y="65295"/>
                    <a:pt x="5026" y="65380"/>
                  </a:cubicBezTo>
                  <a:lnTo>
                    <a:pt x="4998" y="65464"/>
                  </a:lnTo>
                  <a:lnTo>
                    <a:pt x="5005" y="65468"/>
                  </a:lnTo>
                  <a:lnTo>
                    <a:pt x="5005" y="65468"/>
                  </a:lnTo>
                  <a:cubicBezTo>
                    <a:pt x="4962" y="65536"/>
                    <a:pt x="4931" y="65591"/>
                    <a:pt x="4858" y="65689"/>
                  </a:cubicBezTo>
                  <a:cubicBezTo>
                    <a:pt x="4773" y="65829"/>
                    <a:pt x="4605" y="66025"/>
                    <a:pt x="4380" y="66166"/>
                  </a:cubicBezTo>
                  <a:cubicBezTo>
                    <a:pt x="4156" y="66306"/>
                    <a:pt x="3875" y="66418"/>
                    <a:pt x="3454" y="66418"/>
                  </a:cubicBezTo>
                  <a:lnTo>
                    <a:pt x="3257" y="66418"/>
                  </a:lnTo>
                  <a:cubicBezTo>
                    <a:pt x="2584" y="66362"/>
                    <a:pt x="1910" y="66110"/>
                    <a:pt x="1376" y="65885"/>
                  </a:cubicBezTo>
                  <a:cubicBezTo>
                    <a:pt x="1096" y="65773"/>
                    <a:pt x="871" y="65660"/>
                    <a:pt x="731" y="65576"/>
                  </a:cubicBezTo>
                  <a:cubicBezTo>
                    <a:pt x="661" y="65530"/>
                    <a:pt x="610" y="65502"/>
                    <a:pt x="579" y="65479"/>
                  </a:cubicBezTo>
                  <a:lnTo>
                    <a:pt x="579" y="65479"/>
                  </a:lnTo>
                  <a:cubicBezTo>
                    <a:pt x="568" y="65355"/>
                    <a:pt x="551" y="65153"/>
                    <a:pt x="534" y="64931"/>
                  </a:cubicBezTo>
                  <a:cubicBezTo>
                    <a:pt x="506" y="64566"/>
                    <a:pt x="478" y="64116"/>
                    <a:pt x="478" y="63864"/>
                  </a:cubicBezTo>
                  <a:cubicBezTo>
                    <a:pt x="478" y="63779"/>
                    <a:pt x="478" y="63723"/>
                    <a:pt x="478" y="63695"/>
                  </a:cubicBezTo>
                  <a:cubicBezTo>
                    <a:pt x="478" y="63667"/>
                    <a:pt x="534" y="63555"/>
                    <a:pt x="590" y="63386"/>
                  </a:cubicBezTo>
                  <a:cubicBezTo>
                    <a:pt x="703" y="63162"/>
                    <a:pt x="843" y="62881"/>
                    <a:pt x="955" y="62656"/>
                  </a:cubicBezTo>
                  <a:cubicBezTo>
                    <a:pt x="1039" y="62432"/>
                    <a:pt x="1152" y="62235"/>
                    <a:pt x="1152" y="62235"/>
                  </a:cubicBezTo>
                  <a:lnTo>
                    <a:pt x="1152" y="62123"/>
                  </a:lnTo>
                  <a:cubicBezTo>
                    <a:pt x="1152" y="62123"/>
                    <a:pt x="1152" y="61674"/>
                    <a:pt x="1124" y="60972"/>
                  </a:cubicBezTo>
                  <a:cubicBezTo>
                    <a:pt x="1067" y="58810"/>
                    <a:pt x="927" y="54234"/>
                    <a:pt x="927" y="52185"/>
                  </a:cubicBezTo>
                  <a:cubicBezTo>
                    <a:pt x="927" y="51511"/>
                    <a:pt x="1039" y="50135"/>
                    <a:pt x="1208" y="48423"/>
                  </a:cubicBezTo>
                  <a:cubicBezTo>
                    <a:pt x="1432" y="45896"/>
                    <a:pt x="1797" y="42667"/>
                    <a:pt x="2078" y="40084"/>
                  </a:cubicBezTo>
                  <a:cubicBezTo>
                    <a:pt x="2247" y="38793"/>
                    <a:pt x="2359" y="37670"/>
                    <a:pt x="2471" y="36856"/>
                  </a:cubicBezTo>
                  <a:cubicBezTo>
                    <a:pt x="2555" y="36042"/>
                    <a:pt x="2612" y="35564"/>
                    <a:pt x="2612" y="35564"/>
                  </a:cubicBezTo>
                  <a:lnTo>
                    <a:pt x="2640" y="35536"/>
                  </a:lnTo>
                  <a:lnTo>
                    <a:pt x="3763" y="13919"/>
                  </a:lnTo>
                  <a:lnTo>
                    <a:pt x="3763" y="13863"/>
                  </a:lnTo>
                  <a:cubicBezTo>
                    <a:pt x="3763" y="13863"/>
                    <a:pt x="3735" y="13750"/>
                    <a:pt x="3707" y="13554"/>
                  </a:cubicBezTo>
                  <a:cubicBezTo>
                    <a:pt x="3622" y="12936"/>
                    <a:pt x="3454" y="11504"/>
                    <a:pt x="3454" y="9904"/>
                  </a:cubicBezTo>
                  <a:cubicBezTo>
                    <a:pt x="3454" y="9707"/>
                    <a:pt x="3454" y="9539"/>
                    <a:pt x="3482" y="9371"/>
                  </a:cubicBezTo>
                  <a:cubicBezTo>
                    <a:pt x="3510" y="8191"/>
                    <a:pt x="3622" y="6282"/>
                    <a:pt x="3735" y="4682"/>
                  </a:cubicBezTo>
                  <a:cubicBezTo>
                    <a:pt x="3791" y="3896"/>
                    <a:pt x="3875" y="3166"/>
                    <a:pt x="3903" y="2633"/>
                  </a:cubicBezTo>
                  <a:cubicBezTo>
                    <a:pt x="3930" y="2381"/>
                    <a:pt x="3950" y="2179"/>
                    <a:pt x="3964" y="2034"/>
                  </a:cubicBezTo>
                  <a:lnTo>
                    <a:pt x="3964" y="2034"/>
                  </a:lnTo>
                  <a:cubicBezTo>
                    <a:pt x="6148" y="2423"/>
                    <a:pt x="8277" y="2605"/>
                    <a:pt x="10276" y="2605"/>
                  </a:cubicBezTo>
                  <a:cubicBezTo>
                    <a:pt x="16746" y="2580"/>
                    <a:pt x="21867" y="973"/>
                    <a:pt x="23084" y="546"/>
                  </a:cubicBezTo>
                  <a:close/>
                  <a:moveTo>
                    <a:pt x="23289" y="1"/>
                  </a:moveTo>
                  <a:cubicBezTo>
                    <a:pt x="23254" y="1"/>
                    <a:pt x="23218" y="8"/>
                    <a:pt x="23190" y="22"/>
                  </a:cubicBezTo>
                  <a:cubicBezTo>
                    <a:pt x="23190" y="22"/>
                    <a:pt x="23106" y="50"/>
                    <a:pt x="22938" y="106"/>
                  </a:cubicBezTo>
                  <a:cubicBezTo>
                    <a:pt x="21787" y="499"/>
                    <a:pt x="16677" y="2127"/>
                    <a:pt x="10276" y="2127"/>
                  </a:cubicBezTo>
                  <a:cubicBezTo>
                    <a:pt x="8227" y="2127"/>
                    <a:pt x="6037" y="1959"/>
                    <a:pt x="3791" y="1538"/>
                  </a:cubicBezTo>
                  <a:cubicBezTo>
                    <a:pt x="3774" y="1529"/>
                    <a:pt x="3755" y="1526"/>
                    <a:pt x="3736" y="1526"/>
                  </a:cubicBezTo>
                  <a:cubicBezTo>
                    <a:pt x="3688" y="1526"/>
                    <a:pt x="3634" y="1546"/>
                    <a:pt x="3594" y="1566"/>
                  </a:cubicBezTo>
                  <a:cubicBezTo>
                    <a:pt x="3538" y="1622"/>
                    <a:pt x="3510" y="1678"/>
                    <a:pt x="3510" y="1734"/>
                  </a:cubicBezTo>
                  <a:cubicBezTo>
                    <a:pt x="3510" y="1734"/>
                    <a:pt x="3061" y="6956"/>
                    <a:pt x="3005" y="9343"/>
                  </a:cubicBezTo>
                  <a:cubicBezTo>
                    <a:pt x="3005" y="9539"/>
                    <a:pt x="3005" y="9707"/>
                    <a:pt x="3005" y="9904"/>
                  </a:cubicBezTo>
                  <a:cubicBezTo>
                    <a:pt x="3005" y="11955"/>
                    <a:pt x="3257" y="13752"/>
                    <a:pt x="3283" y="13932"/>
                  </a:cubicBezTo>
                  <a:lnTo>
                    <a:pt x="3283" y="13932"/>
                  </a:lnTo>
                  <a:lnTo>
                    <a:pt x="2164" y="35480"/>
                  </a:lnTo>
                  <a:lnTo>
                    <a:pt x="2162" y="35480"/>
                  </a:lnTo>
                  <a:cubicBezTo>
                    <a:pt x="2162" y="35508"/>
                    <a:pt x="1741" y="38961"/>
                    <a:pt x="1320" y="42780"/>
                  </a:cubicBezTo>
                  <a:cubicBezTo>
                    <a:pt x="1096" y="44717"/>
                    <a:pt x="899" y="46710"/>
                    <a:pt x="731" y="48394"/>
                  </a:cubicBezTo>
                  <a:cubicBezTo>
                    <a:pt x="590" y="50079"/>
                    <a:pt x="478" y="51483"/>
                    <a:pt x="478" y="52185"/>
                  </a:cubicBezTo>
                  <a:cubicBezTo>
                    <a:pt x="478" y="54793"/>
                    <a:pt x="680" y="61411"/>
                    <a:pt x="701" y="62094"/>
                  </a:cubicBezTo>
                  <a:lnTo>
                    <a:pt x="701" y="62094"/>
                  </a:lnTo>
                  <a:cubicBezTo>
                    <a:pt x="645" y="62198"/>
                    <a:pt x="519" y="62433"/>
                    <a:pt x="394" y="62685"/>
                  </a:cubicBezTo>
                  <a:cubicBezTo>
                    <a:pt x="309" y="62881"/>
                    <a:pt x="225" y="63050"/>
                    <a:pt x="169" y="63218"/>
                  </a:cubicBezTo>
                  <a:cubicBezTo>
                    <a:pt x="113" y="63386"/>
                    <a:pt x="57" y="63499"/>
                    <a:pt x="29" y="63611"/>
                  </a:cubicBezTo>
                  <a:cubicBezTo>
                    <a:pt x="1" y="63695"/>
                    <a:pt x="1" y="63751"/>
                    <a:pt x="1" y="63864"/>
                  </a:cubicBezTo>
                  <a:cubicBezTo>
                    <a:pt x="1" y="64425"/>
                    <a:pt x="141" y="65660"/>
                    <a:pt x="141" y="65660"/>
                  </a:cubicBezTo>
                  <a:cubicBezTo>
                    <a:pt x="141" y="65717"/>
                    <a:pt x="169" y="65801"/>
                    <a:pt x="253" y="65829"/>
                  </a:cubicBezTo>
                  <a:cubicBezTo>
                    <a:pt x="253" y="65829"/>
                    <a:pt x="1741" y="66755"/>
                    <a:pt x="3229" y="66868"/>
                  </a:cubicBezTo>
                  <a:cubicBezTo>
                    <a:pt x="3285" y="66896"/>
                    <a:pt x="3370" y="66896"/>
                    <a:pt x="3454" y="66896"/>
                  </a:cubicBezTo>
                  <a:cubicBezTo>
                    <a:pt x="4128" y="66896"/>
                    <a:pt x="4605" y="66615"/>
                    <a:pt x="4914" y="66334"/>
                  </a:cubicBezTo>
                  <a:cubicBezTo>
                    <a:pt x="5054" y="66194"/>
                    <a:pt x="5166" y="66054"/>
                    <a:pt x="5251" y="65941"/>
                  </a:cubicBezTo>
                  <a:cubicBezTo>
                    <a:pt x="5335" y="65829"/>
                    <a:pt x="5391" y="65717"/>
                    <a:pt x="5391" y="65717"/>
                  </a:cubicBezTo>
                  <a:cubicBezTo>
                    <a:pt x="5447" y="65660"/>
                    <a:pt x="5447" y="65632"/>
                    <a:pt x="5447" y="65576"/>
                  </a:cubicBezTo>
                  <a:cubicBezTo>
                    <a:pt x="5503" y="65464"/>
                    <a:pt x="5531" y="65267"/>
                    <a:pt x="5559" y="64987"/>
                  </a:cubicBezTo>
                  <a:cubicBezTo>
                    <a:pt x="5672" y="64201"/>
                    <a:pt x="5784" y="62881"/>
                    <a:pt x="5840" y="62320"/>
                  </a:cubicBezTo>
                  <a:cubicBezTo>
                    <a:pt x="5840" y="62151"/>
                    <a:pt x="5840" y="61983"/>
                    <a:pt x="5840" y="61814"/>
                  </a:cubicBezTo>
                  <a:cubicBezTo>
                    <a:pt x="5840" y="61184"/>
                    <a:pt x="5798" y="60534"/>
                    <a:pt x="5787" y="60367"/>
                  </a:cubicBezTo>
                  <a:lnTo>
                    <a:pt x="5787" y="60367"/>
                  </a:lnTo>
                  <a:cubicBezTo>
                    <a:pt x="5808" y="60254"/>
                    <a:pt x="5945" y="59527"/>
                    <a:pt x="6177" y="58445"/>
                  </a:cubicBezTo>
                  <a:cubicBezTo>
                    <a:pt x="6935" y="54852"/>
                    <a:pt x="8535" y="47272"/>
                    <a:pt x="9434" y="44211"/>
                  </a:cubicBezTo>
                  <a:cubicBezTo>
                    <a:pt x="10023" y="42134"/>
                    <a:pt x="10866" y="38316"/>
                    <a:pt x="11539" y="34834"/>
                  </a:cubicBezTo>
                  <a:cubicBezTo>
                    <a:pt x="11904" y="33094"/>
                    <a:pt x="12213" y="31437"/>
                    <a:pt x="12438" y="30118"/>
                  </a:cubicBezTo>
                  <a:cubicBezTo>
                    <a:pt x="12690" y="28798"/>
                    <a:pt x="12831" y="27816"/>
                    <a:pt x="12859" y="27451"/>
                  </a:cubicBezTo>
                  <a:cubicBezTo>
                    <a:pt x="12915" y="26721"/>
                    <a:pt x="13280" y="24643"/>
                    <a:pt x="13617" y="22762"/>
                  </a:cubicBezTo>
                  <a:cubicBezTo>
                    <a:pt x="13741" y="22078"/>
                    <a:pt x="13866" y="21409"/>
                    <a:pt x="13967" y="20835"/>
                  </a:cubicBezTo>
                  <a:lnTo>
                    <a:pt x="13967" y="20835"/>
                  </a:lnTo>
                  <a:cubicBezTo>
                    <a:pt x="14285" y="24258"/>
                    <a:pt x="15001" y="31910"/>
                    <a:pt x="15217" y="33683"/>
                  </a:cubicBezTo>
                  <a:cubicBezTo>
                    <a:pt x="15273" y="34076"/>
                    <a:pt x="15273" y="34582"/>
                    <a:pt x="15273" y="35171"/>
                  </a:cubicBezTo>
                  <a:cubicBezTo>
                    <a:pt x="15273" y="38035"/>
                    <a:pt x="14824" y="42948"/>
                    <a:pt x="14796" y="45812"/>
                  </a:cubicBezTo>
                  <a:cubicBezTo>
                    <a:pt x="14824" y="47580"/>
                    <a:pt x="15329" y="51792"/>
                    <a:pt x="15835" y="55554"/>
                  </a:cubicBezTo>
                  <a:cubicBezTo>
                    <a:pt x="16368" y="59344"/>
                    <a:pt x="16874" y="62685"/>
                    <a:pt x="16874" y="62685"/>
                  </a:cubicBezTo>
                  <a:lnTo>
                    <a:pt x="16874" y="62685"/>
                  </a:lnTo>
                  <a:lnTo>
                    <a:pt x="16874" y="62685"/>
                  </a:lnTo>
                  <a:cubicBezTo>
                    <a:pt x="16874" y="62782"/>
                    <a:pt x="16878" y="63125"/>
                    <a:pt x="16902" y="63527"/>
                  </a:cubicBezTo>
                  <a:cubicBezTo>
                    <a:pt x="16902" y="63779"/>
                    <a:pt x="16902" y="64032"/>
                    <a:pt x="16930" y="64257"/>
                  </a:cubicBezTo>
                  <a:cubicBezTo>
                    <a:pt x="16930" y="64481"/>
                    <a:pt x="16958" y="64678"/>
                    <a:pt x="16986" y="64818"/>
                  </a:cubicBezTo>
                  <a:cubicBezTo>
                    <a:pt x="17070" y="65071"/>
                    <a:pt x="17239" y="65548"/>
                    <a:pt x="17435" y="65997"/>
                  </a:cubicBezTo>
                  <a:cubicBezTo>
                    <a:pt x="17604" y="66447"/>
                    <a:pt x="17772" y="66840"/>
                    <a:pt x="17772" y="66840"/>
                  </a:cubicBezTo>
                  <a:cubicBezTo>
                    <a:pt x="17800" y="66924"/>
                    <a:pt x="17884" y="66980"/>
                    <a:pt x="17940" y="66980"/>
                  </a:cubicBezTo>
                  <a:cubicBezTo>
                    <a:pt x="17968" y="66980"/>
                    <a:pt x="18558" y="67120"/>
                    <a:pt x="19260" y="67120"/>
                  </a:cubicBezTo>
                  <a:cubicBezTo>
                    <a:pt x="19709" y="67120"/>
                    <a:pt x="20186" y="67064"/>
                    <a:pt x="20551" y="66840"/>
                  </a:cubicBezTo>
                  <a:cubicBezTo>
                    <a:pt x="20944" y="66615"/>
                    <a:pt x="21478" y="66306"/>
                    <a:pt x="21927" y="65857"/>
                  </a:cubicBezTo>
                  <a:cubicBezTo>
                    <a:pt x="22348" y="65436"/>
                    <a:pt x="22741" y="64846"/>
                    <a:pt x="22797" y="64116"/>
                  </a:cubicBezTo>
                  <a:cubicBezTo>
                    <a:pt x="22797" y="63976"/>
                    <a:pt x="22797" y="63808"/>
                    <a:pt x="22797" y="63667"/>
                  </a:cubicBezTo>
                  <a:cubicBezTo>
                    <a:pt x="22797" y="62937"/>
                    <a:pt x="22685" y="62011"/>
                    <a:pt x="22573" y="61169"/>
                  </a:cubicBezTo>
                  <a:cubicBezTo>
                    <a:pt x="22460" y="60326"/>
                    <a:pt x="22320" y="59596"/>
                    <a:pt x="22292" y="59259"/>
                  </a:cubicBezTo>
                  <a:lnTo>
                    <a:pt x="22292" y="59231"/>
                  </a:lnTo>
                  <a:lnTo>
                    <a:pt x="22292" y="59175"/>
                  </a:lnTo>
                  <a:cubicBezTo>
                    <a:pt x="22292" y="59035"/>
                    <a:pt x="22320" y="58642"/>
                    <a:pt x="22348" y="58080"/>
                  </a:cubicBezTo>
                  <a:cubicBezTo>
                    <a:pt x="22545" y="56199"/>
                    <a:pt x="22994" y="52353"/>
                    <a:pt x="23415" y="48394"/>
                  </a:cubicBezTo>
                  <a:cubicBezTo>
                    <a:pt x="23808" y="44464"/>
                    <a:pt x="24173" y="40449"/>
                    <a:pt x="24173" y="38147"/>
                  </a:cubicBezTo>
                  <a:cubicBezTo>
                    <a:pt x="24173" y="35508"/>
                    <a:pt x="24398" y="31269"/>
                    <a:pt x="24622" y="27395"/>
                  </a:cubicBezTo>
                  <a:cubicBezTo>
                    <a:pt x="24847" y="23548"/>
                    <a:pt x="25071" y="20039"/>
                    <a:pt x="25071" y="18804"/>
                  </a:cubicBezTo>
                  <a:cubicBezTo>
                    <a:pt x="25071" y="16333"/>
                    <a:pt x="24510" y="8107"/>
                    <a:pt x="24510" y="8107"/>
                  </a:cubicBezTo>
                  <a:lnTo>
                    <a:pt x="23499" y="218"/>
                  </a:lnTo>
                  <a:cubicBezTo>
                    <a:pt x="23499" y="134"/>
                    <a:pt x="23443" y="78"/>
                    <a:pt x="23387" y="22"/>
                  </a:cubicBezTo>
                  <a:cubicBezTo>
                    <a:pt x="23359" y="8"/>
                    <a:pt x="23324" y="1"/>
                    <a:pt x="23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4230;p64">
              <a:extLst>
                <a:ext uri="{FF2B5EF4-FFF2-40B4-BE49-F238E27FC236}">
                  <a16:creationId xmlns:a16="http://schemas.microsoft.com/office/drawing/2014/main" id="{32D01510-A1BA-6919-B52E-17191117CF64}"/>
                </a:ext>
              </a:extLst>
            </p:cNvPr>
            <p:cNvSpPr/>
            <p:nvPr/>
          </p:nvSpPr>
          <p:spPr>
            <a:xfrm>
              <a:off x="3183925" y="3855550"/>
              <a:ext cx="78625" cy="139825"/>
            </a:xfrm>
            <a:custGeom>
              <a:avLst/>
              <a:gdLst/>
              <a:ahLst/>
              <a:cxnLst/>
              <a:rect l="l" t="t" r="r" b="b"/>
              <a:pathLst>
                <a:path w="3145" h="5593" extrusionOk="0">
                  <a:moveTo>
                    <a:pt x="225" y="0"/>
                  </a:moveTo>
                  <a:cubicBezTo>
                    <a:pt x="113" y="0"/>
                    <a:pt x="0" y="113"/>
                    <a:pt x="0" y="253"/>
                  </a:cubicBezTo>
                  <a:cubicBezTo>
                    <a:pt x="0" y="365"/>
                    <a:pt x="113" y="478"/>
                    <a:pt x="225" y="478"/>
                  </a:cubicBezTo>
                  <a:lnTo>
                    <a:pt x="1909" y="478"/>
                  </a:lnTo>
                  <a:lnTo>
                    <a:pt x="2667" y="5391"/>
                  </a:lnTo>
                  <a:cubicBezTo>
                    <a:pt x="2692" y="5513"/>
                    <a:pt x="2780" y="5593"/>
                    <a:pt x="2877" y="5593"/>
                  </a:cubicBezTo>
                  <a:cubicBezTo>
                    <a:pt x="2891" y="5593"/>
                    <a:pt x="2906" y="5591"/>
                    <a:pt x="2920" y="5587"/>
                  </a:cubicBezTo>
                  <a:cubicBezTo>
                    <a:pt x="3060" y="5587"/>
                    <a:pt x="3145" y="5447"/>
                    <a:pt x="3117" y="5335"/>
                  </a:cubicBezTo>
                  <a:lnTo>
                    <a:pt x="2359" y="197"/>
                  </a:lnTo>
                  <a:cubicBezTo>
                    <a:pt x="2331" y="85"/>
                    <a:pt x="2246" y="0"/>
                    <a:pt x="2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4231;p64">
              <a:extLst>
                <a:ext uri="{FF2B5EF4-FFF2-40B4-BE49-F238E27FC236}">
                  <a16:creationId xmlns:a16="http://schemas.microsoft.com/office/drawing/2014/main" id="{3C1F2F23-FE7A-1F2E-0C51-4C0E2B1AC532}"/>
                </a:ext>
              </a:extLst>
            </p:cNvPr>
            <p:cNvSpPr/>
            <p:nvPr/>
          </p:nvSpPr>
          <p:spPr>
            <a:xfrm>
              <a:off x="2589450" y="2878550"/>
              <a:ext cx="361475" cy="677325"/>
            </a:xfrm>
            <a:custGeom>
              <a:avLst/>
              <a:gdLst/>
              <a:ahLst/>
              <a:cxnLst/>
              <a:rect l="l" t="t" r="r" b="b"/>
              <a:pathLst>
                <a:path w="14459" h="27093" extrusionOk="0">
                  <a:moveTo>
                    <a:pt x="12718" y="0"/>
                  </a:moveTo>
                  <a:cubicBezTo>
                    <a:pt x="12718" y="0"/>
                    <a:pt x="0" y="19091"/>
                    <a:pt x="225" y="19877"/>
                  </a:cubicBezTo>
                  <a:cubicBezTo>
                    <a:pt x="421" y="20635"/>
                    <a:pt x="12662" y="27092"/>
                    <a:pt x="12662" y="27092"/>
                  </a:cubicBezTo>
                  <a:lnTo>
                    <a:pt x="12549" y="24650"/>
                  </a:lnTo>
                  <a:lnTo>
                    <a:pt x="7889" y="18417"/>
                  </a:lnTo>
                  <a:lnTo>
                    <a:pt x="14459" y="11539"/>
                  </a:lnTo>
                  <a:lnTo>
                    <a:pt x="127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4232;p64">
              <a:extLst>
                <a:ext uri="{FF2B5EF4-FFF2-40B4-BE49-F238E27FC236}">
                  <a16:creationId xmlns:a16="http://schemas.microsoft.com/office/drawing/2014/main" id="{438CA863-23B2-BAE2-3C81-0BAFB5FFB581}"/>
                </a:ext>
              </a:extLst>
            </p:cNvPr>
            <p:cNvSpPr/>
            <p:nvPr/>
          </p:nvSpPr>
          <p:spPr>
            <a:xfrm>
              <a:off x="2588725" y="2872225"/>
              <a:ext cx="367825" cy="689625"/>
            </a:xfrm>
            <a:custGeom>
              <a:avLst/>
              <a:gdLst/>
              <a:ahLst/>
              <a:cxnLst/>
              <a:rect l="l" t="t" r="r" b="b"/>
              <a:pathLst>
                <a:path w="14713" h="27585" extrusionOk="0">
                  <a:moveTo>
                    <a:pt x="12608" y="856"/>
                  </a:moveTo>
                  <a:lnTo>
                    <a:pt x="14235" y="11708"/>
                  </a:lnTo>
                  <a:lnTo>
                    <a:pt x="7750" y="18502"/>
                  </a:lnTo>
                  <a:cubicBezTo>
                    <a:pt x="7665" y="18586"/>
                    <a:pt x="7665" y="18726"/>
                    <a:pt x="7722" y="18811"/>
                  </a:cubicBezTo>
                  <a:lnTo>
                    <a:pt x="12354" y="24987"/>
                  </a:lnTo>
                  <a:lnTo>
                    <a:pt x="12448" y="26959"/>
                  </a:lnTo>
                  <a:lnTo>
                    <a:pt x="12448" y="26959"/>
                  </a:lnTo>
                  <a:cubicBezTo>
                    <a:pt x="12394" y="26931"/>
                    <a:pt x="12334" y="26900"/>
                    <a:pt x="12270" y="26868"/>
                  </a:cubicBezTo>
                  <a:cubicBezTo>
                    <a:pt x="11119" y="26250"/>
                    <a:pt x="8171" y="24678"/>
                    <a:pt x="5504" y="23190"/>
                  </a:cubicBezTo>
                  <a:cubicBezTo>
                    <a:pt x="4184" y="22432"/>
                    <a:pt x="2921" y="21702"/>
                    <a:pt x="1966" y="21113"/>
                  </a:cubicBezTo>
                  <a:cubicBezTo>
                    <a:pt x="1517" y="20832"/>
                    <a:pt x="1124" y="20579"/>
                    <a:pt x="843" y="20383"/>
                  </a:cubicBezTo>
                  <a:cubicBezTo>
                    <a:pt x="703" y="20271"/>
                    <a:pt x="619" y="20186"/>
                    <a:pt x="534" y="20130"/>
                  </a:cubicBezTo>
                  <a:lnTo>
                    <a:pt x="488" y="20061"/>
                  </a:lnTo>
                  <a:lnTo>
                    <a:pt x="488" y="20061"/>
                  </a:lnTo>
                  <a:cubicBezTo>
                    <a:pt x="508" y="19999"/>
                    <a:pt x="555" y="19878"/>
                    <a:pt x="619" y="19709"/>
                  </a:cubicBezTo>
                  <a:cubicBezTo>
                    <a:pt x="984" y="18951"/>
                    <a:pt x="1938" y="17351"/>
                    <a:pt x="3173" y="15386"/>
                  </a:cubicBezTo>
                  <a:cubicBezTo>
                    <a:pt x="5026" y="12438"/>
                    <a:pt x="7469" y="8704"/>
                    <a:pt x="9434" y="5672"/>
                  </a:cubicBezTo>
                  <a:cubicBezTo>
                    <a:pt x="10417" y="4156"/>
                    <a:pt x="11315" y="2836"/>
                    <a:pt x="11933" y="1882"/>
                  </a:cubicBezTo>
                  <a:cubicBezTo>
                    <a:pt x="12207" y="1457"/>
                    <a:pt x="12437" y="1111"/>
                    <a:pt x="12608" y="856"/>
                  </a:cubicBezTo>
                  <a:close/>
                  <a:moveTo>
                    <a:pt x="12803" y="1"/>
                  </a:moveTo>
                  <a:cubicBezTo>
                    <a:pt x="12691" y="1"/>
                    <a:pt x="12607" y="29"/>
                    <a:pt x="12550" y="113"/>
                  </a:cubicBezTo>
                  <a:cubicBezTo>
                    <a:pt x="12550" y="113"/>
                    <a:pt x="9434" y="4801"/>
                    <a:pt x="6290" y="9630"/>
                  </a:cubicBezTo>
                  <a:cubicBezTo>
                    <a:pt x="4718" y="12045"/>
                    <a:pt x="3173" y="14487"/>
                    <a:pt x="1994" y="16424"/>
                  </a:cubicBezTo>
                  <a:cubicBezTo>
                    <a:pt x="1405" y="17379"/>
                    <a:pt x="927" y="18193"/>
                    <a:pt x="562" y="18811"/>
                  </a:cubicBezTo>
                  <a:cubicBezTo>
                    <a:pt x="394" y="19119"/>
                    <a:pt x="254" y="19400"/>
                    <a:pt x="169" y="19597"/>
                  </a:cubicBezTo>
                  <a:cubicBezTo>
                    <a:pt x="113" y="19709"/>
                    <a:pt x="85" y="19793"/>
                    <a:pt x="57" y="19878"/>
                  </a:cubicBezTo>
                  <a:cubicBezTo>
                    <a:pt x="29" y="19934"/>
                    <a:pt x="1" y="20018"/>
                    <a:pt x="1" y="20102"/>
                  </a:cubicBezTo>
                  <a:cubicBezTo>
                    <a:pt x="1" y="20102"/>
                    <a:pt x="1" y="20158"/>
                    <a:pt x="29" y="20186"/>
                  </a:cubicBezTo>
                  <a:cubicBezTo>
                    <a:pt x="29" y="20271"/>
                    <a:pt x="85" y="20299"/>
                    <a:pt x="113" y="20355"/>
                  </a:cubicBezTo>
                  <a:cubicBezTo>
                    <a:pt x="197" y="20439"/>
                    <a:pt x="310" y="20551"/>
                    <a:pt x="450" y="20664"/>
                  </a:cubicBezTo>
                  <a:cubicBezTo>
                    <a:pt x="955" y="21057"/>
                    <a:pt x="1966" y="21674"/>
                    <a:pt x="3201" y="22404"/>
                  </a:cubicBezTo>
                  <a:cubicBezTo>
                    <a:pt x="6907" y="24566"/>
                    <a:pt x="12578" y="27542"/>
                    <a:pt x="12578" y="27542"/>
                  </a:cubicBezTo>
                  <a:cubicBezTo>
                    <a:pt x="12621" y="27570"/>
                    <a:pt x="12663" y="27584"/>
                    <a:pt x="12705" y="27584"/>
                  </a:cubicBezTo>
                  <a:cubicBezTo>
                    <a:pt x="12747" y="27584"/>
                    <a:pt x="12789" y="27570"/>
                    <a:pt x="12831" y="27542"/>
                  </a:cubicBezTo>
                  <a:cubicBezTo>
                    <a:pt x="12887" y="27486"/>
                    <a:pt x="12943" y="27430"/>
                    <a:pt x="12915" y="27345"/>
                  </a:cubicBezTo>
                  <a:lnTo>
                    <a:pt x="12803" y="24903"/>
                  </a:lnTo>
                  <a:cubicBezTo>
                    <a:pt x="12803" y="24847"/>
                    <a:pt x="12803" y="24791"/>
                    <a:pt x="12775" y="24763"/>
                  </a:cubicBezTo>
                  <a:lnTo>
                    <a:pt x="8227" y="18698"/>
                  </a:lnTo>
                  <a:lnTo>
                    <a:pt x="14656" y="11932"/>
                  </a:lnTo>
                  <a:cubicBezTo>
                    <a:pt x="14684" y="11876"/>
                    <a:pt x="14712" y="11820"/>
                    <a:pt x="14712" y="11736"/>
                  </a:cubicBezTo>
                  <a:lnTo>
                    <a:pt x="12971" y="197"/>
                  </a:lnTo>
                  <a:cubicBezTo>
                    <a:pt x="12971" y="113"/>
                    <a:pt x="12887" y="29"/>
                    <a:pt x="1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4233;p64">
              <a:extLst>
                <a:ext uri="{FF2B5EF4-FFF2-40B4-BE49-F238E27FC236}">
                  <a16:creationId xmlns:a16="http://schemas.microsoft.com/office/drawing/2014/main" id="{419A84C0-924D-875E-F341-57EC9E4870A7}"/>
                </a:ext>
              </a:extLst>
            </p:cNvPr>
            <p:cNvSpPr/>
            <p:nvPr/>
          </p:nvSpPr>
          <p:spPr>
            <a:xfrm>
              <a:off x="2888425" y="3476525"/>
              <a:ext cx="122150" cy="126200"/>
            </a:xfrm>
            <a:custGeom>
              <a:avLst/>
              <a:gdLst/>
              <a:ahLst/>
              <a:cxnLst/>
              <a:rect l="l" t="t" r="r" b="b"/>
              <a:pathLst>
                <a:path w="4886" h="5048" extrusionOk="0">
                  <a:moveTo>
                    <a:pt x="2359" y="1"/>
                  </a:moveTo>
                  <a:lnTo>
                    <a:pt x="590" y="731"/>
                  </a:lnTo>
                  <a:lnTo>
                    <a:pt x="1" y="2808"/>
                  </a:lnTo>
                  <a:cubicBezTo>
                    <a:pt x="1" y="2808"/>
                    <a:pt x="534" y="3931"/>
                    <a:pt x="1068" y="4381"/>
                  </a:cubicBezTo>
                  <a:cubicBezTo>
                    <a:pt x="1464" y="4714"/>
                    <a:pt x="2232" y="5048"/>
                    <a:pt x="2946" y="5048"/>
                  </a:cubicBezTo>
                  <a:cubicBezTo>
                    <a:pt x="3193" y="5048"/>
                    <a:pt x="3434" y="5008"/>
                    <a:pt x="3651" y="4914"/>
                  </a:cubicBezTo>
                  <a:cubicBezTo>
                    <a:pt x="4465" y="4521"/>
                    <a:pt x="3931" y="3258"/>
                    <a:pt x="3931" y="3258"/>
                  </a:cubicBezTo>
                  <a:lnTo>
                    <a:pt x="4409" y="3145"/>
                  </a:lnTo>
                  <a:cubicBezTo>
                    <a:pt x="4886" y="3033"/>
                    <a:pt x="4240" y="1657"/>
                    <a:pt x="4240" y="1657"/>
                  </a:cubicBezTo>
                  <a:lnTo>
                    <a:pt x="23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4234;p64">
              <a:extLst>
                <a:ext uri="{FF2B5EF4-FFF2-40B4-BE49-F238E27FC236}">
                  <a16:creationId xmlns:a16="http://schemas.microsoft.com/office/drawing/2014/main" id="{D84C2494-05F7-4006-C933-1A6E0E6AD1F8}"/>
                </a:ext>
              </a:extLst>
            </p:cNvPr>
            <p:cNvSpPr/>
            <p:nvPr/>
          </p:nvSpPr>
          <p:spPr>
            <a:xfrm>
              <a:off x="2882825" y="3470650"/>
              <a:ext cx="126350" cy="137850"/>
            </a:xfrm>
            <a:custGeom>
              <a:avLst/>
              <a:gdLst/>
              <a:ahLst/>
              <a:cxnLst/>
              <a:rect l="l" t="t" r="r" b="b"/>
              <a:pathLst>
                <a:path w="5054" h="5514" extrusionOk="0">
                  <a:moveTo>
                    <a:pt x="2527" y="517"/>
                  </a:moveTo>
                  <a:lnTo>
                    <a:pt x="4274" y="2045"/>
                  </a:lnTo>
                  <a:lnTo>
                    <a:pt x="4274" y="2045"/>
                  </a:lnTo>
                  <a:cubicBezTo>
                    <a:pt x="4306" y="2114"/>
                    <a:pt x="4385" y="2298"/>
                    <a:pt x="4464" y="2482"/>
                  </a:cubicBezTo>
                  <a:cubicBezTo>
                    <a:pt x="4520" y="2678"/>
                    <a:pt x="4576" y="2931"/>
                    <a:pt x="4576" y="3071"/>
                  </a:cubicBezTo>
                  <a:cubicBezTo>
                    <a:pt x="4576" y="3128"/>
                    <a:pt x="4576" y="3156"/>
                    <a:pt x="4576" y="3156"/>
                  </a:cubicBezTo>
                  <a:lnTo>
                    <a:pt x="4099" y="3268"/>
                  </a:lnTo>
                  <a:cubicBezTo>
                    <a:pt x="4043" y="3268"/>
                    <a:pt x="3987" y="3324"/>
                    <a:pt x="3959" y="3380"/>
                  </a:cubicBezTo>
                  <a:cubicBezTo>
                    <a:pt x="3931" y="3436"/>
                    <a:pt x="3931" y="3521"/>
                    <a:pt x="3959" y="3577"/>
                  </a:cubicBezTo>
                  <a:cubicBezTo>
                    <a:pt x="3987" y="3661"/>
                    <a:pt x="4099" y="3998"/>
                    <a:pt x="4099" y="4307"/>
                  </a:cubicBezTo>
                  <a:cubicBezTo>
                    <a:pt x="4099" y="4447"/>
                    <a:pt x="4071" y="4588"/>
                    <a:pt x="4015" y="4700"/>
                  </a:cubicBezTo>
                  <a:cubicBezTo>
                    <a:pt x="3959" y="4784"/>
                    <a:pt x="3903" y="4868"/>
                    <a:pt x="3762" y="4924"/>
                  </a:cubicBezTo>
                  <a:cubicBezTo>
                    <a:pt x="3594" y="5009"/>
                    <a:pt x="3369" y="5065"/>
                    <a:pt x="3145" y="5065"/>
                  </a:cubicBezTo>
                  <a:cubicBezTo>
                    <a:pt x="2527" y="5065"/>
                    <a:pt x="1769" y="4728"/>
                    <a:pt x="1460" y="4447"/>
                  </a:cubicBezTo>
                  <a:cubicBezTo>
                    <a:pt x="1236" y="4251"/>
                    <a:pt x="955" y="3858"/>
                    <a:pt x="758" y="3549"/>
                  </a:cubicBezTo>
                  <a:cubicBezTo>
                    <a:pt x="674" y="3380"/>
                    <a:pt x="590" y="3212"/>
                    <a:pt x="534" y="3100"/>
                  </a:cubicBezTo>
                  <a:cubicBezTo>
                    <a:pt x="509" y="3050"/>
                    <a:pt x="484" y="3022"/>
                    <a:pt x="479" y="2997"/>
                  </a:cubicBezTo>
                  <a:lnTo>
                    <a:pt x="479" y="2997"/>
                  </a:lnTo>
                  <a:lnTo>
                    <a:pt x="1004" y="1147"/>
                  </a:lnTo>
                  <a:lnTo>
                    <a:pt x="2527" y="517"/>
                  </a:lnTo>
                  <a:close/>
                  <a:moveTo>
                    <a:pt x="2566" y="0"/>
                  </a:moveTo>
                  <a:cubicBezTo>
                    <a:pt x="2544" y="0"/>
                    <a:pt x="2521" y="4"/>
                    <a:pt x="2499" y="11"/>
                  </a:cubicBezTo>
                  <a:lnTo>
                    <a:pt x="730" y="741"/>
                  </a:lnTo>
                  <a:cubicBezTo>
                    <a:pt x="674" y="769"/>
                    <a:pt x="618" y="826"/>
                    <a:pt x="590" y="910"/>
                  </a:cubicBezTo>
                  <a:lnTo>
                    <a:pt x="0" y="2959"/>
                  </a:lnTo>
                  <a:cubicBezTo>
                    <a:pt x="0" y="3015"/>
                    <a:pt x="0" y="3071"/>
                    <a:pt x="28" y="3128"/>
                  </a:cubicBezTo>
                  <a:cubicBezTo>
                    <a:pt x="28" y="3128"/>
                    <a:pt x="169" y="3436"/>
                    <a:pt x="365" y="3773"/>
                  </a:cubicBezTo>
                  <a:cubicBezTo>
                    <a:pt x="562" y="4110"/>
                    <a:pt x="843" y="4531"/>
                    <a:pt x="1151" y="4784"/>
                  </a:cubicBezTo>
                  <a:cubicBezTo>
                    <a:pt x="1572" y="5177"/>
                    <a:pt x="2359" y="5514"/>
                    <a:pt x="3145" y="5514"/>
                  </a:cubicBezTo>
                  <a:cubicBezTo>
                    <a:pt x="3425" y="5514"/>
                    <a:pt x="3706" y="5486"/>
                    <a:pt x="3959" y="5346"/>
                  </a:cubicBezTo>
                  <a:cubicBezTo>
                    <a:pt x="4183" y="5261"/>
                    <a:pt x="4352" y="5093"/>
                    <a:pt x="4436" y="4896"/>
                  </a:cubicBezTo>
                  <a:cubicBezTo>
                    <a:pt x="4548" y="4700"/>
                    <a:pt x="4576" y="4503"/>
                    <a:pt x="4576" y="4307"/>
                  </a:cubicBezTo>
                  <a:cubicBezTo>
                    <a:pt x="4562" y="4058"/>
                    <a:pt x="4509" y="3825"/>
                    <a:pt x="4462" y="3658"/>
                  </a:cubicBezTo>
                  <a:lnTo>
                    <a:pt x="4462" y="3658"/>
                  </a:lnTo>
                  <a:lnTo>
                    <a:pt x="4689" y="3605"/>
                  </a:lnTo>
                  <a:cubicBezTo>
                    <a:pt x="4829" y="3577"/>
                    <a:pt x="4941" y="3493"/>
                    <a:pt x="4998" y="3380"/>
                  </a:cubicBezTo>
                  <a:cubicBezTo>
                    <a:pt x="5026" y="3268"/>
                    <a:pt x="5054" y="3156"/>
                    <a:pt x="5054" y="3071"/>
                  </a:cubicBezTo>
                  <a:cubicBezTo>
                    <a:pt x="5054" y="2791"/>
                    <a:pt x="4941" y="2482"/>
                    <a:pt x="4857" y="2229"/>
                  </a:cubicBezTo>
                  <a:cubicBezTo>
                    <a:pt x="4773" y="2005"/>
                    <a:pt x="4689" y="1808"/>
                    <a:pt x="4689" y="1808"/>
                  </a:cubicBezTo>
                  <a:lnTo>
                    <a:pt x="4633" y="1724"/>
                  </a:lnTo>
                  <a:lnTo>
                    <a:pt x="2724" y="67"/>
                  </a:lnTo>
                  <a:cubicBezTo>
                    <a:pt x="2682" y="26"/>
                    <a:pt x="2626" y="0"/>
                    <a:pt x="2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4235;p64">
              <a:extLst>
                <a:ext uri="{FF2B5EF4-FFF2-40B4-BE49-F238E27FC236}">
                  <a16:creationId xmlns:a16="http://schemas.microsoft.com/office/drawing/2014/main" id="{EBF3A3A1-FDDB-7AB4-03B3-09C9FEB9FA00}"/>
                </a:ext>
              </a:extLst>
            </p:cNvPr>
            <p:cNvSpPr/>
            <p:nvPr/>
          </p:nvSpPr>
          <p:spPr>
            <a:xfrm>
              <a:off x="2922825" y="3491975"/>
              <a:ext cx="54775" cy="71700"/>
            </a:xfrm>
            <a:custGeom>
              <a:avLst/>
              <a:gdLst/>
              <a:ahLst/>
              <a:cxnLst/>
              <a:rect l="l" t="t" r="r" b="b"/>
              <a:pathLst>
                <a:path w="2191" h="2868" extrusionOk="0">
                  <a:moveTo>
                    <a:pt x="1517" y="1"/>
                  </a:moveTo>
                  <a:lnTo>
                    <a:pt x="1" y="1657"/>
                  </a:lnTo>
                  <a:cubicBezTo>
                    <a:pt x="82" y="1726"/>
                    <a:pt x="181" y="1753"/>
                    <a:pt x="286" y="1753"/>
                  </a:cubicBezTo>
                  <a:cubicBezTo>
                    <a:pt x="645" y="1753"/>
                    <a:pt x="1067" y="1432"/>
                    <a:pt x="1067" y="1432"/>
                  </a:cubicBezTo>
                  <a:lnTo>
                    <a:pt x="1067" y="1432"/>
                  </a:lnTo>
                  <a:cubicBezTo>
                    <a:pt x="1067" y="1432"/>
                    <a:pt x="983" y="1882"/>
                    <a:pt x="899" y="2106"/>
                  </a:cubicBezTo>
                  <a:cubicBezTo>
                    <a:pt x="818" y="2321"/>
                    <a:pt x="1096" y="2868"/>
                    <a:pt x="1391" y="2868"/>
                  </a:cubicBezTo>
                  <a:cubicBezTo>
                    <a:pt x="1405" y="2868"/>
                    <a:pt x="1418" y="2867"/>
                    <a:pt x="1432" y="2864"/>
                  </a:cubicBezTo>
                  <a:cubicBezTo>
                    <a:pt x="1741" y="2780"/>
                    <a:pt x="2022" y="1489"/>
                    <a:pt x="2106" y="1124"/>
                  </a:cubicBezTo>
                  <a:cubicBezTo>
                    <a:pt x="2190" y="759"/>
                    <a:pt x="1517" y="1"/>
                    <a:pt x="1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4236;p64">
              <a:extLst>
                <a:ext uri="{FF2B5EF4-FFF2-40B4-BE49-F238E27FC236}">
                  <a16:creationId xmlns:a16="http://schemas.microsoft.com/office/drawing/2014/main" id="{20ADD3B8-662D-DA7E-8EAC-86209661BDCA}"/>
                </a:ext>
              </a:extLst>
            </p:cNvPr>
            <p:cNvSpPr/>
            <p:nvPr/>
          </p:nvSpPr>
          <p:spPr>
            <a:xfrm>
              <a:off x="2916500" y="3485800"/>
              <a:ext cx="65300" cy="83400"/>
            </a:xfrm>
            <a:custGeom>
              <a:avLst/>
              <a:gdLst/>
              <a:ahLst/>
              <a:cxnLst/>
              <a:rect l="l" t="t" r="r" b="b"/>
              <a:pathLst>
                <a:path w="2612" h="3336" extrusionOk="0">
                  <a:moveTo>
                    <a:pt x="1751" y="0"/>
                  </a:moveTo>
                  <a:cubicBezTo>
                    <a:pt x="1700" y="0"/>
                    <a:pt x="1648" y="16"/>
                    <a:pt x="1601" y="51"/>
                  </a:cubicBezTo>
                  <a:cubicBezTo>
                    <a:pt x="1517" y="135"/>
                    <a:pt x="1489" y="304"/>
                    <a:pt x="1573" y="388"/>
                  </a:cubicBezTo>
                  <a:lnTo>
                    <a:pt x="1601" y="416"/>
                  </a:lnTo>
                  <a:cubicBezTo>
                    <a:pt x="1657" y="472"/>
                    <a:pt x="1798" y="641"/>
                    <a:pt x="1938" y="837"/>
                  </a:cubicBezTo>
                  <a:cubicBezTo>
                    <a:pt x="1994" y="921"/>
                    <a:pt x="2050" y="1034"/>
                    <a:pt x="2078" y="1118"/>
                  </a:cubicBezTo>
                  <a:cubicBezTo>
                    <a:pt x="2106" y="1202"/>
                    <a:pt x="2135" y="1286"/>
                    <a:pt x="2135" y="1314"/>
                  </a:cubicBezTo>
                  <a:cubicBezTo>
                    <a:pt x="2106" y="1511"/>
                    <a:pt x="1994" y="1904"/>
                    <a:pt x="1882" y="2269"/>
                  </a:cubicBezTo>
                  <a:cubicBezTo>
                    <a:pt x="1826" y="2465"/>
                    <a:pt x="1770" y="2634"/>
                    <a:pt x="1713" y="2746"/>
                  </a:cubicBezTo>
                  <a:cubicBezTo>
                    <a:pt x="1657" y="2802"/>
                    <a:pt x="1629" y="2859"/>
                    <a:pt x="1629" y="2859"/>
                  </a:cubicBezTo>
                  <a:lnTo>
                    <a:pt x="1615" y="2873"/>
                  </a:lnTo>
                  <a:lnTo>
                    <a:pt x="1615" y="2873"/>
                  </a:lnTo>
                  <a:lnTo>
                    <a:pt x="1573" y="2830"/>
                  </a:lnTo>
                  <a:cubicBezTo>
                    <a:pt x="1517" y="2802"/>
                    <a:pt x="1461" y="2718"/>
                    <a:pt x="1433" y="2634"/>
                  </a:cubicBezTo>
                  <a:cubicBezTo>
                    <a:pt x="1405" y="2550"/>
                    <a:pt x="1377" y="2465"/>
                    <a:pt x="1377" y="2437"/>
                  </a:cubicBezTo>
                  <a:cubicBezTo>
                    <a:pt x="1433" y="2297"/>
                    <a:pt x="1461" y="2129"/>
                    <a:pt x="1489" y="1960"/>
                  </a:cubicBezTo>
                  <a:cubicBezTo>
                    <a:pt x="1517" y="1820"/>
                    <a:pt x="1545" y="1707"/>
                    <a:pt x="1545" y="1707"/>
                  </a:cubicBezTo>
                  <a:cubicBezTo>
                    <a:pt x="1545" y="1623"/>
                    <a:pt x="1517" y="1511"/>
                    <a:pt x="1433" y="1483"/>
                  </a:cubicBezTo>
                  <a:cubicBezTo>
                    <a:pt x="1391" y="1455"/>
                    <a:pt x="1341" y="1441"/>
                    <a:pt x="1292" y="1441"/>
                  </a:cubicBezTo>
                  <a:cubicBezTo>
                    <a:pt x="1243" y="1441"/>
                    <a:pt x="1194" y="1455"/>
                    <a:pt x="1152" y="1483"/>
                  </a:cubicBezTo>
                  <a:cubicBezTo>
                    <a:pt x="1124" y="1511"/>
                    <a:pt x="1012" y="1595"/>
                    <a:pt x="899" y="1651"/>
                  </a:cubicBezTo>
                  <a:cubicBezTo>
                    <a:pt x="787" y="1707"/>
                    <a:pt x="647" y="1764"/>
                    <a:pt x="534" y="1764"/>
                  </a:cubicBezTo>
                  <a:cubicBezTo>
                    <a:pt x="478" y="1764"/>
                    <a:pt x="422" y="1736"/>
                    <a:pt x="394" y="1707"/>
                  </a:cubicBezTo>
                  <a:cubicBezTo>
                    <a:pt x="361" y="1674"/>
                    <a:pt x="314" y="1659"/>
                    <a:pt x="265" y="1659"/>
                  </a:cubicBezTo>
                  <a:cubicBezTo>
                    <a:pt x="190" y="1659"/>
                    <a:pt x="108" y="1696"/>
                    <a:pt x="57" y="1764"/>
                  </a:cubicBezTo>
                  <a:cubicBezTo>
                    <a:pt x="1" y="1848"/>
                    <a:pt x="1" y="1988"/>
                    <a:pt x="113" y="2072"/>
                  </a:cubicBezTo>
                  <a:cubicBezTo>
                    <a:pt x="225" y="2185"/>
                    <a:pt x="394" y="2213"/>
                    <a:pt x="534" y="2213"/>
                  </a:cubicBezTo>
                  <a:cubicBezTo>
                    <a:pt x="693" y="2213"/>
                    <a:pt x="841" y="2179"/>
                    <a:pt x="971" y="2134"/>
                  </a:cubicBezTo>
                  <a:lnTo>
                    <a:pt x="971" y="2134"/>
                  </a:lnTo>
                  <a:cubicBezTo>
                    <a:pt x="954" y="2188"/>
                    <a:pt x="939" y="2235"/>
                    <a:pt x="927" y="2269"/>
                  </a:cubicBezTo>
                  <a:cubicBezTo>
                    <a:pt x="927" y="2325"/>
                    <a:pt x="899" y="2381"/>
                    <a:pt x="899" y="2437"/>
                  </a:cubicBezTo>
                  <a:cubicBezTo>
                    <a:pt x="899" y="2634"/>
                    <a:pt x="983" y="2830"/>
                    <a:pt x="1096" y="2999"/>
                  </a:cubicBezTo>
                  <a:cubicBezTo>
                    <a:pt x="1152" y="3083"/>
                    <a:pt x="1208" y="3167"/>
                    <a:pt x="1292" y="3224"/>
                  </a:cubicBezTo>
                  <a:cubicBezTo>
                    <a:pt x="1377" y="3280"/>
                    <a:pt x="1489" y="3336"/>
                    <a:pt x="1629" y="3336"/>
                  </a:cubicBezTo>
                  <a:lnTo>
                    <a:pt x="1741" y="3336"/>
                  </a:lnTo>
                  <a:cubicBezTo>
                    <a:pt x="1854" y="3308"/>
                    <a:pt x="1910" y="3252"/>
                    <a:pt x="1966" y="3167"/>
                  </a:cubicBezTo>
                  <a:cubicBezTo>
                    <a:pt x="2078" y="3055"/>
                    <a:pt x="2135" y="2943"/>
                    <a:pt x="2191" y="2774"/>
                  </a:cubicBezTo>
                  <a:cubicBezTo>
                    <a:pt x="2387" y="2325"/>
                    <a:pt x="2528" y="1679"/>
                    <a:pt x="2584" y="1427"/>
                  </a:cubicBezTo>
                  <a:lnTo>
                    <a:pt x="2584" y="1399"/>
                  </a:lnTo>
                  <a:lnTo>
                    <a:pt x="2612" y="1314"/>
                  </a:lnTo>
                  <a:cubicBezTo>
                    <a:pt x="2612" y="1146"/>
                    <a:pt x="2556" y="1006"/>
                    <a:pt x="2471" y="865"/>
                  </a:cubicBezTo>
                  <a:cubicBezTo>
                    <a:pt x="2303" y="472"/>
                    <a:pt x="1938" y="79"/>
                    <a:pt x="1938" y="79"/>
                  </a:cubicBezTo>
                  <a:cubicBezTo>
                    <a:pt x="1889" y="30"/>
                    <a:pt x="1821" y="0"/>
                    <a:pt x="1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4237;p64">
              <a:extLst>
                <a:ext uri="{FF2B5EF4-FFF2-40B4-BE49-F238E27FC236}">
                  <a16:creationId xmlns:a16="http://schemas.microsoft.com/office/drawing/2014/main" id="{932CC184-2C41-CCB0-19C8-1D992C31D313}"/>
                </a:ext>
              </a:extLst>
            </p:cNvPr>
            <p:cNvSpPr/>
            <p:nvPr/>
          </p:nvSpPr>
          <p:spPr>
            <a:xfrm>
              <a:off x="2907375" y="2774425"/>
              <a:ext cx="602250" cy="818975"/>
            </a:xfrm>
            <a:custGeom>
              <a:avLst/>
              <a:gdLst/>
              <a:ahLst/>
              <a:cxnLst/>
              <a:rect l="l" t="t" r="r" b="b"/>
              <a:pathLst>
                <a:path w="24090" h="32759" extrusionOk="0">
                  <a:moveTo>
                    <a:pt x="13169" y="1"/>
                  </a:moveTo>
                  <a:cubicBezTo>
                    <a:pt x="12425" y="1"/>
                    <a:pt x="11602" y="41"/>
                    <a:pt x="10754" y="151"/>
                  </a:cubicBezTo>
                  <a:cubicBezTo>
                    <a:pt x="7721" y="544"/>
                    <a:pt x="5110" y="1554"/>
                    <a:pt x="3707" y="2228"/>
                  </a:cubicBezTo>
                  <a:cubicBezTo>
                    <a:pt x="2303" y="2902"/>
                    <a:pt x="1" y="3941"/>
                    <a:pt x="1" y="4165"/>
                  </a:cubicBezTo>
                  <a:cubicBezTo>
                    <a:pt x="1" y="4390"/>
                    <a:pt x="3258" y="25249"/>
                    <a:pt x="3258" y="25249"/>
                  </a:cubicBezTo>
                  <a:cubicBezTo>
                    <a:pt x="3258" y="25249"/>
                    <a:pt x="3258" y="30668"/>
                    <a:pt x="3594" y="31454"/>
                  </a:cubicBezTo>
                  <a:cubicBezTo>
                    <a:pt x="3931" y="32240"/>
                    <a:pt x="4942" y="32352"/>
                    <a:pt x="7441" y="32633"/>
                  </a:cubicBezTo>
                  <a:cubicBezTo>
                    <a:pt x="8206" y="32720"/>
                    <a:pt x="9354" y="32758"/>
                    <a:pt x="10640" y="32758"/>
                  </a:cubicBezTo>
                  <a:cubicBezTo>
                    <a:pt x="13505" y="32758"/>
                    <a:pt x="17055" y="32567"/>
                    <a:pt x="18586" y="32296"/>
                  </a:cubicBezTo>
                  <a:cubicBezTo>
                    <a:pt x="20776" y="31903"/>
                    <a:pt x="22685" y="31566"/>
                    <a:pt x="23022" y="30556"/>
                  </a:cubicBezTo>
                  <a:cubicBezTo>
                    <a:pt x="23359" y="29545"/>
                    <a:pt x="22910" y="26822"/>
                    <a:pt x="22910" y="26822"/>
                  </a:cubicBezTo>
                  <a:lnTo>
                    <a:pt x="24089" y="4951"/>
                  </a:lnTo>
                  <a:cubicBezTo>
                    <a:pt x="24089" y="4951"/>
                    <a:pt x="22910" y="3351"/>
                    <a:pt x="20552" y="2116"/>
                  </a:cubicBezTo>
                  <a:cubicBezTo>
                    <a:pt x="18193" y="880"/>
                    <a:pt x="16481" y="263"/>
                    <a:pt x="16481" y="263"/>
                  </a:cubicBezTo>
                  <a:cubicBezTo>
                    <a:pt x="16481" y="263"/>
                    <a:pt x="15084" y="1"/>
                    <a:pt x="13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4238;p64">
              <a:extLst>
                <a:ext uri="{FF2B5EF4-FFF2-40B4-BE49-F238E27FC236}">
                  <a16:creationId xmlns:a16="http://schemas.microsoft.com/office/drawing/2014/main" id="{CF51EA92-D90E-0834-4F1D-30BECD2A9610}"/>
                </a:ext>
              </a:extLst>
            </p:cNvPr>
            <p:cNvSpPr/>
            <p:nvPr/>
          </p:nvSpPr>
          <p:spPr>
            <a:xfrm>
              <a:off x="2901775" y="2769050"/>
              <a:ext cx="613450" cy="830350"/>
            </a:xfrm>
            <a:custGeom>
              <a:avLst/>
              <a:gdLst/>
              <a:ahLst/>
              <a:cxnLst/>
              <a:rect l="l" t="t" r="r" b="b"/>
              <a:pathLst>
                <a:path w="24538" h="33214" extrusionOk="0">
                  <a:moveTo>
                    <a:pt x="13392" y="450"/>
                  </a:moveTo>
                  <a:cubicBezTo>
                    <a:pt x="14346" y="450"/>
                    <a:pt x="15161" y="534"/>
                    <a:pt x="15750" y="590"/>
                  </a:cubicBezTo>
                  <a:cubicBezTo>
                    <a:pt x="16031" y="618"/>
                    <a:pt x="16284" y="646"/>
                    <a:pt x="16424" y="674"/>
                  </a:cubicBezTo>
                  <a:cubicBezTo>
                    <a:pt x="16508" y="674"/>
                    <a:pt x="16564" y="702"/>
                    <a:pt x="16621" y="702"/>
                  </a:cubicBezTo>
                  <a:cubicBezTo>
                    <a:pt x="16649" y="702"/>
                    <a:pt x="16733" y="731"/>
                    <a:pt x="16929" y="815"/>
                  </a:cubicBezTo>
                  <a:cubicBezTo>
                    <a:pt x="17519" y="1039"/>
                    <a:pt x="18895" y="1629"/>
                    <a:pt x="20663" y="2555"/>
                  </a:cubicBezTo>
                  <a:cubicBezTo>
                    <a:pt x="21814" y="3145"/>
                    <a:pt x="22685" y="3847"/>
                    <a:pt x="23274" y="4380"/>
                  </a:cubicBezTo>
                  <a:cubicBezTo>
                    <a:pt x="23555" y="4661"/>
                    <a:pt x="23780" y="4886"/>
                    <a:pt x="23920" y="5054"/>
                  </a:cubicBezTo>
                  <a:cubicBezTo>
                    <a:pt x="23975" y="5136"/>
                    <a:pt x="24029" y="5191"/>
                    <a:pt x="24084" y="5220"/>
                  </a:cubicBezTo>
                  <a:lnTo>
                    <a:pt x="24084" y="5220"/>
                  </a:lnTo>
                  <a:lnTo>
                    <a:pt x="22909" y="27037"/>
                  </a:lnTo>
                  <a:lnTo>
                    <a:pt x="22909" y="27093"/>
                  </a:lnTo>
                  <a:cubicBezTo>
                    <a:pt x="22909" y="27093"/>
                    <a:pt x="22909" y="27177"/>
                    <a:pt x="22937" y="27317"/>
                  </a:cubicBezTo>
                  <a:cubicBezTo>
                    <a:pt x="22994" y="27767"/>
                    <a:pt x="23134" y="28805"/>
                    <a:pt x="23134" y="29648"/>
                  </a:cubicBezTo>
                  <a:cubicBezTo>
                    <a:pt x="23134" y="30069"/>
                    <a:pt x="23106" y="30462"/>
                    <a:pt x="23022" y="30686"/>
                  </a:cubicBezTo>
                  <a:cubicBezTo>
                    <a:pt x="22965" y="30883"/>
                    <a:pt x="22825" y="31051"/>
                    <a:pt x="22572" y="31220"/>
                  </a:cubicBezTo>
                  <a:cubicBezTo>
                    <a:pt x="22235" y="31444"/>
                    <a:pt x="21674" y="31669"/>
                    <a:pt x="21028" y="31809"/>
                  </a:cubicBezTo>
                  <a:cubicBezTo>
                    <a:pt x="20354" y="31978"/>
                    <a:pt x="19568" y="32118"/>
                    <a:pt x="18754" y="32287"/>
                  </a:cubicBezTo>
                  <a:cubicBezTo>
                    <a:pt x="17266" y="32539"/>
                    <a:pt x="13729" y="32736"/>
                    <a:pt x="10865" y="32736"/>
                  </a:cubicBezTo>
                  <a:cubicBezTo>
                    <a:pt x="9574" y="32736"/>
                    <a:pt x="8423" y="32708"/>
                    <a:pt x="7693" y="32623"/>
                  </a:cubicBezTo>
                  <a:cubicBezTo>
                    <a:pt x="6429" y="32483"/>
                    <a:pt x="5587" y="32371"/>
                    <a:pt x="4998" y="32230"/>
                  </a:cubicBezTo>
                  <a:cubicBezTo>
                    <a:pt x="4717" y="32146"/>
                    <a:pt x="4492" y="32062"/>
                    <a:pt x="4352" y="31950"/>
                  </a:cubicBezTo>
                  <a:cubicBezTo>
                    <a:pt x="4211" y="31837"/>
                    <a:pt x="4099" y="31725"/>
                    <a:pt x="4043" y="31585"/>
                  </a:cubicBezTo>
                  <a:cubicBezTo>
                    <a:pt x="4015" y="31500"/>
                    <a:pt x="3987" y="31360"/>
                    <a:pt x="3959" y="31135"/>
                  </a:cubicBezTo>
                  <a:cubicBezTo>
                    <a:pt x="3847" y="30377"/>
                    <a:pt x="3790" y="28946"/>
                    <a:pt x="3762" y="27738"/>
                  </a:cubicBezTo>
                  <a:cubicBezTo>
                    <a:pt x="3734" y="27121"/>
                    <a:pt x="3734" y="26559"/>
                    <a:pt x="3734" y="26138"/>
                  </a:cubicBezTo>
                  <a:cubicBezTo>
                    <a:pt x="3734" y="25717"/>
                    <a:pt x="3734" y="25464"/>
                    <a:pt x="3734" y="25464"/>
                  </a:cubicBezTo>
                  <a:lnTo>
                    <a:pt x="3734" y="25436"/>
                  </a:lnTo>
                  <a:cubicBezTo>
                    <a:pt x="3734" y="25436"/>
                    <a:pt x="3678" y="25099"/>
                    <a:pt x="3594" y="24538"/>
                  </a:cubicBezTo>
                  <a:cubicBezTo>
                    <a:pt x="3257" y="22545"/>
                    <a:pt x="2499" y="17547"/>
                    <a:pt x="1797" y="12999"/>
                  </a:cubicBezTo>
                  <a:cubicBezTo>
                    <a:pt x="1432" y="10753"/>
                    <a:pt x="1095" y="8591"/>
                    <a:pt x="871" y="7019"/>
                  </a:cubicBezTo>
                  <a:cubicBezTo>
                    <a:pt x="730" y="6205"/>
                    <a:pt x="646" y="5559"/>
                    <a:pt x="562" y="5082"/>
                  </a:cubicBezTo>
                  <a:cubicBezTo>
                    <a:pt x="534" y="4858"/>
                    <a:pt x="506" y="4689"/>
                    <a:pt x="478" y="4549"/>
                  </a:cubicBezTo>
                  <a:cubicBezTo>
                    <a:pt x="478" y="4500"/>
                    <a:pt x="478" y="4451"/>
                    <a:pt x="478" y="4421"/>
                  </a:cubicBezTo>
                  <a:lnTo>
                    <a:pt x="478" y="4421"/>
                  </a:lnTo>
                  <a:cubicBezTo>
                    <a:pt x="500" y="4406"/>
                    <a:pt x="529" y="4391"/>
                    <a:pt x="562" y="4380"/>
                  </a:cubicBezTo>
                  <a:cubicBezTo>
                    <a:pt x="814" y="4184"/>
                    <a:pt x="1432" y="3903"/>
                    <a:pt x="2078" y="3594"/>
                  </a:cubicBezTo>
                  <a:cubicBezTo>
                    <a:pt x="2724" y="3285"/>
                    <a:pt x="3453" y="2948"/>
                    <a:pt x="4043" y="2668"/>
                  </a:cubicBezTo>
                  <a:cubicBezTo>
                    <a:pt x="5419" y="1994"/>
                    <a:pt x="8002" y="983"/>
                    <a:pt x="11006" y="590"/>
                  </a:cubicBezTo>
                  <a:cubicBezTo>
                    <a:pt x="11848" y="506"/>
                    <a:pt x="12662" y="450"/>
                    <a:pt x="13392" y="450"/>
                  </a:cubicBezTo>
                  <a:close/>
                  <a:moveTo>
                    <a:pt x="13392" y="1"/>
                  </a:moveTo>
                  <a:cubicBezTo>
                    <a:pt x="12634" y="1"/>
                    <a:pt x="11820" y="29"/>
                    <a:pt x="10949" y="141"/>
                  </a:cubicBezTo>
                  <a:cubicBezTo>
                    <a:pt x="7861" y="534"/>
                    <a:pt x="5250" y="1573"/>
                    <a:pt x="3847" y="2247"/>
                  </a:cubicBezTo>
                  <a:cubicBezTo>
                    <a:pt x="3145" y="2583"/>
                    <a:pt x="2218" y="3005"/>
                    <a:pt x="1460" y="3370"/>
                  </a:cubicBezTo>
                  <a:cubicBezTo>
                    <a:pt x="1067" y="3566"/>
                    <a:pt x="730" y="3735"/>
                    <a:pt x="478" y="3875"/>
                  </a:cubicBezTo>
                  <a:cubicBezTo>
                    <a:pt x="365" y="3931"/>
                    <a:pt x="253" y="4015"/>
                    <a:pt x="197" y="4071"/>
                  </a:cubicBezTo>
                  <a:lnTo>
                    <a:pt x="85" y="4156"/>
                  </a:lnTo>
                  <a:cubicBezTo>
                    <a:pt x="56" y="4212"/>
                    <a:pt x="0" y="4240"/>
                    <a:pt x="0" y="4380"/>
                  </a:cubicBezTo>
                  <a:lnTo>
                    <a:pt x="0" y="4408"/>
                  </a:lnTo>
                  <a:cubicBezTo>
                    <a:pt x="28" y="4633"/>
                    <a:pt x="225" y="6065"/>
                    <a:pt x="562" y="8086"/>
                  </a:cubicBezTo>
                  <a:cubicBezTo>
                    <a:pt x="1488" y="14122"/>
                    <a:pt x="3257" y="25521"/>
                    <a:pt x="3257" y="25521"/>
                  </a:cubicBezTo>
                  <a:lnTo>
                    <a:pt x="3257" y="25521"/>
                  </a:lnTo>
                  <a:lnTo>
                    <a:pt x="3257" y="25521"/>
                  </a:lnTo>
                  <a:cubicBezTo>
                    <a:pt x="3257" y="25790"/>
                    <a:pt x="3260" y="26987"/>
                    <a:pt x="3285" y="28272"/>
                  </a:cubicBezTo>
                  <a:cubicBezTo>
                    <a:pt x="3313" y="29002"/>
                    <a:pt x="3341" y="29760"/>
                    <a:pt x="3397" y="30377"/>
                  </a:cubicBezTo>
                  <a:cubicBezTo>
                    <a:pt x="3425" y="30686"/>
                    <a:pt x="3453" y="30967"/>
                    <a:pt x="3482" y="31192"/>
                  </a:cubicBezTo>
                  <a:cubicBezTo>
                    <a:pt x="3510" y="31444"/>
                    <a:pt x="3566" y="31613"/>
                    <a:pt x="3622" y="31753"/>
                  </a:cubicBezTo>
                  <a:cubicBezTo>
                    <a:pt x="3706" y="31978"/>
                    <a:pt x="3875" y="32174"/>
                    <a:pt x="4099" y="32343"/>
                  </a:cubicBezTo>
                  <a:cubicBezTo>
                    <a:pt x="4408" y="32567"/>
                    <a:pt x="4829" y="32680"/>
                    <a:pt x="5391" y="32792"/>
                  </a:cubicBezTo>
                  <a:cubicBezTo>
                    <a:pt x="5980" y="32876"/>
                    <a:pt x="6710" y="32960"/>
                    <a:pt x="7637" y="33073"/>
                  </a:cubicBezTo>
                  <a:cubicBezTo>
                    <a:pt x="8423" y="33157"/>
                    <a:pt x="9574" y="33213"/>
                    <a:pt x="10865" y="33213"/>
                  </a:cubicBezTo>
                  <a:cubicBezTo>
                    <a:pt x="13729" y="33213"/>
                    <a:pt x="17294" y="33017"/>
                    <a:pt x="18838" y="32736"/>
                  </a:cubicBezTo>
                  <a:cubicBezTo>
                    <a:pt x="19933" y="32539"/>
                    <a:pt x="20972" y="32371"/>
                    <a:pt x="21786" y="32090"/>
                  </a:cubicBezTo>
                  <a:cubicBezTo>
                    <a:pt x="22207" y="31950"/>
                    <a:pt x="22544" y="31809"/>
                    <a:pt x="22853" y="31613"/>
                  </a:cubicBezTo>
                  <a:cubicBezTo>
                    <a:pt x="23134" y="31388"/>
                    <a:pt x="23358" y="31164"/>
                    <a:pt x="23471" y="30827"/>
                  </a:cubicBezTo>
                  <a:cubicBezTo>
                    <a:pt x="23583" y="30518"/>
                    <a:pt x="23611" y="30097"/>
                    <a:pt x="23611" y="29648"/>
                  </a:cubicBezTo>
                  <a:cubicBezTo>
                    <a:pt x="23611" y="28508"/>
                    <a:pt x="23386" y="27169"/>
                    <a:pt x="23361" y="27022"/>
                  </a:cubicBezTo>
                  <a:lnTo>
                    <a:pt x="23361" y="27022"/>
                  </a:lnTo>
                  <a:lnTo>
                    <a:pt x="24538" y="5166"/>
                  </a:lnTo>
                  <a:cubicBezTo>
                    <a:pt x="24538" y="5110"/>
                    <a:pt x="24538" y="5054"/>
                    <a:pt x="24510" y="5026"/>
                  </a:cubicBezTo>
                  <a:cubicBezTo>
                    <a:pt x="24481" y="4998"/>
                    <a:pt x="23274" y="3398"/>
                    <a:pt x="20888" y="2134"/>
                  </a:cubicBezTo>
                  <a:cubicBezTo>
                    <a:pt x="18502" y="899"/>
                    <a:pt x="16789" y="281"/>
                    <a:pt x="16789" y="253"/>
                  </a:cubicBezTo>
                  <a:lnTo>
                    <a:pt x="16761" y="253"/>
                  </a:lnTo>
                  <a:cubicBezTo>
                    <a:pt x="16761" y="253"/>
                    <a:pt x="15329" y="1"/>
                    <a:pt x="13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4239;p64">
              <a:extLst>
                <a:ext uri="{FF2B5EF4-FFF2-40B4-BE49-F238E27FC236}">
                  <a16:creationId xmlns:a16="http://schemas.microsoft.com/office/drawing/2014/main" id="{85F83CCF-48FA-EC1C-9572-C5BFA1F9A70F}"/>
                </a:ext>
              </a:extLst>
            </p:cNvPr>
            <p:cNvSpPr/>
            <p:nvPr/>
          </p:nvSpPr>
          <p:spPr>
            <a:xfrm>
              <a:off x="3490625" y="2898200"/>
              <a:ext cx="312375" cy="474625"/>
            </a:xfrm>
            <a:custGeom>
              <a:avLst/>
              <a:gdLst/>
              <a:ahLst/>
              <a:cxnLst/>
              <a:rect l="l" t="t" r="r" b="b"/>
              <a:pathLst>
                <a:path w="12495" h="18985" extrusionOk="0">
                  <a:moveTo>
                    <a:pt x="759" y="0"/>
                  </a:moveTo>
                  <a:lnTo>
                    <a:pt x="1" y="12072"/>
                  </a:lnTo>
                  <a:cubicBezTo>
                    <a:pt x="1" y="12072"/>
                    <a:pt x="8137" y="18984"/>
                    <a:pt x="10184" y="18984"/>
                  </a:cubicBezTo>
                  <a:cubicBezTo>
                    <a:pt x="10216" y="18984"/>
                    <a:pt x="10247" y="18982"/>
                    <a:pt x="10276" y="18979"/>
                  </a:cubicBezTo>
                  <a:cubicBezTo>
                    <a:pt x="12157" y="18754"/>
                    <a:pt x="12494" y="17294"/>
                    <a:pt x="12494" y="17294"/>
                  </a:cubicBezTo>
                  <a:lnTo>
                    <a:pt x="11596" y="12241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4240;p64">
              <a:extLst>
                <a:ext uri="{FF2B5EF4-FFF2-40B4-BE49-F238E27FC236}">
                  <a16:creationId xmlns:a16="http://schemas.microsoft.com/office/drawing/2014/main" id="{74BDB9A4-0D2E-297E-C39E-A4051A9B1C8D}"/>
                </a:ext>
              </a:extLst>
            </p:cNvPr>
            <p:cNvSpPr/>
            <p:nvPr/>
          </p:nvSpPr>
          <p:spPr>
            <a:xfrm>
              <a:off x="3484325" y="2892300"/>
              <a:ext cx="325675" cy="486700"/>
            </a:xfrm>
            <a:custGeom>
              <a:avLst/>
              <a:gdLst/>
              <a:ahLst/>
              <a:cxnLst/>
              <a:rect l="l" t="t" r="r" b="b"/>
              <a:pathLst>
                <a:path w="13027" h="19468" extrusionOk="0">
                  <a:moveTo>
                    <a:pt x="999" y="1"/>
                  </a:moveTo>
                  <a:cubicBezTo>
                    <a:pt x="974" y="1"/>
                    <a:pt x="949" y="4"/>
                    <a:pt x="927" y="12"/>
                  </a:cubicBezTo>
                  <a:cubicBezTo>
                    <a:pt x="843" y="40"/>
                    <a:pt x="786" y="124"/>
                    <a:pt x="786" y="208"/>
                  </a:cubicBezTo>
                  <a:lnTo>
                    <a:pt x="28" y="12280"/>
                  </a:lnTo>
                  <a:cubicBezTo>
                    <a:pt x="0" y="12365"/>
                    <a:pt x="56" y="12421"/>
                    <a:pt x="113" y="12477"/>
                  </a:cubicBezTo>
                  <a:cubicBezTo>
                    <a:pt x="113" y="12477"/>
                    <a:pt x="2134" y="14218"/>
                    <a:pt x="4436" y="15958"/>
                  </a:cubicBezTo>
                  <a:cubicBezTo>
                    <a:pt x="5587" y="16829"/>
                    <a:pt x="6794" y="17699"/>
                    <a:pt x="7861" y="18345"/>
                  </a:cubicBezTo>
                  <a:cubicBezTo>
                    <a:pt x="8395" y="18681"/>
                    <a:pt x="8872" y="18934"/>
                    <a:pt x="9321" y="19131"/>
                  </a:cubicBezTo>
                  <a:cubicBezTo>
                    <a:pt x="9742" y="19327"/>
                    <a:pt x="10107" y="19468"/>
                    <a:pt x="10444" y="19468"/>
                  </a:cubicBezTo>
                  <a:lnTo>
                    <a:pt x="10556" y="19439"/>
                  </a:lnTo>
                  <a:cubicBezTo>
                    <a:pt x="11567" y="19327"/>
                    <a:pt x="12185" y="18878"/>
                    <a:pt x="12522" y="18429"/>
                  </a:cubicBezTo>
                  <a:cubicBezTo>
                    <a:pt x="12887" y="18008"/>
                    <a:pt x="12971" y="17615"/>
                    <a:pt x="12999" y="17587"/>
                  </a:cubicBezTo>
                  <a:cubicBezTo>
                    <a:pt x="13027" y="17474"/>
                    <a:pt x="12943" y="17334"/>
                    <a:pt x="12802" y="17306"/>
                  </a:cubicBezTo>
                  <a:cubicBezTo>
                    <a:pt x="12788" y="17302"/>
                    <a:pt x="12772" y="17300"/>
                    <a:pt x="12757" y="17300"/>
                  </a:cubicBezTo>
                  <a:cubicBezTo>
                    <a:pt x="12655" y="17300"/>
                    <a:pt x="12546" y="17377"/>
                    <a:pt x="12522" y="17474"/>
                  </a:cubicBezTo>
                  <a:cubicBezTo>
                    <a:pt x="12522" y="17502"/>
                    <a:pt x="12437" y="17839"/>
                    <a:pt x="12157" y="18176"/>
                  </a:cubicBezTo>
                  <a:cubicBezTo>
                    <a:pt x="11848" y="18513"/>
                    <a:pt x="11371" y="18878"/>
                    <a:pt x="10500" y="18990"/>
                  </a:cubicBezTo>
                  <a:lnTo>
                    <a:pt x="10444" y="18990"/>
                  </a:lnTo>
                  <a:cubicBezTo>
                    <a:pt x="10248" y="18990"/>
                    <a:pt x="9911" y="18906"/>
                    <a:pt x="9518" y="18710"/>
                  </a:cubicBezTo>
                  <a:cubicBezTo>
                    <a:pt x="8086" y="18064"/>
                    <a:pt x="5784" y="16407"/>
                    <a:pt x="3875" y="14919"/>
                  </a:cubicBezTo>
                  <a:cubicBezTo>
                    <a:pt x="2920" y="14189"/>
                    <a:pt x="2050" y="13488"/>
                    <a:pt x="1432" y="12954"/>
                  </a:cubicBezTo>
                  <a:cubicBezTo>
                    <a:pt x="1095" y="12702"/>
                    <a:pt x="843" y="12505"/>
                    <a:pt x="674" y="12337"/>
                  </a:cubicBezTo>
                  <a:cubicBezTo>
                    <a:pt x="598" y="12273"/>
                    <a:pt x="534" y="12221"/>
                    <a:pt x="486" y="12183"/>
                  </a:cubicBezTo>
                  <a:lnTo>
                    <a:pt x="486" y="12183"/>
                  </a:lnTo>
                  <a:lnTo>
                    <a:pt x="1208" y="798"/>
                  </a:lnTo>
                  <a:lnTo>
                    <a:pt x="11679" y="12645"/>
                  </a:lnTo>
                  <a:cubicBezTo>
                    <a:pt x="11722" y="12687"/>
                    <a:pt x="11778" y="12709"/>
                    <a:pt x="11837" y="12709"/>
                  </a:cubicBezTo>
                  <a:cubicBezTo>
                    <a:pt x="11897" y="12709"/>
                    <a:pt x="11960" y="12687"/>
                    <a:pt x="12016" y="12645"/>
                  </a:cubicBezTo>
                  <a:cubicBezTo>
                    <a:pt x="12101" y="12561"/>
                    <a:pt x="12101" y="12421"/>
                    <a:pt x="12016" y="12337"/>
                  </a:cubicBezTo>
                  <a:lnTo>
                    <a:pt x="1179" y="68"/>
                  </a:lnTo>
                  <a:cubicBezTo>
                    <a:pt x="1138" y="27"/>
                    <a:pt x="1067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80D0D020-4311-E6B4-9037-0EA86FF7439C}"/>
              </a:ext>
            </a:extLst>
          </p:cNvPr>
          <p:cNvSpPr txBox="1"/>
          <p:nvPr/>
        </p:nvSpPr>
        <p:spPr>
          <a:xfrm>
            <a:off x="9841723" y="2203314"/>
            <a:ext cx="1848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dirty="0"/>
              <a:t>Oportunidades, Ventajas</a:t>
            </a:r>
          </a:p>
          <a:p>
            <a:pPr algn="ctr"/>
            <a:r>
              <a:rPr lang="es-ES" sz="1200" dirty="0"/>
              <a:t>VALOR</a:t>
            </a:r>
            <a:endParaRPr lang="es-PE" sz="1200" dirty="0"/>
          </a:p>
        </p:txBody>
      </p:sp>
      <p:pic>
        <p:nvPicPr>
          <p:cNvPr id="245" name="Imagen 244">
            <a:extLst>
              <a:ext uri="{FF2B5EF4-FFF2-40B4-BE49-F238E27FC236}">
                <a16:creationId xmlns:a16="http://schemas.microsoft.com/office/drawing/2014/main" id="{16711807-69E5-666F-95AF-70E04F231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504" y="3602269"/>
            <a:ext cx="1238250" cy="438150"/>
          </a:xfrm>
          <a:prstGeom prst="rect">
            <a:avLst/>
          </a:prstGeom>
        </p:spPr>
      </p:pic>
      <p:pic>
        <p:nvPicPr>
          <p:cNvPr id="246" name="Imagen 245">
            <a:extLst>
              <a:ext uri="{FF2B5EF4-FFF2-40B4-BE49-F238E27FC236}">
                <a16:creationId xmlns:a16="http://schemas.microsoft.com/office/drawing/2014/main" id="{7294C765-4F02-24CF-0C44-81B1E7E18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08" y="3404297"/>
            <a:ext cx="1238250" cy="800858"/>
          </a:xfrm>
          <a:prstGeom prst="rect">
            <a:avLst/>
          </a:prstGeom>
        </p:spPr>
      </p:pic>
      <p:sp>
        <p:nvSpPr>
          <p:cNvPr id="247" name="CuadroTexto 246">
            <a:extLst>
              <a:ext uri="{FF2B5EF4-FFF2-40B4-BE49-F238E27FC236}">
                <a16:creationId xmlns:a16="http://schemas.microsoft.com/office/drawing/2014/main" id="{6655A72F-5412-9E05-31C0-3FD190BA8F29}"/>
              </a:ext>
            </a:extLst>
          </p:cNvPr>
          <p:cNvSpPr txBox="1"/>
          <p:nvPr/>
        </p:nvSpPr>
        <p:spPr>
          <a:xfrm>
            <a:off x="7954835" y="4121914"/>
            <a:ext cx="2496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Ofertas personalizadas</a:t>
            </a:r>
            <a:endParaRPr lang="es-PE" i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8" name="CuadroTexto 247">
            <a:extLst>
              <a:ext uri="{FF2B5EF4-FFF2-40B4-BE49-F238E27FC236}">
                <a16:creationId xmlns:a16="http://schemas.microsoft.com/office/drawing/2014/main" id="{BB709692-0191-575F-B7D6-7BAC9CAB0DEC}"/>
              </a:ext>
            </a:extLst>
          </p:cNvPr>
          <p:cNvSpPr txBox="1"/>
          <p:nvPr/>
        </p:nvSpPr>
        <p:spPr>
          <a:xfrm>
            <a:off x="9219645" y="3772031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/>
              <a:t>Reducción de fraude</a:t>
            </a:r>
            <a:endParaRPr lang="es-PE" i="1" dirty="0"/>
          </a:p>
        </p:txBody>
      </p:sp>
      <p:sp>
        <p:nvSpPr>
          <p:cNvPr id="249" name="CuadroTexto 248">
            <a:extLst>
              <a:ext uri="{FF2B5EF4-FFF2-40B4-BE49-F238E27FC236}">
                <a16:creationId xmlns:a16="http://schemas.microsoft.com/office/drawing/2014/main" id="{7CC6BBB2-0FBB-CACF-C3E0-53D960CC4EF8}"/>
              </a:ext>
            </a:extLst>
          </p:cNvPr>
          <p:cNvSpPr txBox="1"/>
          <p:nvPr/>
        </p:nvSpPr>
        <p:spPr>
          <a:xfrm>
            <a:off x="8102084" y="3471649"/>
            <a:ext cx="2922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solidFill>
                  <a:srgbClr val="FFC000"/>
                </a:solidFill>
              </a:rPr>
              <a:t>Mantenimientos predictivos</a:t>
            </a:r>
            <a:endParaRPr lang="es-PE" i="1" dirty="0">
              <a:solidFill>
                <a:srgbClr val="FFC000"/>
              </a:solidFill>
            </a:endParaRPr>
          </a:p>
        </p:txBody>
      </p:sp>
      <p:sp>
        <p:nvSpPr>
          <p:cNvPr id="250" name="Flecha: pentágono 249">
            <a:extLst>
              <a:ext uri="{FF2B5EF4-FFF2-40B4-BE49-F238E27FC236}">
                <a16:creationId xmlns:a16="http://schemas.microsoft.com/office/drawing/2014/main" id="{CA6A20CB-4AC1-40DD-BFEF-7DAEF486E83C}"/>
              </a:ext>
            </a:extLst>
          </p:cNvPr>
          <p:cNvSpPr/>
          <p:nvPr/>
        </p:nvSpPr>
        <p:spPr>
          <a:xfrm>
            <a:off x="4875244" y="4491246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51" name="Flecha: pentágono 250">
            <a:extLst>
              <a:ext uri="{FF2B5EF4-FFF2-40B4-BE49-F238E27FC236}">
                <a16:creationId xmlns:a16="http://schemas.microsoft.com/office/drawing/2014/main" id="{ABD6F526-C90F-2169-D501-B5525708AD14}"/>
              </a:ext>
            </a:extLst>
          </p:cNvPr>
          <p:cNvSpPr/>
          <p:nvPr/>
        </p:nvSpPr>
        <p:spPr>
          <a:xfrm>
            <a:off x="6096000" y="4491246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52" name="Flecha: pentágono 251">
            <a:extLst>
              <a:ext uri="{FF2B5EF4-FFF2-40B4-BE49-F238E27FC236}">
                <a16:creationId xmlns:a16="http://schemas.microsoft.com/office/drawing/2014/main" id="{D5D1BEF0-C378-915C-C409-0FE314BD6BE2}"/>
              </a:ext>
            </a:extLst>
          </p:cNvPr>
          <p:cNvSpPr/>
          <p:nvPr/>
        </p:nvSpPr>
        <p:spPr>
          <a:xfrm>
            <a:off x="8262132" y="4494885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53" name="Flecha: pentágono 252">
            <a:extLst>
              <a:ext uri="{FF2B5EF4-FFF2-40B4-BE49-F238E27FC236}">
                <a16:creationId xmlns:a16="http://schemas.microsoft.com/office/drawing/2014/main" id="{936A1AA4-1B1A-589B-D895-B162D3B2C93B}"/>
              </a:ext>
            </a:extLst>
          </p:cNvPr>
          <p:cNvSpPr/>
          <p:nvPr/>
        </p:nvSpPr>
        <p:spPr>
          <a:xfrm>
            <a:off x="9482888" y="4494885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254" name="Imagen 253">
            <a:extLst>
              <a:ext uri="{FF2B5EF4-FFF2-40B4-BE49-F238E27FC236}">
                <a16:creationId xmlns:a16="http://schemas.microsoft.com/office/drawing/2014/main" id="{EDB8CAAD-30CC-4F5C-9E5B-86970906D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417" y="5137655"/>
            <a:ext cx="1615448" cy="1595699"/>
          </a:xfrm>
          <a:prstGeom prst="rect">
            <a:avLst/>
          </a:prstGeom>
        </p:spPr>
      </p:pic>
      <p:sp>
        <p:nvSpPr>
          <p:cNvPr id="255" name="CuadroTexto 254">
            <a:extLst>
              <a:ext uri="{FF2B5EF4-FFF2-40B4-BE49-F238E27FC236}">
                <a16:creationId xmlns:a16="http://schemas.microsoft.com/office/drawing/2014/main" id="{136DDFF1-CAC4-04A5-47D6-6188998F53AE}"/>
              </a:ext>
            </a:extLst>
          </p:cNvPr>
          <p:cNvSpPr txBox="1"/>
          <p:nvPr/>
        </p:nvSpPr>
        <p:spPr>
          <a:xfrm>
            <a:off x="4833053" y="5631146"/>
            <a:ext cx="251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/>
              <a:t>La confianza del cliente</a:t>
            </a:r>
            <a:endParaRPr lang="es-PE" i="1" dirty="0"/>
          </a:p>
        </p:txBody>
      </p:sp>
    </p:spTree>
    <p:extLst>
      <p:ext uri="{BB962C8B-B14F-4D97-AF65-F5344CB8AC3E}">
        <p14:creationId xmlns:p14="http://schemas.microsoft.com/office/powerpoint/2010/main" val="1724458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0B66F28-EF07-E006-C7B1-77F4878C4034}"/>
              </a:ext>
            </a:extLst>
          </p:cNvPr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Google Shape;13383;p75">
            <a:extLst>
              <a:ext uri="{FF2B5EF4-FFF2-40B4-BE49-F238E27FC236}">
                <a16:creationId xmlns:a16="http://schemas.microsoft.com/office/drawing/2014/main" id="{B1DC0C1A-5B15-78F7-8478-D0E5A77CF6F3}"/>
              </a:ext>
            </a:extLst>
          </p:cNvPr>
          <p:cNvSpPr/>
          <p:nvPr/>
        </p:nvSpPr>
        <p:spPr>
          <a:xfrm>
            <a:off x="736358" y="1731499"/>
            <a:ext cx="946033" cy="520438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477E1B5-2288-4D9F-7C19-955D74A28596}"/>
              </a:ext>
            </a:extLst>
          </p:cNvPr>
          <p:cNvSpPr txBox="1"/>
          <p:nvPr/>
        </p:nvSpPr>
        <p:spPr>
          <a:xfrm>
            <a:off x="398557" y="2251937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Cloud Computing</a:t>
            </a:r>
            <a:endParaRPr lang="es-PE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A4DAB6-236F-E016-5698-C3A4D98627D0}"/>
              </a:ext>
            </a:extLst>
          </p:cNvPr>
          <p:cNvSpPr txBox="1"/>
          <p:nvPr/>
        </p:nvSpPr>
        <p:spPr>
          <a:xfrm>
            <a:off x="1900509" y="138471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5F6E1B4-C3B2-27F4-67DB-B926836F0611}"/>
              </a:ext>
            </a:extLst>
          </p:cNvPr>
          <p:cNvSpPr txBox="1"/>
          <p:nvPr/>
        </p:nvSpPr>
        <p:spPr>
          <a:xfrm>
            <a:off x="1896695" y="3531664"/>
            <a:ext cx="1467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Impacto en </a:t>
            </a:r>
          </a:p>
          <a:p>
            <a:r>
              <a:rPr lang="es-ES" b="1" dirty="0">
                <a:solidFill>
                  <a:srgbClr val="0000CC"/>
                </a:solidFill>
              </a:rPr>
              <a:t>el negocio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C84F21-1654-9A89-6934-85255C14A4BD}"/>
              </a:ext>
            </a:extLst>
          </p:cNvPr>
          <p:cNvSpPr txBox="1"/>
          <p:nvPr/>
        </p:nvSpPr>
        <p:spPr>
          <a:xfrm>
            <a:off x="1896695" y="5678618"/>
            <a:ext cx="115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Los retos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A6664A-BB3E-01DC-942F-08B7F4960013}"/>
              </a:ext>
            </a:extLst>
          </p:cNvPr>
          <p:cNvSpPr txBox="1"/>
          <p:nvPr/>
        </p:nvSpPr>
        <p:spPr>
          <a:xfrm>
            <a:off x="3345348" y="1439376"/>
            <a:ext cx="37449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Mayor capacidad de procesamiento y almacenamiento a </a:t>
            </a:r>
          </a:p>
          <a:p>
            <a:r>
              <a:rPr lang="es-ES" sz="1100" dirty="0"/>
              <a:t>bajo costo (economías de escala)</a:t>
            </a:r>
            <a:endParaRPr lang="es-PE" sz="1100" dirty="0"/>
          </a:p>
        </p:txBody>
      </p:sp>
      <p:sp>
        <p:nvSpPr>
          <p:cNvPr id="13" name="Cilindro 12">
            <a:extLst>
              <a:ext uri="{FF2B5EF4-FFF2-40B4-BE49-F238E27FC236}">
                <a16:creationId xmlns:a16="http://schemas.microsoft.com/office/drawing/2014/main" id="{E09B6D3C-27ED-0E06-CDC5-11CF9FC8BCA2}"/>
              </a:ext>
            </a:extLst>
          </p:cNvPr>
          <p:cNvSpPr/>
          <p:nvPr/>
        </p:nvSpPr>
        <p:spPr>
          <a:xfrm rot="16200000">
            <a:off x="5074263" y="936531"/>
            <a:ext cx="261608" cy="250834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9F4A9AF-B3A6-2D4D-90D2-6EE5FB999921}"/>
              </a:ext>
            </a:extLst>
          </p:cNvPr>
          <p:cNvSpPr txBox="1"/>
          <p:nvPr/>
        </p:nvSpPr>
        <p:spPr>
          <a:xfrm>
            <a:off x="4601376" y="2059899"/>
            <a:ext cx="12073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</a:rPr>
              <a:t>Ancho de Banda</a:t>
            </a:r>
            <a:endParaRPr lang="es-PE" sz="1100" dirty="0">
              <a:solidFill>
                <a:schemeClr val="bg1"/>
              </a:solidFill>
            </a:endParaRPr>
          </a:p>
        </p:txBody>
      </p:sp>
      <p:grpSp>
        <p:nvGrpSpPr>
          <p:cNvPr id="15" name="Google Shape;5069;p69">
            <a:extLst>
              <a:ext uri="{FF2B5EF4-FFF2-40B4-BE49-F238E27FC236}">
                <a16:creationId xmlns:a16="http://schemas.microsoft.com/office/drawing/2014/main" id="{040E60EA-1023-FD26-1DEC-0017E2FBA00D}"/>
              </a:ext>
            </a:extLst>
          </p:cNvPr>
          <p:cNvGrpSpPr/>
          <p:nvPr/>
        </p:nvGrpSpPr>
        <p:grpSpPr>
          <a:xfrm>
            <a:off x="9106862" y="1328147"/>
            <a:ext cx="2633016" cy="482457"/>
            <a:chOff x="4411970" y="2468674"/>
            <a:chExt cx="747317" cy="167425"/>
          </a:xfrm>
        </p:grpSpPr>
        <p:sp>
          <p:nvSpPr>
            <p:cNvPr id="16" name="Google Shape;5070;p69">
              <a:extLst>
                <a:ext uri="{FF2B5EF4-FFF2-40B4-BE49-F238E27FC236}">
                  <a16:creationId xmlns:a16="http://schemas.microsoft.com/office/drawing/2014/main" id="{62229324-4D55-B283-E3E8-0365CA2B9E4E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071;p69">
              <a:extLst>
                <a:ext uri="{FF2B5EF4-FFF2-40B4-BE49-F238E27FC236}">
                  <a16:creationId xmlns:a16="http://schemas.microsoft.com/office/drawing/2014/main" id="{EFF56D90-1E98-49B3-3505-DBC8F4B6DB11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094CBFF-68E5-17FC-8493-134A1D2A5C67}"/>
              </a:ext>
            </a:extLst>
          </p:cNvPr>
          <p:cNvSpPr txBox="1"/>
          <p:nvPr/>
        </p:nvSpPr>
        <p:spPr>
          <a:xfrm>
            <a:off x="9106862" y="1423722"/>
            <a:ext cx="661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BPaaS</a:t>
            </a:r>
            <a:endParaRPr lang="es-PE" sz="1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EA775D8-C273-6A87-909B-3DA5184D6760}"/>
              </a:ext>
            </a:extLst>
          </p:cNvPr>
          <p:cNvSpPr txBox="1"/>
          <p:nvPr/>
        </p:nvSpPr>
        <p:spPr>
          <a:xfrm>
            <a:off x="9815888" y="1446805"/>
            <a:ext cx="19768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Business Process as a Service</a:t>
            </a:r>
            <a:endParaRPr lang="es-PE" sz="1100" dirty="0"/>
          </a:p>
        </p:txBody>
      </p:sp>
      <p:grpSp>
        <p:nvGrpSpPr>
          <p:cNvPr id="20" name="Google Shape;5069;p69">
            <a:extLst>
              <a:ext uri="{FF2B5EF4-FFF2-40B4-BE49-F238E27FC236}">
                <a16:creationId xmlns:a16="http://schemas.microsoft.com/office/drawing/2014/main" id="{5BC31654-E89D-B6BE-A722-7B0FFB63C388}"/>
              </a:ext>
            </a:extLst>
          </p:cNvPr>
          <p:cNvGrpSpPr/>
          <p:nvPr/>
        </p:nvGrpSpPr>
        <p:grpSpPr>
          <a:xfrm>
            <a:off x="9106862" y="1906865"/>
            <a:ext cx="2633016" cy="482457"/>
            <a:chOff x="4411970" y="2468674"/>
            <a:chExt cx="747317" cy="167425"/>
          </a:xfrm>
        </p:grpSpPr>
        <p:sp>
          <p:nvSpPr>
            <p:cNvPr id="21" name="Google Shape;5070;p69">
              <a:extLst>
                <a:ext uri="{FF2B5EF4-FFF2-40B4-BE49-F238E27FC236}">
                  <a16:creationId xmlns:a16="http://schemas.microsoft.com/office/drawing/2014/main" id="{616A445A-B3CF-221E-54A6-409DF5B29159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071;p69">
              <a:extLst>
                <a:ext uri="{FF2B5EF4-FFF2-40B4-BE49-F238E27FC236}">
                  <a16:creationId xmlns:a16="http://schemas.microsoft.com/office/drawing/2014/main" id="{EF77957E-9F79-DD62-7D63-D64538346236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72CEA51-797C-3138-91FD-19183DCF5B44}"/>
              </a:ext>
            </a:extLst>
          </p:cNvPr>
          <p:cNvSpPr txBox="1"/>
          <p:nvPr/>
        </p:nvSpPr>
        <p:spPr>
          <a:xfrm>
            <a:off x="9093802" y="2005774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SaaS</a:t>
            </a:r>
            <a:endParaRPr lang="es-PE" sz="14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B19E23F-1533-64C1-416F-78208D88D6EF}"/>
              </a:ext>
            </a:extLst>
          </p:cNvPr>
          <p:cNvSpPr txBox="1"/>
          <p:nvPr/>
        </p:nvSpPr>
        <p:spPr>
          <a:xfrm>
            <a:off x="9945943" y="2046468"/>
            <a:ext cx="1492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Software as a Service</a:t>
            </a:r>
            <a:endParaRPr lang="es-PE" sz="1100" dirty="0"/>
          </a:p>
        </p:txBody>
      </p:sp>
      <p:grpSp>
        <p:nvGrpSpPr>
          <p:cNvPr id="25" name="Google Shape;5069;p69">
            <a:extLst>
              <a:ext uri="{FF2B5EF4-FFF2-40B4-BE49-F238E27FC236}">
                <a16:creationId xmlns:a16="http://schemas.microsoft.com/office/drawing/2014/main" id="{FAFD3580-F524-4575-9C46-1A3C7A36E7AD}"/>
              </a:ext>
            </a:extLst>
          </p:cNvPr>
          <p:cNvGrpSpPr/>
          <p:nvPr/>
        </p:nvGrpSpPr>
        <p:grpSpPr>
          <a:xfrm>
            <a:off x="9093802" y="2484714"/>
            <a:ext cx="2633016" cy="482457"/>
            <a:chOff x="4411970" y="2468674"/>
            <a:chExt cx="747317" cy="167425"/>
          </a:xfrm>
        </p:grpSpPr>
        <p:sp>
          <p:nvSpPr>
            <p:cNvPr id="26" name="Google Shape;5070;p69">
              <a:extLst>
                <a:ext uri="{FF2B5EF4-FFF2-40B4-BE49-F238E27FC236}">
                  <a16:creationId xmlns:a16="http://schemas.microsoft.com/office/drawing/2014/main" id="{A1979A57-958D-BEE0-7C5D-F99EF42349C4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071;p69">
              <a:extLst>
                <a:ext uri="{FF2B5EF4-FFF2-40B4-BE49-F238E27FC236}">
                  <a16:creationId xmlns:a16="http://schemas.microsoft.com/office/drawing/2014/main" id="{8BBAA3B8-E678-6A6C-A27D-3E05BB10356D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3F01483-8986-E28D-890F-40B545A38C89}"/>
              </a:ext>
            </a:extLst>
          </p:cNvPr>
          <p:cNvSpPr txBox="1"/>
          <p:nvPr/>
        </p:nvSpPr>
        <p:spPr>
          <a:xfrm>
            <a:off x="9080742" y="2583623"/>
            <a:ext cx="558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PaaS</a:t>
            </a:r>
            <a:endParaRPr lang="es-PE" sz="1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44F9329-56DF-79DE-EAE0-187F75BFB613}"/>
              </a:ext>
            </a:extLst>
          </p:cNvPr>
          <p:cNvSpPr txBox="1"/>
          <p:nvPr/>
        </p:nvSpPr>
        <p:spPr>
          <a:xfrm>
            <a:off x="9932883" y="2624317"/>
            <a:ext cx="1475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Platform as a Service</a:t>
            </a:r>
            <a:endParaRPr lang="es-PE" sz="1100" dirty="0"/>
          </a:p>
        </p:txBody>
      </p:sp>
      <p:grpSp>
        <p:nvGrpSpPr>
          <p:cNvPr id="30" name="Google Shape;5069;p69">
            <a:extLst>
              <a:ext uri="{FF2B5EF4-FFF2-40B4-BE49-F238E27FC236}">
                <a16:creationId xmlns:a16="http://schemas.microsoft.com/office/drawing/2014/main" id="{F0B47F46-A5DB-FE68-128A-FD20128BE4B6}"/>
              </a:ext>
            </a:extLst>
          </p:cNvPr>
          <p:cNvGrpSpPr/>
          <p:nvPr/>
        </p:nvGrpSpPr>
        <p:grpSpPr>
          <a:xfrm>
            <a:off x="9093802" y="3062563"/>
            <a:ext cx="2633016" cy="482457"/>
            <a:chOff x="4411970" y="2468674"/>
            <a:chExt cx="747317" cy="167425"/>
          </a:xfrm>
        </p:grpSpPr>
        <p:sp>
          <p:nvSpPr>
            <p:cNvPr id="31" name="Google Shape;5070;p69">
              <a:extLst>
                <a:ext uri="{FF2B5EF4-FFF2-40B4-BE49-F238E27FC236}">
                  <a16:creationId xmlns:a16="http://schemas.microsoft.com/office/drawing/2014/main" id="{8E3506F0-94AB-3DA7-A509-436CBFC61E13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071;p69">
              <a:extLst>
                <a:ext uri="{FF2B5EF4-FFF2-40B4-BE49-F238E27FC236}">
                  <a16:creationId xmlns:a16="http://schemas.microsoft.com/office/drawing/2014/main" id="{3CED3CB9-88DF-959D-F775-5019EE26EF56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ABC70B0-0D58-15BE-85A5-077273D8401D}"/>
              </a:ext>
            </a:extLst>
          </p:cNvPr>
          <p:cNvSpPr txBox="1"/>
          <p:nvPr/>
        </p:nvSpPr>
        <p:spPr>
          <a:xfrm>
            <a:off x="9080742" y="3161472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IaaS</a:t>
            </a:r>
            <a:endParaRPr lang="es-PE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609FCCE-0C68-3A9F-A395-8371087A4028}"/>
              </a:ext>
            </a:extLst>
          </p:cNvPr>
          <p:cNvSpPr txBox="1"/>
          <p:nvPr/>
        </p:nvSpPr>
        <p:spPr>
          <a:xfrm>
            <a:off x="9815888" y="3184555"/>
            <a:ext cx="1781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Infrastructure as a Service</a:t>
            </a:r>
            <a:endParaRPr lang="es-PE" sz="1100" dirty="0"/>
          </a:p>
        </p:txBody>
      </p:sp>
      <p:grpSp>
        <p:nvGrpSpPr>
          <p:cNvPr id="35" name="Google Shape;13058;p74">
            <a:extLst>
              <a:ext uri="{FF2B5EF4-FFF2-40B4-BE49-F238E27FC236}">
                <a16:creationId xmlns:a16="http://schemas.microsoft.com/office/drawing/2014/main" id="{6C475F51-E524-8D9F-2664-0093671538A3}"/>
              </a:ext>
            </a:extLst>
          </p:cNvPr>
          <p:cNvGrpSpPr/>
          <p:nvPr/>
        </p:nvGrpSpPr>
        <p:grpSpPr>
          <a:xfrm>
            <a:off x="8433154" y="1435734"/>
            <a:ext cx="559769" cy="2129337"/>
            <a:chOff x="7189833" y="2022667"/>
            <a:chExt cx="1251159" cy="1192597"/>
          </a:xfrm>
        </p:grpSpPr>
        <p:sp>
          <p:nvSpPr>
            <p:cNvPr id="36" name="Google Shape;13059;p74">
              <a:extLst>
                <a:ext uri="{FF2B5EF4-FFF2-40B4-BE49-F238E27FC236}">
                  <a16:creationId xmlns:a16="http://schemas.microsoft.com/office/drawing/2014/main" id="{B2A6E266-68BC-6C66-BF16-1BC1F8A2EC28}"/>
                </a:ext>
              </a:extLst>
            </p:cNvPr>
            <p:cNvSpPr/>
            <p:nvPr/>
          </p:nvSpPr>
          <p:spPr>
            <a:xfrm>
              <a:off x="7474366" y="2461318"/>
              <a:ext cx="682343" cy="220186"/>
            </a:xfrm>
            <a:custGeom>
              <a:avLst/>
              <a:gdLst/>
              <a:ahLst/>
              <a:cxnLst/>
              <a:rect l="l" t="t" r="r" b="b"/>
              <a:pathLst>
                <a:path w="125546" h="40494" extrusionOk="0">
                  <a:moveTo>
                    <a:pt x="22196" y="1"/>
                  </a:moveTo>
                  <a:lnTo>
                    <a:pt x="8133" y="25661"/>
                  </a:lnTo>
                  <a:lnTo>
                    <a:pt x="1" y="40494"/>
                  </a:lnTo>
                  <a:lnTo>
                    <a:pt x="125545" y="40494"/>
                  </a:lnTo>
                  <a:lnTo>
                    <a:pt x="117413" y="25661"/>
                  </a:lnTo>
                  <a:lnTo>
                    <a:pt x="10335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60;p74">
              <a:extLst>
                <a:ext uri="{FF2B5EF4-FFF2-40B4-BE49-F238E27FC236}">
                  <a16:creationId xmlns:a16="http://schemas.microsoft.com/office/drawing/2014/main" id="{64F22D28-8AAF-76C3-7E32-6685510C1FA5}"/>
                </a:ext>
              </a:extLst>
            </p:cNvPr>
            <p:cNvSpPr/>
            <p:nvPr/>
          </p:nvSpPr>
          <p:spPr>
            <a:xfrm>
              <a:off x="7602697" y="2022667"/>
              <a:ext cx="426517" cy="402424"/>
            </a:xfrm>
            <a:custGeom>
              <a:avLst/>
              <a:gdLst/>
              <a:ahLst/>
              <a:cxnLst/>
              <a:rect l="l" t="t" r="r" b="b"/>
              <a:pathLst>
                <a:path w="78476" h="74009" extrusionOk="0">
                  <a:moveTo>
                    <a:pt x="39246" y="0"/>
                  </a:moveTo>
                  <a:lnTo>
                    <a:pt x="1" y="74009"/>
                  </a:lnTo>
                  <a:lnTo>
                    <a:pt x="78476" y="74009"/>
                  </a:lnTo>
                  <a:lnTo>
                    <a:pt x="3924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61;p74">
              <a:extLst>
                <a:ext uri="{FF2B5EF4-FFF2-40B4-BE49-F238E27FC236}">
                  <a16:creationId xmlns:a16="http://schemas.microsoft.com/office/drawing/2014/main" id="{5284A76F-2C17-083C-700F-E0232018442F}"/>
                </a:ext>
              </a:extLst>
            </p:cNvPr>
            <p:cNvSpPr/>
            <p:nvPr/>
          </p:nvSpPr>
          <p:spPr>
            <a:xfrm>
              <a:off x="7189833" y="2972969"/>
              <a:ext cx="1251159" cy="242295"/>
            </a:xfrm>
            <a:custGeom>
              <a:avLst/>
              <a:gdLst/>
              <a:ahLst/>
              <a:cxnLst/>
              <a:rect l="l" t="t" r="r" b="b"/>
              <a:pathLst>
                <a:path w="230204" h="44560" extrusionOk="0">
                  <a:moveTo>
                    <a:pt x="25737" y="1"/>
                  </a:moveTo>
                  <a:lnTo>
                    <a:pt x="0" y="44560"/>
                  </a:lnTo>
                  <a:lnTo>
                    <a:pt x="230204" y="44560"/>
                  </a:lnTo>
                  <a:lnTo>
                    <a:pt x="20446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062;p74">
              <a:extLst>
                <a:ext uri="{FF2B5EF4-FFF2-40B4-BE49-F238E27FC236}">
                  <a16:creationId xmlns:a16="http://schemas.microsoft.com/office/drawing/2014/main" id="{E8E2FD01-7DEC-9AC7-D959-FBBCC6DD84FC}"/>
                </a:ext>
              </a:extLst>
            </p:cNvPr>
            <p:cNvSpPr/>
            <p:nvPr/>
          </p:nvSpPr>
          <p:spPr>
            <a:xfrm>
              <a:off x="7340931" y="2717730"/>
              <a:ext cx="950049" cy="219012"/>
            </a:xfrm>
            <a:custGeom>
              <a:avLst/>
              <a:gdLst/>
              <a:ahLst/>
              <a:cxnLst/>
              <a:rect l="l" t="t" r="r" b="b"/>
              <a:pathLst>
                <a:path w="174802" h="40278" extrusionOk="0">
                  <a:moveTo>
                    <a:pt x="22750" y="1"/>
                  </a:moveTo>
                  <a:lnTo>
                    <a:pt x="0" y="40278"/>
                  </a:lnTo>
                  <a:lnTo>
                    <a:pt x="174802" y="40278"/>
                  </a:lnTo>
                  <a:lnTo>
                    <a:pt x="152053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0" name="Google Shape;15106;p81">
            <a:extLst>
              <a:ext uri="{FF2B5EF4-FFF2-40B4-BE49-F238E27FC236}">
                <a16:creationId xmlns:a16="http://schemas.microsoft.com/office/drawing/2014/main" id="{55056C11-CA2B-6091-97E2-5E0454976DF0}"/>
              </a:ext>
            </a:extLst>
          </p:cNvPr>
          <p:cNvGrpSpPr/>
          <p:nvPr/>
        </p:nvGrpSpPr>
        <p:grpSpPr>
          <a:xfrm>
            <a:off x="3435432" y="2035093"/>
            <a:ext cx="420796" cy="370732"/>
            <a:chOff x="-3137650" y="2067900"/>
            <a:chExt cx="291450" cy="256775"/>
          </a:xfrm>
        </p:grpSpPr>
        <p:sp>
          <p:nvSpPr>
            <p:cNvPr id="41" name="Google Shape;15107;p81">
              <a:extLst>
                <a:ext uri="{FF2B5EF4-FFF2-40B4-BE49-F238E27FC236}">
                  <a16:creationId xmlns:a16="http://schemas.microsoft.com/office/drawing/2014/main" id="{DD13091D-A5EE-C041-471E-B3809EB113F5}"/>
                </a:ext>
              </a:extLst>
            </p:cNvPr>
            <p:cNvSpPr/>
            <p:nvPr/>
          </p:nvSpPr>
          <p:spPr>
            <a:xfrm>
              <a:off x="-3137650" y="2067900"/>
              <a:ext cx="291450" cy="187475"/>
            </a:xfrm>
            <a:custGeom>
              <a:avLst/>
              <a:gdLst/>
              <a:ahLst/>
              <a:cxnLst/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108;p81">
              <a:extLst>
                <a:ext uri="{FF2B5EF4-FFF2-40B4-BE49-F238E27FC236}">
                  <a16:creationId xmlns:a16="http://schemas.microsoft.com/office/drawing/2014/main" id="{3234E9C4-D631-2810-9DC4-26C589C615E1}"/>
                </a:ext>
              </a:extLst>
            </p:cNvPr>
            <p:cNvSpPr/>
            <p:nvPr/>
          </p:nvSpPr>
          <p:spPr>
            <a:xfrm>
              <a:off x="-3137650" y="2273475"/>
              <a:ext cx="291450" cy="51200"/>
            </a:xfrm>
            <a:custGeom>
              <a:avLst/>
              <a:gdLst/>
              <a:ahLst/>
              <a:cxnLst/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109;p81">
              <a:extLst>
                <a:ext uri="{FF2B5EF4-FFF2-40B4-BE49-F238E27FC236}">
                  <a16:creationId xmlns:a16="http://schemas.microsoft.com/office/drawing/2014/main" id="{6041E68E-32F1-7DFC-5605-EC5C51F34F51}"/>
                </a:ext>
              </a:extLst>
            </p:cNvPr>
            <p:cNvSpPr/>
            <p:nvPr/>
          </p:nvSpPr>
          <p:spPr>
            <a:xfrm>
              <a:off x="-3035250" y="2103000"/>
              <a:ext cx="104000" cy="118500"/>
            </a:xfrm>
            <a:custGeom>
              <a:avLst/>
              <a:gdLst/>
              <a:ahLst/>
              <a:cxnLst/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15106;p81">
            <a:extLst>
              <a:ext uri="{FF2B5EF4-FFF2-40B4-BE49-F238E27FC236}">
                <a16:creationId xmlns:a16="http://schemas.microsoft.com/office/drawing/2014/main" id="{689E2FBA-C36B-618F-29F7-2C5A08B4F279}"/>
              </a:ext>
            </a:extLst>
          </p:cNvPr>
          <p:cNvGrpSpPr/>
          <p:nvPr/>
        </p:nvGrpSpPr>
        <p:grpSpPr>
          <a:xfrm>
            <a:off x="6517288" y="1788270"/>
            <a:ext cx="881381" cy="927334"/>
            <a:chOff x="-3137650" y="2067900"/>
            <a:chExt cx="291450" cy="256775"/>
          </a:xfrm>
        </p:grpSpPr>
        <p:sp>
          <p:nvSpPr>
            <p:cNvPr id="45" name="Google Shape;15107;p81">
              <a:extLst>
                <a:ext uri="{FF2B5EF4-FFF2-40B4-BE49-F238E27FC236}">
                  <a16:creationId xmlns:a16="http://schemas.microsoft.com/office/drawing/2014/main" id="{CC985804-52A0-F6E9-609B-1B627861C85D}"/>
                </a:ext>
              </a:extLst>
            </p:cNvPr>
            <p:cNvSpPr/>
            <p:nvPr/>
          </p:nvSpPr>
          <p:spPr>
            <a:xfrm>
              <a:off x="-3137650" y="2067900"/>
              <a:ext cx="291450" cy="187475"/>
            </a:xfrm>
            <a:custGeom>
              <a:avLst/>
              <a:gdLst/>
              <a:ahLst/>
              <a:cxnLst/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108;p81">
              <a:extLst>
                <a:ext uri="{FF2B5EF4-FFF2-40B4-BE49-F238E27FC236}">
                  <a16:creationId xmlns:a16="http://schemas.microsoft.com/office/drawing/2014/main" id="{6168B510-AD81-39E1-F251-33CF933E4651}"/>
                </a:ext>
              </a:extLst>
            </p:cNvPr>
            <p:cNvSpPr/>
            <p:nvPr/>
          </p:nvSpPr>
          <p:spPr>
            <a:xfrm>
              <a:off x="-3137650" y="2273475"/>
              <a:ext cx="291450" cy="51200"/>
            </a:xfrm>
            <a:custGeom>
              <a:avLst/>
              <a:gdLst/>
              <a:ahLst/>
              <a:cxnLst/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109;p81">
              <a:extLst>
                <a:ext uri="{FF2B5EF4-FFF2-40B4-BE49-F238E27FC236}">
                  <a16:creationId xmlns:a16="http://schemas.microsoft.com/office/drawing/2014/main" id="{89DE267E-4B02-C372-FF82-5F8989E1745C}"/>
                </a:ext>
              </a:extLst>
            </p:cNvPr>
            <p:cNvSpPr/>
            <p:nvPr/>
          </p:nvSpPr>
          <p:spPr>
            <a:xfrm>
              <a:off x="-3035250" y="2103000"/>
              <a:ext cx="104000" cy="118500"/>
            </a:xfrm>
            <a:custGeom>
              <a:avLst/>
              <a:gdLst/>
              <a:ahLst/>
              <a:cxnLst/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CB9DD2A-1493-7FC1-1AEB-5248E520A8EF}"/>
              </a:ext>
            </a:extLst>
          </p:cNvPr>
          <p:cNvSpPr txBox="1"/>
          <p:nvPr/>
        </p:nvSpPr>
        <p:spPr>
          <a:xfrm rot="16200000">
            <a:off x="6982014" y="2353909"/>
            <a:ext cx="24256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Participación Técnica de los Clientes</a:t>
            </a:r>
            <a:endParaRPr lang="es-PE" sz="1100" dirty="0"/>
          </a:p>
        </p:txBody>
      </p:sp>
      <p:grpSp>
        <p:nvGrpSpPr>
          <p:cNvPr id="49" name="Google Shape;5009;p69">
            <a:extLst>
              <a:ext uri="{FF2B5EF4-FFF2-40B4-BE49-F238E27FC236}">
                <a16:creationId xmlns:a16="http://schemas.microsoft.com/office/drawing/2014/main" id="{EF13C1F2-548E-BD04-33B2-7684BDF38DDB}"/>
              </a:ext>
            </a:extLst>
          </p:cNvPr>
          <p:cNvGrpSpPr/>
          <p:nvPr/>
        </p:nvGrpSpPr>
        <p:grpSpPr>
          <a:xfrm rot="3382375">
            <a:off x="4813109" y="3434539"/>
            <a:ext cx="1138161" cy="1073839"/>
            <a:chOff x="4815575" y="1416800"/>
            <a:chExt cx="73750" cy="71400"/>
          </a:xfrm>
        </p:grpSpPr>
        <p:sp>
          <p:nvSpPr>
            <p:cNvPr id="50" name="Google Shape;5010;p69">
              <a:extLst>
                <a:ext uri="{FF2B5EF4-FFF2-40B4-BE49-F238E27FC236}">
                  <a16:creationId xmlns:a16="http://schemas.microsoft.com/office/drawing/2014/main" id="{7BFB92D2-18C8-1A8B-7119-C2FA2EAB5769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011;p69">
              <a:extLst>
                <a:ext uri="{FF2B5EF4-FFF2-40B4-BE49-F238E27FC236}">
                  <a16:creationId xmlns:a16="http://schemas.microsoft.com/office/drawing/2014/main" id="{D4C5FC5B-8526-0AF0-CEE5-85B2CEE3BDF7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012;p69">
              <a:extLst>
                <a:ext uri="{FF2B5EF4-FFF2-40B4-BE49-F238E27FC236}">
                  <a16:creationId xmlns:a16="http://schemas.microsoft.com/office/drawing/2014/main" id="{CF898DC6-5853-0F90-4502-1C79A2A11E61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3C075BBA-5CCB-CA93-7A8E-472FFFADE399}"/>
              </a:ext>
            </a:extLst>
          </p:cNvPr>
          <p:cNvSpPr txBox="1"/>
          <p:nvPr/>
        </p:nvSpPr>
        <p:spPr>
          <a:xfrm>
            <a:off x="4901103" y="3221492"/>
            <a:ext cx="933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Desempeño</a:t>
            </a:r>
            <a:endParaRPr lang="es-PE" sz="11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4EE2BF1-DE3B-A5EF-A601-C1F442408183}"/>
              </a:ext>
            </a:extLst>
          </p:cNvPr>
          <p:cNvSpPr txBox="1"/>
          <p:nvPr/>
        </p:nvSpPr>
        <p:spPr>
          <a:xfrm>
            <a:off x="5861128" y="4074023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Agilidad</a:t>
            </a:r>
            <a:endParaRPr lang="es-PE" sz="11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BAE7F56-C43C-5310-D79A-9E4FBE037FD4}"/>
              </a:ext>
            </a:extLst>
          </p:cNvPr>
          <p:cNvSpPr txBox="1"/>
          <p:nvPr/>
        </p:nvSpPr>
        <p:spPr>
          <a:xfrm>
            <a:off x="4242564" y="3973016"/>
            <a:ext cx="6046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Costos</a:t>
            </a:r>
          </a:p>
          <a:p>
            <a:r>
              <a:rPr lang="es-ES" sz="1100" dirty="0"/>
              <a:t>Bajos</a:t>
            </a:r>
            <a:endParaRPr lang="es-PE" sz="1100" dirty="0"/>
          </a:p>
        </p:txBody>
      </p:sp>
      <p:grpSp>
        <p:nvGrpSpPr>
          <p:cNvPr id="56" name="Google Shape;15149;p81">
            <a:extLst>
              <a:ext uri="{FF2B5EF4-FFF2-40B4-BE49-F238E27FC236}">
                <a16:creationId xmlns:a16="http://schemas.microsoft.com/office/drawing/2014/main" id="{9B9E5410-1368-9FF4-09D3-5755A4D0778A}"/>
              </a:ext>
            </a:extLst>
          </p:cNvPr>
          <p:cNvGrpSpPr/>
          <p:nvPr/>
        </p:nvGrpSpPr>
        <p:grpSpPr>
          <a:xfrm>
            <a:off x="3671637" y="5295388"/>
            <a:ext cx="421914" cy="420759"/>
            <a:chOff x="-2571737" y="2403625"/>
            <a:chExt cx="292225" cy="291425"/>
          </a:xfrm>
        </p:grpSpPr>
        <p:sp>
          <p:nvSpPr>
            <p:cNvPr id="57" name="Google Shape;15150;p81">
              <a:extLst>
                <a:ext uri="{FF2B5EF4-FFF2-40B4-BE49-F238E27FC236}">
                  <a16:creationId xmlns:a16="http://schemas.microsoft.com/office/drawing/2014/main" id="{1560E5B8-C043-16BC-EB15-EC165D6E7C4B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151;p81">
              <a:extLst>
                <a:ext uri="{FF2B5EF4-FFF2-40B4-BE49-F238E27FC236}">
                  <a16:creationId xmlns:a16="http://schemas.microsoft.com/office/drawing/2014/main" id="{66F39116-C641-E229-C935-F938715334B8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152;p81">
              <a:extLst>
                <a:ext uri="{FF2B5EF4-FFF2-40B4-BE49-F238E27FC236}">
                  <a16:creationId xmlns:a16="http://schemas.microsoft.com/office/drawing/2014/main" id="{22A1CE5D-4CCA-C2B1-7657-EF5EABD708BB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153;p81">
              <a:extLst>
                <a:ext uri="{FF2B5EF4-FFF2-40B4-BE49-F238E27FC236}">
                  <a16:creationId xmlns:a16="http://schemas.microsoft.com/office/drawing/2014/main" id="{0C0E2F1C-6DA8-EE57-9D6F-6B9587AF0358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154;p81">
              <a:extLst>
                <a:ext uri="{FF2B5EF4-FFF2-40B4-BE49-F238E27FC236}">
                  <a16:creationId xmlns:a16="http://schemas.microsoft.com/office/drawing/2014/main" id="{94D61C34-BA71-5289-9323-1CFB70A92B31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155;p81">
              <a:extLst>
                <a:ext uri="{FF2B5EF4-FFF2-40B4-BE49-F238E27FC236}">
                  <a16:creationId xmlns:a16="http://schemas.microsoft.com/office/drawing/2014/main" id="{57157A89-7711-BB1E-F36F-6EFEEF7C2A8C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156;p81">
              <a:extLst>
                <a:ext uri="{FF2B5EF4-FFF2-40B4-BE49-F238E27FC236}">
                  <a16:creationId xmlns:a16="http://schemas.microsoft.com/office/drawing/2014/main" id="{1A960D64-CC07-2FB0-332D-AF8A61700125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15149;p81">
            <a:extLst>
              <a:ext uri="{FF2B5EF4-FFF2-40B4-BE49-F238E27FC236}">
                <a16:creationId xmlns:a16="http://schemas.microsoft.com/office/drawing/2014/main" id="{8D49CCFC-FD1A-4134-C3BF-533FB25ABE6D}"/>
              </a:ext>
            </a:extLst>
          </p:cNvPr>
          <p:cNvGrpSpPr/>
          <p:nvPr/>
        </p:nvGrpSpPr>
        <p:grpSpPr>
          <a:xfrm>
            <a:off x="4262693" y="5665061"/>
            <a:ext cx="421914" cy="420759"/>
            <a:chOff x="-2571737" y="2403625"/>
            <a:chExt cx="292225" cy="291425"/>
          </a:xfrm>
        </p:grpSpPr>
        <p:sp>
          <p:nvSpPr>
            <p:cNvPr id="65" name="Google Shape;15150;p81">
              <a:extLst>
                <a:ext uri="{FF2B5EF4-FFF2-40B4-BE49-F238E27FC236}">
                  <a16:creationId xmlns:a16="http://schemas.microsoft.com/office/drawing/2014/main" id="{CD6CCC1B-CD83-7FBE-2C2F-12750C460963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5151;p81">
              <a:extLst>
                <a:ext uri="{FF2B5EF4-FFF2-40B4-BE49-F238E27FC236}">
                  <a16:creationId xmlns:a16="http://schemas.microsoft.com/office/drawing/2014/main" id="{3A5A6BD7-5065-4510-52D0-1A9C2AAED588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5152;p81">
              <a:extLst>
                <a:ext uri="{FF2B5EF4-FFF2-40B4-BE49-F238E27FC236}">
                  <a16:creationId xmlns:a16="http://schemas.microsoft.com/office/drawing/2014/main" id="{C430C58C-0B76-5FB4-30D2-FA7533DA6970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5153;p81">
              <a:extLst>
                <a:ext uri="{FF2B5EF4-FFF2-40B4-BE49-F238E27FC236}">
                  <a16:creationId xmlns:a16="http://schemas.microsoft.com/office/drawing/2014/main" id="{1D0D03DE-AB1E-0304-F28D-DC62E48242E2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5154;p81">
              <a:extLst>
                <a:ext uri="{FF2B5EF4-FFF2-40B4-BE49-F238E27FC236}">
                  <a16:creationId xmlns:a16="http://schemas.microsoft.com/office/drawing/2014/main" id="{89233C28-B39F-A97C-672F-13E2D5663C2F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5155;p81">
              <a:extLst>
                <a:ext uri="{FF2B5EF4-FFF2-40B4-BE49-F238E27FC236}">
                  <a16:creationId xmlns:a16="http://schemas.microsoft.com/office/drawing/2014/main" id="{A4464766-9EAE-2CC7-4B27-911E0D2E487F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5156;p81">
              <a:extLst>
                <a:ext uri="{FF2B5EF4-FFF2-40B4-BE49-F238E27FC236}">
                  <a16:creationId xmlns:a16="http://schemas.microsoft.com/office/drawing/2014/main" id="{9860509B-81A8-604C-FD3F-2BB1A5627DEA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15149;p81">
            <a:extLst>
              <a:ext uri="{FF2B5EF4-FFF2-40B4-BE49-F238E27FC236}">
                <a16:creationId xmlns:a16="http://schemas.microsoft.com/office/drawing/2014/main" id="{A2DD08B0-032D-5C65-A6FA-18239B3FEA2A}"/>
              </a:ext>
            </a:extLst>
          </p:cNvPr>
          <p:cNvGrpSpPr/>
          <p:nvPr/>
        </p:nvGrpSpPr>
        <p:grpSpPr>
          <a:xfrm>
            <a:off x="5808758" y="5085008"/>
            <a:ext cx="293079" cy="365877"/>
            <a:chOff x="-2571737" y="2403625"/>
            <a:chExt cx="292225" cy="291425"/>
          </a:xfrm>
        </p:grpSpPr>
        <p:sp>
          <p:nvSpPr>
            <p:cNvPr id="73" name="Google Shape;15150;p81">
              <a:extLst>
                <a:ext uri="{FF2B5EF4-FFF2-40B4-BE49-F238E27FC236}">
                  <a16:creationId xmlns:a16="http://schemas.microsoft.com/office/drawing/2014/main" id="{81CCD128-241C-00C2-CE11-CC4BFBD02756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5151;p81">
              <a:extLst>
                <a:ext uri="{FF2B5EF4-FFF2-40B4-BE49-F238E27FC236}">
                  <a16:creationId xmlns:a16="http://schemas.microsoft.com/office/drawing/2014/main" id="{FF45AA37-B082-84B2-3852-F5671D5D5C77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5152;p81">
              <a:extLst>
                <a:ext uri="{FF2B5EF4-FFF2-40B4-BE49-F238E27FC236}">
                  <a16:creationId xmlns:a16="http://schemas.microsoft.com/office/drawing/2014/main" id="{50613870-234C-4F28-55FC-3FE5BD55A714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5153;p81">
              <a:extLst>
                <a:ext uri="{FF2B5EF4-FFF2-40B4-BE49-F238E27FC236}">
                  <a16:creationId xmlns:a16="http://schemas.microsoft.com/office/drawing/2014/main" id="{1DEE1C91-B7F8-9B2D-ED8F-B8A7F988FD01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5154;p81">
              <a:extLst>
                <a:ext uri="{FF2B5EF4-FFF2-40B4-BE49-F238E27FC236}">
                  <a16:creationId xmlns:a16="http://schemas.microsoft.com/office/drawing/2014/main" id="{716F2F30-0FBD-A972-8B88-48DBF218D550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5155;p81">
              <a:extLst>
                <a:ext uri="{FF2B5EF4-FFF2-40B4-BE49-F238E27FC236}">
                  <a16:creationId xmlns:a16="http://schemas.microsoft.com/office/drawing/2014/main" id="{A62A3873-A7B4-21DA-B974-5D81DE3E7712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5156;p81">
              <a:extLst>
                <a:ext uri="{FF2B5EF4-FFF2-40B4-BE49-F238E27FC236}">
                  <a16:creationId xmlns:a16="http://schemas.microsoft.com/office/drawing/2014/main" id="{D43B83A4-E613-D2F4-28C4-5DDD544F276E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15149;p81">
            <a:extLst>
              <a:ext uri="{FF2B5EF4-FFF2-40B4-BE49-F238E27FC236}">
                <a16:creationId xmlns:a16="http://schemas.microsoft.com/office/drawing/2014/main" id="{3D901838-DCD5-D43A-9754-3F119234C873}"/>
              </a:ext>
            </a:extLst>
          </p:cNvPr>
          <p:cNvGrpSpPr/>
          <p:nvPr/>
        </p:nvGrpSpPr>
        <p:grpSpPr>
          <a:xfrm>
            <a:off x="6129520" y="5467783"/>
            <a:ext cx="293079" cy="365877"/>
            <a:chOff x="-2571737" y="2403625"/>
            <a:chExt cx="292225" cy="291425"/>
          </a:xfrm>
        </p:grpSpPr>
        <p:sp>
          <p:nvSpPr>
            <p:cNvPr id="81" name="Google Shape;15150;p81">
              <a:extLst>
                <a:ext uri="{FF2B5EF4-FFF2-40B4-BE49-F238E27FC236}">
                  <a16:creationId xmlns:a16="http://schemas.microsoft.com/office/drawing/2014/main" id="{AFE2123D-F612-3AA0-424C-92D02EE7EB0D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5151;p81">
              <a:extLst>
                <a:ext uri="{FF2B5EF4-FFF2-40B4-BE49-F238E27FC236}">
                  <a16:creationId xmlns:a16="http://schemas.microsoft.com/office/drawing/2014/main" id="{66F5FCC2-73FD-F482-14F8-5DA995283950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5152;p81">
              <a:extLst>
                <a:ext uri="{FF2B5EF4-FFF2-40B4-BE49-F238E27FC236}">
                  <a16:creationId xmlns:a16="http://schemas.microsoft.com/office/drawing/2014/main" id="{5A951940-2F57-C585-5FEF-7E7DCA9F75D4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5153;p81">
              <a:extLst>
                <a:ext uri="{FF2B5EF4-FFF2-40B4-BE49-F238E27FC236}">
                  <a16:creationId xmlns:a16="http://schemas.microsoft.com/office/drawing/2014/main" id="{FD47068B-588A-CC2C-0C8B-7E3BD42F2187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5154;p81">
              <a:extLst>
                <a:ext uri="{FF2B5EF4-FFF2-40B4-BE49-F238E27FC236}">
                  <a16:creationId xmlns:a16="http://schemas.microsoft.com/office/drawing/2014/main" id="{DDB775CA-1B01-E918-100C-BD04427ABBC5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5155;p81">
              <a:extLst>
                <a:ext uri="{FF2B5EF4-FFF2-40B4-BE49-F238E27FC236}">
                  <a16:creationId xmlns:a16="http://schemas.microsoft.com/office/drawing/2014/main" id="{836DFBE3-63BD-CA06-B78B-F3C6B7C34543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5156;p81">
              <a:extLst>
                <a:ext uri="{FF2B5EF4-FFF2-40B4-BE49-F238E27FC236}">
                  <a16:creationId xmlns:a16="http://schemas.microsoft.com/office/drawing/2014/main" id="{A4ABDFED-5296-588D-A130-DB5468C1C267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15149;p81">
            <a:extLst>
              <a:ext uri="{FF2B5EF4-FFF2-40B4-BE49-F238E27FC236}">
                <a16:creationId xmlns:a16="http://schemas.microsoft.com/office/drawing/2014/main" id="{E0C4F58A-A43C-2E2E-8808-0CD565196F4D}"/>
              </a:ext>
            </a:extLst>
          </p:cNvPr>
          <p:cNvGrpSpPr/>
          <p:nvPr/>
        </p:nvGrpSpPr>
        <p:grpSpPr>
          <a:xfrm>
            <a:off x="6459241" y="5127913"/>
            <a:ext cx="293079" cy="365877"/>
            <a:chOff x="-2571737" y="2403625"/>
            <a:chExt cx="292225" cy="291425"/>
          </a:xfrm>
        </p:grpSpPr>
        <p:sp>
          <p:nvSpPr>
            <p:cNvPr id="89" name="Google Shape;15150;p81">
              <a:extLst>
                <a:ext uri="{FF2B5EF4-FFF2-40B4-BE49-F238E27FC236}">
                  <a16:creationId xmlns:a16="http://schemas.microsoft.com/office/drawing/2014/main" id="{F9FABEFF-3359-1BE2-7E0F-37C211F77B73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5151;p81">
              <a:extLst>
                <a:ext uri="{FF2B5EF4-FFF2-40B4-BE49-F238E27FC236}">
                  <a16:creationId xmlns:a16="http://schemas.microsoft.com/office/drawing/2014/main" id="{DC254620-9ACA-0151-AB1F-BD1A429BADCD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5152;p81">
              <a:extLst>
                <a:ext uri="{FF2B5EF4-FFF2-40B4-BE49-F238E27FC236}">
                  <a16:creationId xmlns:a16="http://schemas.microsoft.com/office/drawing/2014/main" id="{9C00F170-9280-2277-44EF-A419C459A1E8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5153;p81">
              <a:extLst>
                <a:ext uri="{FF2B5EF4-FFF2-40B4-BE49-F238E27FC236}">
                  <a16:creationId xmlns:a16="http://schemas.microsoft.com/office/drawing/2014/main" id="{7C8A5969-6BAA-20D2-BDCF-392C73C38E9D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5154;p81">
              <a:extLst>
                <a:ext uri="{FF2B5EF4-FFF2-40B4-BE49-F238E27FC236}">
                  <a16:creationId xmlns:a16="http://schemas.microsoft.com/office/drawing/2014/main" id="{D773B92D-FF32-8585-355E-E5B1A9653393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5155;p81">
              <a:extLst>
                <a:ext uri="{FF2B5EF4-FFF2-40B4-BE49-F238E27FC236}">
                  <a16:creationId xmlns:a16="http://schemas.microsoft.com/office/drawing/2014/main" id="{712A127E-FC2A-092E-5F5A-FD30CD891F9B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5156;p81">
              <a:extLst>
                <a:ext uri="{FF2B5EF4-FFF2-40B4-BE49-F238E27FC236}">
                  <a16:creationId xmlns:a16="http://schemas.microsoft.com/office/drawing/2014/main" id="{F273F96D-6BD7-3A12-1B67-2747167071F3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15149;p81">
            <a:extLst>
              <a:ext uri="{FF2B5EF4-FFF2-40B4-BE49-F238E27FC236}">
                <a16:creationId xmlns:a16="http://schemas.microsoft.com/office/drawing/2014/main" id="{0FAB49BF-8A93-2D71-6E8C-4FA39E38697F}"/>
              </a:ext>
            </a:extLst>
          </p:cNvPr>
          <p:cNvGrpSpPr/>
          <p:nvPr/>
        </p:nvGrpSpPr>
        <p:grpSpPr>
          <a:xfrm>
            <a:off x="6632165" y="5629520"/>
            <a:ext cx="293079" cy="365877"/>
            <a:chOff x="-2571737" y="2403625"/>
            <a:chExt cx="292225" cy="291425"/>
          </a:xfrm>
        </p:grpSpPr>
        <p:sp>
          <p:nvSpPr>
            <p:cNvPr id="97" name="Google Shape;15150;p81">
              <a:extLst>
                <a:ext uri="{FF2B5EF4-FFF2-40B4-BE49-F238E27FC236}">
                  <a16:creationId xmlns:a16="http://schemas.microsoft.com/office/drawing/2014/main" id="{B5794C34-7337-7665-7941-88731CEDA14E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5151;p81">
              <a:extLst>
                <a:ext uri="{FF2B5EF4-FFF2-40B4-BE49-F238E27FC236}">
                  <a16:creationId xmlns:a16="http://schemas.microsoft.com/office/drawing/2014/main" id="{D71B33CB-4873-4263-4F1E-6595272382C6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5152;p81">
              <a:extLst>
                <a:ext uri="{FF2B5EF4-FFF2-40B4-BE49-F238E27FC236}">
                  <a16:creationId xmlns:a16="http://schemas.microsoft.com/office/drawing/2014/main" id="{B33F982B-BB4D-E159-C13C-D92FFD71373C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5153;p81">
              <a:extLst>
                <a:ext uri="{FF2B5EF4-FFF2-40B4-BE49-F238E27FC236}">
                  <a16:creationId xmlns:a16="http://schemas.microsoft.com/office/drawing/2014/main" id="{CE1E4A98-4C8B-86EF-11EA-A9852DBA3253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5154;p81">
              <a:extLst>
                <a:ext uri="{FF2B5EF4-FFF2-40B4-BE49-F238E27FC236}">
                  <a16:creationId xmlns:a16="http://schemas.microsoft.com/office/drawing/2014/main" id="{6A5EA42B-5556-DFAE-F843-A40609B9BD0F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5155;p81">
              <a:extLst>
                <a:ext uri="{FF2B5EF4-FFF2-40B4-BE49-F238E27FC236}">
                  <a16:creationId xmlns:a16="http://schemas.microsoft.com/office/drawing/2014/main" id="{465D3B15-E704-87E4-1668-237CF9C58CB1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5156;p81">
              <a:extLst>
                <a:ext uri="{FF2B5EF4-FFF2-40B4-BE49-F238E27FC236}">
                  <a16:creationId xmlns:a16="http://schemas.microsoft.com/office/drawing/2014/main" id="{FBCE5F09-5D6C-9308-9386-ECA1D7F3112D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" name="Google Shape;15149;p81">
            <a:extLst>
              <a:ext uri="{FF2B5EF4-FFF2-40B4-BE49-F238E27FC236}">
                <a16:creationId xmlns:a16="http://schemas.microsoft.com/office/drawing/2014/main" id="{EF0A1346-179A-5C7F-2ED8-14170A0A0C53}"/>
              </a:ext>
            </a:extLst>
          </p:cNvPr>
          <p:cNvGrpSpPr/>
          <p:nvPr/>
        </p:nvGrpSpPr>
        <p:grpSpPr>
          <a:xfrm>
            <a:off x="8140075" y="4576204"/>
            <a:ext cx="293079" cy="365877"/>
            <a:chOff x="-2571737" y="2403625"/>
            <a:chExt cx="292225" cy="291425"/>
          </a:xfrm>
        </p:grpSpPr>
        <p:sp>
          <p:nvSpPr>
            <p:cNvPr id="105" name="Google Shape;15150;p81">
              <a:extLst>
                <a:ext uri="{FF2B5EF4-FFF2-40B4-BE49-F238E27FC236}">
                  <a16:creationId xmlns:a16="http://schemas.microsoft.com/office/drawing/2014/main" id="{9BC7D0E4-5B6A-BE71-5A25-6A2C989A14FB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5151;p81">
              <a:extLst>
                <a:ext uri="{FF2B5EF4-FFF2-40B4-BE49-F238E27FC236}">
                  <a16:creationId xmlns:a16="http://schemas.microsoft.com/office/drawing/2014/main" id="{E9582FF0-C270-4AF9-A9DA-9802091DE9C4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5152;p81">
              <a:extLst>
                <a:ext uri="{FF2B5EF4-FFF2-40B4-BE49-F238E27FC236}">
                  <a16:creationId xmlns:a16="http://schemas.microsoft.com/office/drawing/2014/main" id="{0F072BE7-ED1C-FEF6-DAB5-A8F390694692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5153;p81">
              <a:extLst>
                <a:ext uri="{FF2B5EF4-FFF2-40B4-BE49-F238E27FC236}">
                  <a16:creationId xmlns:a16="http://schemas.microsoft.com/office/drawing/2014/main" id="{D04FC91C-83CF-908D-B4B6-64C8C386FB3B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5154;p81">
              <a:extLst>
                <a:ext uri="{FF2B5EF4-FFF2-40B4-BE49-F238E27FC236}">
                  <a16:creationId xmlns:a16="http://schemas.microsoft.com/office/drawing/2014/main" id="{E2585035-E047-B11C-9915-20D51249CE9D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5155;p81">
              <a:extLst>
                <a:ext uri="{FF2B5EF4-FFF2-40B4-BE49-F238E27FC236}">
                  <a16:creationId xmlns:a16="http://schemas.microsoft.com/office/drawing/2014/main" id="{4451FE0B-C65E-5C5A-D86B-412DC32247E7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5156;p81">
              <a:extLst>
                <a:ext uri="{FF2B5EF4-FFF2-40B4-BE49-F238E27FC236}">
                  <a16:creationId xmlns:a16="http://schemas.microsoft.com/office/drawing/2014/main" id="{9F66D66D-E9B2-92FB-1AAD-98B10B195454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5149;p81">
            <a:extLst>
              <a:ext uri="{FF2B5EF4-FFF2-40B4-BE49-F238E27FC236}">
                <a16:creationId xmlns:a16="http://schemas.microsoft.com/office/drawing/2014/main" id="{B5317075-0C6C-2042-979F-AD8542FAB647}"/>
              </a:ext>
            </a:extLst>
          </p:cNvPr>
          <p:cNvGrpSpPr/>
          <p:nvPr/>
        </p:nvGrpSpPr>
        <p:grpSpPr>
          <a:xfrm>
            <a:off x="8460837" y="4958979"/>
            <a:ext cx="293079" cy="365877"/>
            <a:chOff x="-2571737" y="2403625"/>
            <a:chExt cx="292225" cy="291425"/>
          </a:xfrm>
        </p:grpSpPr>
        <p:sp>
          <p:nvSpPr>
            <p:cNvPr id="113" name="Google Shape;15150;p81">
              <a:extLst>
                <a:ext uri="{FF2B5EF4-FFF2-40B4-BE49-F238E27FC236}">
                  <a16:creationId xmlns:a16="http://schemas.microsoft.com/office/drawing/2014/main" id="{82FF3777-DA80-5BC0-A713-BF30A8D17FA2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5151;p81">
              <a:extLst>
                <a:ext uri="{FF2B5EF4-FFF2-40B4-BE49-F238E27FC236}">
                  <a16:creationId xmlns:a16="http://schemas.microsoft.com/office/drawing/2014/main" id="{1F8238DB-8421-F229-8CDA-A702D809892E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5152;p81">
              <a:extLst>
                <a:ext uri="{FF2B5EF4-FFF2-40B4-BE49-F238E27FC236}">
                  <a16:creationId xmlns:a16="http://schemas.microsoft.com/office/drawing/2014/main" id="{1B14B130-D0A5-DD06-4FA5-04E6DE7579E3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5153;p81">
              <a:extLst>
                <a:ext uri="{FF2B5EF4-FFF2-40B4-BE49-F238E27FC236}">
                  <a16:creationId xmlns:a16="http://schemas.microsoft.com/office/drawing/2014/main" id="{34003E90-4673-4C8B-9C8B-AFBDD2314E9B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5154;p81">
              <a:extLst>
                <a:ext uri="{FF2B5EF4-FFF2-40B4-BE49-F238E27FC236}">
                  <a16:creationId xmlns:a16="http://schemas.microsoft.com/office/drawing/2014/main" id="{609D4E21-31D4-0E42-0506-C16633C82613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5155;p81">
              <a:extLst>
                <a:ext uri="{FF2B5EF4-FFF2-40B4-BE49-F238E27FC236}">
                  <a16:creationId xmlns:a16="http://schemas.microsoft.com/office/drawing/2014/main" id="{D51F8E23-8DF5-B039-EAD8-0DEE35EB048E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5156;p81">
              <a:extLst>
                <a:ext uri="{FF2B5EF4-FFF2-40B4-BE49-F238E27FC236}">
                  <a16:creationId xmlns:a16="http://schemas.microsoft.com/office/drawing/2014/main" id="{A689EE3A-B23A-A3BE-C683-E15027A50624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" name="Google Shape;15149;p81">
            <a:extLst>
              <a:ext uri="{FF2B5EF4-FFF2-40B4-BE49-F238E27FC236}">
                <a16:creationId xmlns:a16="http://schemas.microsoft.com/office/drawing/2014/main" id="{6FCE74C9-66DA-CD74-632B-01518D4F9EF9}"/>
              </a:ext>
            </a:extLst>
          </p:cNvPr>
          <p:cNvGrpSpPr/>
          <p:nvPr/>
        </p:nvGrpSpPr>
        <p:grpSpPr>
          <a:xfrm>
            <a:off x="8790558" y="4619109"/>
            <a:ext cx="293079" cy="365877"/>
            <a:chOff x="-2571737" y="2403625"/>
            <a:chExt cx="292225" cy="291425"/>
          </a:xfrm>
        </p:grpSpPr>
        <p:sp>
          <p:nvSpPr>
            <p:cNvPr id="121" name="Google Shape;15150;p81">
              <a:extLst>
                <a:ext uri="{FF2B5EF4-FFF2-40B4-BE49-F238E27FC236}">
                  <a16:creationId xmlns:a16="http://schemas.microsoft.com/office/drawing/2014/main" id="{CE112B62-94AE-6079-1827-0425FC5B6458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5151;p81">
              <a:extLst>
                <a:ext uri="{FF2B5EF4-FFF2-40B4-BE49-F238E27FC236}">
                  <a16:creationId xmlns:a16="http://schemas.microsoft.com/office/drawing/2014/main" id="{199332CC-1C31-29AE-A916-8E78A8777540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5152;p81">
              <a:extLst>
                <a:ext uri="{FF2B5EF4-FFF2-40B4-BE49-F238E27FC236}">
                  <a16:creationId xmlns:a16="http://schemas.microsoft.com/office/drawing/2014/main" id="{3C4E8651-8DD0-0A36-89FF-7016ED47F209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5153;p81">
              <a:extLst>
                <a:ext uri="{FF2B5EF4-FFF2-40B4-BE49-F238E27FC236}">
                  <a16:creationId xmlns:a16="http://schemas.microsoft.com/office/drawing/2014/main" id="{492BCD55-4916-B7B9-A98C-5A18CC012D2B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5154;p81">
              <a:extLst>
                <a:ext uri="{FF2B5EF4-FFF2-40B4-BE49-F238E27FC236}">
                  <a16:creationId xmlns:a16="http://schemas.microsoft.com/office/drawing/2014/main" id="{BFD3AADB-A06A-25FF-DCB7-FFA2004DB5AF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5155;p81">
              <a:extLst>
                <a:ext uri="{FF2B5EF4-FFF2-40B4-BE49-F238E27FC236}">
                  <a16:creationId xmlns:a16="http://schemas.microsoft.com/office/drawing/2014/main" id="{307705CA-2259-4DCC-D25B-7C14AEBE4B29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5156;p81">
              <a:extLst>
                <a:ext uri="{FF2B5EF4-FFF2-40B4-BE49-F238E27FC236}">
                  <a16:creationId xmlns:a16="http://schemas.microsoft.com/office/drawing/2014/main" id="{4B3A401B-61BD-83BC-C381-0918FA2ED3DE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5149;p81">
            <a:extLst>
              <a:ext uri="{FF2B5EF4-FFF2-40B4-BE49-F238E27FC236}">
                <a16:creationId xmlns:a16="http://schemas.microsoft.com/office/drawing/2014/main" id="{618BB663-C46F-807C-95D0-BD287DA855DB}"/>
              </a:ext>
            </a:extLst>
          </p:cNvPr>
          <p:cNvGrpSpPr/>
          <p:nvPr/>
        </p:nvGrpSpPr>
        <p:grpSpPr>
          <a:xfrm>
            <a:off x="8963482" y="5120716"/>
            <a:ext cx="293079" cy="365877"/>
            <a:chOff x="-2571737" y="2403625"/>
            <a:chExt cx="292225" cy="291425"/>
          </a:xfrm>
        </p:grpSpPr>
        <p:sp>
          <p:nvSpPr>
            <p:cNvPr id="129" name="Google Shape;15150;p81">
              <a:extLst>
                <a:ext uri="{FF2B5EF4-FFF2-40B4-BE49-F238E27FC236}">
                  <a16:creationId xmlns:a16="http://schemas.microsoft.com/office/drawing/2014/main" id="{2E491E24-F162-615C-D833-21B1FA102430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5151;p81">
              <a:extLst>
                <a:ext uri="{FF2B5EF4-FFF2-40B4-BE49-F238E27FC236}">
                  <a16:creationId xmlns:a16="http://schemas.microsoft.com/office/drawing/2014/main" id="{3638C537-0394-3C9B-3265-A5F915D37380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5152;p81">
              <a:extLst>
                <a:ext uri="{FF2B5EF4-FFF2-40B4-BE49-F238E27FC236}">
                  <a16:creationId xmlns:a16="http://schemas.microsoft.com/office/drawing/2014/main" id="{E273D43C-0BD8-A05C-01F9-DDBFD8446D62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5153;p81">
              <a:extLst>
                <a:ext uri="{FF2B5EF4-FFF2-40B4-BE49-F238E27FC236}">
                  <a16:creationId xmlns:a16="http://schemas.microsoft.com/office/drawing/2014/main" id="{F028251F-2023-E5C7-05FB-D698A733655E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5154;p81">
              <a:extLst>
                <a:ext uri="{FF2B5EF4-FFF2-40B4-BE49-F238E27FC236}">
                  <a16:creationId xmlns:a16="http://schemas.microsoft.com/office/drawing/2014/main" id="{3B5D892E-E1BB-1D82-3A22-A5202C135041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5155;p81">
              <a:extLst>
                <a:ext uri="{FF2B5EF4-FFF2-40B4-BE49-F238E27FC236}">
                  <a16:creationId xmlns:a16="http://schemas.microsoft.com/office/drawing/2014/main" id="{276A722B-9ABF-3098-7500-DF5EEDB2D4A1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5156;p81">
              <a:extLst>
                <a:ext uri="{FF2B5EF4-FFF2-40B4-BE49-F238E27FC236}">
                  <a16:creationId xmlns:a16="http://schemas.microsoft.com/office/drawing/2014/main" id="{80E74475-D3B7-79A2-E0B2-56F0DA953621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" name="Google Shape;15149;p81">
            <a:extLst>
              <a:ext uri="{FF2B5EF4-FFF2-40B4-BE49-F238E27FC236}">
                <a16:creationId xmlns:a16="http://schemas.microsoft.com/office/drawing/2014/main" id="{469326B0-7031-D713-DB54-E17F95944FC4}"/>
              </a:ext>
            </a:extLst>
          </p:cNvPr>
          <p:cNvGrpSpPr/>
          <p:nvPr/>
        </p:nvGrpSpPr>
        <p:grpSpPr>
          <a:xfrm>
            <a:off x="9372211" y="4581354"/>
            <a:ext cx="293079" cy="365877"/>
            <a:chOff x="-2571737" y="2403625"/>
            <a:chExt cx="292225" cy="291425"/>
          </a:xfrm>
        </p:grpSpPr>
        <p:sp>
          <p:nvSpPr>
            <p:cNvPr id="137" name="Google Shape;15150;p81">
              <a:extLst>
                <a:ext uri="{FF2B5EF4-FFF2-40B4-BE49-F238E27FC236}">
                  <a16:creationId xmlns:a16="http://schemas.microsoft.com/office/drawing/2014/main" id="{580F9ABE-3B5D-822E-F57E-38F1382CBC16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5151;p81">
              <a:extLst>
                <a:ext uri="{FF2B5EF4-FFF2-40B4-BE49-F238E27FC236}">
                  <a16:creationId xmlns:a16="http://schemas.microsoft.com/office/drawing/2014/main" id="{FA697112-EB0C-4A36-3161-1FB174E6A53E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5152;p81">
              <a:extLst>
                <a:ext uri="{FF2B5EF4-FFF2-40B4-BE49-F238E27FC236}">
                  <a16:creationId xmlns:a16="http://schemas.microsoft.com/office/drawing/2014/main" id="{2001817C-8C6C-9FF4-9E44-40D7B0D2E006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5153;p81">
              <a:extLst>
                <a:ext uri="{FF2B5EF4-FFF2-40B4-BE49-F238E27FC236}">
                  <a16:creationId xmlns:a16="http://schemas.microsoft.com/office/drawing/2014/main" id="{8C2B3E9E-CB4A-9636-4D4D-9A2751660109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5154;p81">
              <a:extLst>
                <a:ext uri="{FF2B5EF4-FFF2-40B4-BE49-F238E27FC236}">
                  <a16:creationId xmlns:a16="http://schemas.microsoft.com/office/drawing/2014/main" id="{3DF7E9E3-7F3F-D934-3D79-3085D11E4138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5155;p81">
              <a:extLst>
                <a:ext uri="{FF2B5EF4-FFF2-40B4-BE49-F238E27FC236}">
                  <a16:creationId xmlns:a16="http://schemas.microsoft.com/office/drawing/2014/main" id="{F81653D9-6313-EA23-8A15-0DDD94D4079E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5156;p81">
              <a:extLst>
                <a:ext uri="{FF2B5EF4-FFF2-40B4-BE49-F238E27FC236}">
                  <a16:creationId xmlns:a16="http://schemas.microsoft.com/office/drawing/2014/main" id="{DE62AAF1-5D62-B92C-DDA8-BAE5B6DD2807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5149;p81">
            <a:extLst>
              <a:ext uri="{FF2B5EF4-FFF2-40B4-BE49-F238E27FC236}">
                <a16:creationId xmlns:a16="http://schemas.microsoft.com/office/drawing/2014/main" id="{70D5A040-5AC1-EE74-F285-79C849EDCF5C}"/>
              </a:ext>
            </a:extLst>
          </p:cNvPr>
          <p:cNvGrpSpPr/>
          <p:nvPr/>
        </p:nvGrpSpPr>
        <p:grpSpPr>
          <a:xfrm>
            <a:off x="9692973" y="4964129"/>
            <a:ext cx="293079" cy="365877"/>
            <a:chOff x="-2571737" y="2403625"/>
            <a:chExt cx="292225" cy="291425"/>
          </a:xfrm>
        </p:grpSpPr>
        <p:sp>
          <p:nvSpPr>
            <p:cNvPr id="145" name="Google Shape;15150;p81">
              <a:extLst>
                <a:ext uri="{FF2B5EF4-FFF2-40B4-BE49-F238E27FC236}">
                  <a16:creationId xmlns:a16="http://schemas.microsoft.com/office/drawing/2014/main" id="{2BAFA7DD-646B-81B2-D7C4-F60A176460E8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5151;p81">
              <a:extLst>
                <a:ext uri="{FF2B5EF4-FFF2-40B4-BE49-F238E27FC236}">
                  <a16:creationId xmlns:a16="http://schemas.microsoft.com/office/drawing/2014/main" id="{EE7565B4-A311-3884-2005-2AAF34DD352E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5152;p81">
              <a:extLst>
                <a:ext uri="{FF2B5EF4-FFF2-40B4-BE49-F238E27FC236}">
                  <a16:creationId xmlns:a16="http://schemas.microsoft.com/office/drawing/2014/main" id="{018D74C5-9879-87A2-312C-214A17A8E6C3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5153;p81">
              <a:extLst>
                <a:ext uri="{FF2B5EF4-FFF2-40B4-BE49-F238E27FC236}">
                  <a16:creationId xmlns:a16="http://schemas.microsoft.com/office/drawing/2014/main" id="{76E259C3-A85D-3E8F-3CDC-108A38144422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5154;p81">
              <a:extLst>
                <a:ext uri="{FF2B5EF4-FFF2-40B4-BE49-F238E27FC236}">
                  <a16:creationId xmlns:a16="http://schemas.microsoft.com/office/drawing/2014/main" id="{56060DEB-CF56-D0E7-594E-E7698ADDBE70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155;p81">
              <a:extLst>
                <a:ext uri="{FF2B5EF4-FFF2-40B4-BE49-F238E27FC236}">
                  <a16:creationId xmlns:a16="http://schemas.microsoft.com/office/drawing/2014/main" id="{1705A5BF-0D19-2DFB-42C2-5E3962410FB9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56;p81">
              <a:extLst>
                <a:ext uri="{FF2B5EF4-FFF2-40B4-BE49-F238E27FC236}">
                  <a16:creationId xmlns:a16="http://schemas.microsoft.com/office/drawing/2014/main" id="{C062BDB8-BB39-5293-DBAE-292C7A8BC24A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149;p81">
            <a:extLst>
              <a:ext uri="{FF2B5EF4-FFF2-40B4-BE49-F238E27FC236}">
                <a16:creationId xmlns:a16="http://schemas.microsoft.com/office/drawing/2014/main" id="{FB15F14D-38CC-12F3-DCDC-ECBA91DB020C}"/>
              </a:ext>
            </a:extLst>
          </p:cNvPr>
          <p:cNvGrpSpPr/>
          <p:nvPr/>
        </p:nvGrpSpPr>
        <p:grpSpPr>
          <a:xfrm>
            <a:off x="10022694" y="4624259"/>
            <a:ext cx="293079" cy="365877"/>
            <a:chOff x="-2571737" y="2403625"/>
            <a:chExt cx="292225" cy="291425"/>
          </a:xfrm>
        </p:grpSpPr>
        <p:sp>
          <p:nvSpPr>
            <p:cNvPr id="153" name="Google Shape;15150;p81">
              <a:extLst>
                <a:ext uri="{FF2B5EF4-FFF2-40B4-BE49-F238E27FC236}">
                  <a16:creationId xmlns:a16="http://schemas.microsoft.com/office/drawing/2014/main" id="{E37F6963-F948-A3BB-C8C2-789DA0BC87A4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151;p81">
              <a:extLst>
                <a:ext uri="{FF2B5EF4-FFF2-40B4-BE49-F238E27FC236}">
                  <a16:creationId xmlns:a16="http://schemas.microsoft.com/office/drawing/2014/main" id="{CF916925-2136-DD50-D1BF-854EB87131BC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152;p81">
              <a:extLst>
                <a:ext uri="{FF2B5EF4-FFF2-40B4-BE49-F238E27FC236}">
                  <a16:creationId xmlns:a16="http://schemas.microsoft.com/office/drawing/2014/main" id="{0FB2FEA1-FA97-F157-F380-556D6EA45CE1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153;p81">
              <a:extLst>
                <a:ext uri="{FF2B5EF4-FFF2-40B4-BE49-F238E27FC236}">
                  <a16:creationId xmlns:a16="http://schemas.microsoft.com/office/drawing/2014/main" id="{ACA9E8CA-DF48-B0DE-48CE-02C43841F2D0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154;p81">
              <a:extLst>
                <a:ext uri="{FF2B5EF4-FFF2-40B4-BE49-F238E27FC236}">
                  <a16:creationId xmlns:a16="http://schemas.microsoft.com/office/drawing/2014/main" id="{362348E1-262F-1416-408F-BB320EA15A25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155;p81">
              <a:extLst>
                <a:ext uri="{FF2B5EF4-FFF2-40B4-BE49-F238E27FC236}">
                  <a16:creationId xmlns:a16="http://schemas.microsoft.com/office/drawing/2014/main" id="{8F4A40BC-7DCF-014A-182F-7BDB06CBB83A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156;p81">
              <a:extLst>
                <a:ext uri="{FF2B5EF4-FFF2-40B4-BE49-F238E27FC236}">
                  <a16:creationId xmlns:a16="http://schemas.microsoft.com/office/drawing/2014/main" id="{A3F25E82-8086-1A87-89CC-4FDBC983C8A6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5149;p81">
            <a:extLst>
              <a:ext uri="{FF2B5EF4-FFF2-40B4-BE49-F238E27FC236}">
                <a16:creationId xmlns:a16="http://schemas.microsoft.com/office/drawing/2014/main" id="{C9DD44E5-A57C-476C-9779-99A632191F86}"/>
              </a:ext>
            </a:extLst>
          </p:cNvPr>
          <p:cNvGrpSpPr/>
          <p:nvPr/>
        </p:nvGrpSpPr>
        <p:grpSpPr>
          <a:xfrm>
            <a:off x="10195618" y="5125866"/>
            <a:ext cx="293079" cy="365877"/>
            <a:chOff x="-2571737" y="2403625"/>
            <a:chExt cx="292225" cy="291425"/>
          </a:xfrm>
        </p:grpSpPr>
        <p:sp>
          <p:nvSpPr>
            <p:cNvPr id="161" name="Google Shape;15150;p81">
              <a:extLst>
                <a:ext uri="{FF2B5EF4-FFF2-40B4-BE49-F238E27FC236}">
                  <a16:creationId xmlns:a16="http://schemas.microsoft.com/office/drawing/2014/main" id="{E7DFD966-4BF2-7B3B-A137-20D0D4718A37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5151;p81">
              <a:extLst>
                <a:ext uri="{FF2B5EF4-FFF2-40B4-BE49-F238E27FC236}">
                  <a16:creationId xmlns:a16="http://schemas.microsoft.com/office/drawing/2014/main" id="{2DE86D83-3606-FC35-E3B2-D3BDCBDF3759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5152;p81">
              <a:extLst>
                <a:ext uri="{FF2B5EF4-FFF2-40B4-BE49-F238E27FC236}">
                  <a16:creationId xmlns:a16="http://schemas.microsoft.com/office/drawing/2014/main" id="{72CC644A-A8F8-6A7E-B1B9-46E0EACCACC6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5153;p81">
              <a:extLst>
                <a:ext uri="{FF2B5EF4-FFF2-40B4-BE49-F238E27FC236}">
                  <a16:creationId xmlns:a16="http://schemas.microsoft.com/office/drawing/2014/main" id="{F99916C9-20E2-4353-63DB-9F2AB597C581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5154;p81">
              <a:extLst>
                <a:ext uri="{FF2B5EF4-FFF2-40B4-BE49-F238E27FC236}">
                  <a16:creationId xmlns:a16="http://schemas.microsoft.com/office/drawing/2014/main" id="{ECD6C41A-7910-E7F2-B798-A8CD2999A7E5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5155;p81">
              <a:extLst>
                <a:ext uri="{FF2B5EF4-FFF2-40B4-BE49-F238E27FC236}">
                  <a16:creationId xmlns:a16="http://schemas.microsoft.com/office/drawing/2014/main" id="{FE5649E1-EE44-19FE-223B-6DBD399585DE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5156;p81">
              <a:extLst>
                <a:ext uri="{FF2B5EF4-FFF2-40B4-BE49-F238E27FC236}">
                  <a16:creationId xmlns:a16="http://schemas.microsoft.com/office/drawing/2014/main" id="{F077852A-E1F7-664C-5B91-4D24B6768883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5149;p81">
            <a:extLst>
              <a:ext uri="{FF2B5EF4-FFF2-40B4-BE49-F238E27FC236}">
                <a16:creationId xmlns:a16="http://schemas.microsoft.com/office/drawing/2014/main" id="{2634F92A-8CF2-BCCB-E586-E700A718C25C}"/>
              </a:ext>
            </a:extLst>
          </p:cNvPr>
          <p:cNvGrpSpPr/>
          <p:nvPr/>
        </p:nvGrpSpPr>
        <p:grpSpPr>
          <a:xfrm>
            <a:off x="8139378" y="5616061"/>
            <a:ext cx="293079" cy="365877"/>
            <a:chOff x="-2571737" y="2403625"/>
            <a:chExt cx="292225" cy="291425"/>
          </a:xfrm>
        </p:grpSpPr>
        <p:sp>
          <p:nvSpPr>
            <p:cNvPr id="169" name="Google Shape;15150;p81">
              <a:extLst>
                <a:ext uri="{FF2B5EF4-FFF2-40B4-BE49-F238E27FC236}">
                  <a16:creationId xmlns:a16="http://schemas.microsoft.com/office/drawing/2014/main" id="{4EAAE1BD-A544-4A82-F3AB-7C114B36F664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5151;p81">
              <a:extLst>
                <a:ext uri="{FF2B5EF4-FFF2-40B4-BE49-F238E27FC236}">
                  <a16:creationId xmlns:a16="http://schemas.microsoft.com/office/drawing/2014/main" id="{B3728CED-7B0F-4F3E-92AB-352D75941EDF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5152;p81">
              <a:extLst>
                <a:ext uri="{FF2B5EF4-FFF2-40B4-BE49-F238E27FC236}">
                  <a16:creationId xmlns:a16="http://schemas.microsoft.com/office/drawing/2014/main" id="{78973A0D-69E5-066B-3074-DCDFD722102F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5153;p81">
              <a:extLst>
                <a:ext uri="{FF2B5EF4-FFF2-40B4-BE49-F238E27FC236}">
                  <a16:creationId xmlns:a16="http://schemas.microsoft.com/office/drawing/2014/main" id="{C32FEE14-77C9-66EE-C0BC-5CE34818C6FE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5154;p81">
              <a:extLst>
                <a:ext uri="{FF2B5EF4-FFF2-40B4-BE49-F238E27FC236}">
                  <a16:creationId xmlns:a16="http://schemas.microsoft.com/office/drawing/2014/main" id="{08B8477A-379C-6C66-C9D4-86658F30840C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5155;p81">
              <a:extLst>
                <a:ext uri="{FF2B5EF4-FFF2-40B4-BE49-F238E27FC236}">
                  <a16:creationId xmlns:a16="http://schemas.microsoft.com/office/drawing/2014/main" id="{D949E35D-8DD4-4541-5C4D-11036DAB09BB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5156;p81">
              <a:extLst>
                <a:ext uri="{FF2B5EF4-FFF2-40B4-BE49-F238E27FC236}">
                  <a16:creationId xmlns:a16="http://schemas.microsoft.com/office/drawing/2014/main" id="{56161D68-2BB2-B0A6-E29C-7258BDB67BCA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5149;p81">
            <a:extLst>
              <a:ext uri="{FF2B5EF4-FFF2-40B4-BE49-F238E27FC236}">
                <a16:creationId xmlns:a16="http://schemas.microsoft.com/office/drawing/2014/main" id="{4990B409-601A-73FC-CD25-E77FF3669F98}"/>
              </a:ext>
            </a:extLst>
          </p:cNvPr>
          <p:cNvGrpSpPr/>
          <p:nvPr/>
        </p:nvGrpSpPr>
        <p:grpSpPr>
          <a:xfrm>
            <a:off x="8460140" y="5998836"/>
            <a:ext cx="293079" cy="365877"/>
            <a:chOff x="-2571737" y="2403625"/>
            <a:chExt cx="292225" cy="291425"/>
          </a:xfrm>
        </p:grpSpPr>
        <p:sp>
          <p:nvSpPr>
            <p:cNvPr id="177" name="Google Shape;15150;p81">
              <a:extLst>
                <a:ext uri="{FF2B5EF4-FFF2-40B4-BE49-F238E27FC236}">
                  <a16:creationId xmlns:a16="http://schemas.microsoft.com/office/drawing/2014/main" id="{DD470725-6001-09DE-58B7-951696D063C5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5151;p81">
              <a:extLst>
                <a:ext uri="{FF2B5EF4-FFF2-40B4-BE49-F238E27FC236}">
                  <a16:creationId xmlns:a16="http://schemas.microsoft.com/office/drawing/2014/main" id="{A2D1DC79-C619-73F2-4615-DC38984F8450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5152;p81">
              <a:extLst>
                <a:ext uri="{FF2B5EF4-FFF2-40B4-BE49-F238E27FC236}">
                  <a16:creationId xmlns:a16="http://schemas.microsoft.com/office/drawing/2014/main" id="{4CB48588-B110-5D5D-55F3-C4D3B27C4788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5153;p81">
              <a:extLst>
                <a:ext uri="{FF2B5EF4-FFF2-40B4-BE49-F238E27FC236}">
                  <a16:creationId xmlns:a16="http://schemas.microsoft.com/office/drawing/2014/main" id="{A80C6D0A-C425-4A9C-D6CB-EDD86713021F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5154;p81">
              <a:extLst>
                <a:ext uri="{FF2B5EF4-FFF2-40B4-BE49-F238E27FC236}">
                  <a16:creationId xmlns:a16="http://schemas.microsoft.com/office/drawing/2014/main" id="{C868D7FC-BCDF-5ED1-B1DB-CB63BA096C19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5155;p81">
              <a:extLst>
                <a:ext uri="{FF2B5EF4-FFF2-40B4-BE49-F238E27FC236}">
                  <a16:creationId xmlns:a16="http://schemas.microsoft.com/office/drawing/2014/main" id="{22EE5893-6457-AF17-E9F9-B4A24CAD6DE8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5156;p81">
              <a:extLst>
                <a:ext uri="{FF2B5EF4-FFF2-40B4-BE49-F238E27FC236}">
                  <a16:creationId xmlns:a16="http://schemas.microsoft.com/office/drawing/2014/main" id="{61DAF5A3-3C05-A850-7076-23F701CAE08C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" name="Google Shape;15149;p81">
            <a:extLst>
              <a:ext uri="{FF2B5EF4-FFF2-40B4-BE49-F238E27FC236}">
                <a16:creationId xmlns:a16="http://schemas.microsoft.com/office/drawing/2014/main" id="{B87FBAA2-7BDA-D659-A585-55CDEE5AD905}"/>
              </a:ext>
            </a:extLst>
          </p:cNvPr>
          <p:cNvGrpSpPr/>
          <p:nvPr/>
        </p:nvGrpSpPr>
        <p:grpSpPr>
          <a:xfrm>
            <a:off x="8789861" y="5658966"/>
            <a:ext cx="293079" cy="365877"/>
            <a:chOff x="-2571737" y="2403625"/>
            <a:chExt cx="292225" cy="291425"/>
          </a:xfrm>
        </p:grpSpPr>
        <p:sp>
          <p:nvSpPr>
            <p:cNvPr id="185" name="Google Shape;15150;p81">
              <a:extLst>
                <a:ext uri="{FF2B5EF4-FFF2-40B4-BE49-F238E27FC236}">
                  <a16:creationId xmlns:a16="http://schemas.microsoft.com/office/drawing/2014/main" id="{5AA92814-FEF7-2F87-7EF4-9ECEA0923FFF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5151;p81">
              <a:extLst>
                <a:ext uri="{FF2B5EF4-FFF2-40B4-BE49-F238E27FC236}">
                  <a16:creationId xmlns:a16="http://schemas.microsoft.com/office/drawing/2014/main" id="{9B85A982-8730-1408-C4A5-EDCA3DE88F02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5152;p81">
              <a:extLst>
                <a:ext uri="{FF2B5EF4-FFF2-40B4-BE49-F238E27FC236}">
                  <a16:creationId xmlns:a16="http://schemas.microsoft.com/office/drawing/2014/main" id="{BA0E306B-A5F2-6580-A6DA-2E494F3E908E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5153;p81">
              <a:extLst>
                <a:ext uri="{FF2B5EF4-FFF2-40B4-BE49-F238E27FC236}">
                  <a16:creationId xmlns:a16="http://schemas.microsoft.com/office/drawing/2014/main" id="{3763126A-6EE9-47C9-2767-1E07AC0618C9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5154;p81">
              <a:extLst>
                <a:ext uri="{FF2B5EF4-FFF2-40B4-BE49-F238E27FC236}">
                  <a16:creationId xmlns:a16="http://schemas.microsoft.com/office/drawing/2014/main" id="{A34708E7-A996-3A52-0A03-CC55A45FFB69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5155;p81">
              <a:extLst>
                <a:ext uri="{FF2B5EF4-FFF2-40B4-BE49-F238E27FC236}">
                  <a16:creationId xmlns:a16="http://schemas.microsoft.com/office/drawing/2014/main" id="{10520E71-4A21-7336-A1AB-0ED2FF910752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5156;p81">
              <a:extLst>
                <a:ext uri="{FF2B5EF4-FFF2-40B4-BE49-F238E27FC236}">
                  <a16:creationId xmlns:a16="http://schemas.microsoft.com/office/drawing/2014/main" id="{5DE7D911-33AD-EFB1-7998-93C6C23E965B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" name="Google Shape;15149;p81">
            <a:extLst>
              <a:ext uri="{FF2B5EF4-FFF2-40B4-BE49-F238E27FC236}">
                <a16:creationId xmlns:a16="http://schemas.microsoft.com/office/drawing/2014/main" id="{109C01C8-EF8C-33A1-CA20-FB498D1551DD}"/>
              </a:ext>
            </a:extLst>
          </p:cNvPr>
          <p:cNvGrpSpPr/>
          <p:nvPr/>
        </p:nvGrpSpPr>
        <p:grpSpPr>
          <a:xfrm>
            <a:off x="8962785" y="6160573"/>
            <a:ext cx="293079" cy="365877"/>
            <a:chOff x="-2571737" y="2403625"/>
            <a:chExt cx="292225" cy="291425"/>
          </a:xfrm>
        </p:grpSpPr>
        <p:sp>
          <p:nvSpPr>
            <p:cNvPr id="193" name="Google Shape;15150;p81">
              <a:extLst>
                <a:ext uri="{FF2B5EF4-FFF2-40B4-BE49-F238E27FC236}">
                  <a16:creationId xmlns:a16="http://schemas.microsoft.com/office/drawing/2014/main" id="{95D08188-3FEF-F2D6-3F26-970F8FBA5FD1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5151;p81">
              <a:extLst>
                <a:ext uri="{FF2B5EF4-FFF2-40B4-BE49-F238E27FC236}">
                  <a16:creationId xmlns:a16="http://schemas.microsoft.com/office/drawing/2014/main" id="{3330FC10-5F66-DC10-9116-CFFB705E548E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5152;p81">
              <a:extLst>
                <a:ext uri="{FF2B5EF4-FFF2-40B4-BE49-F238E27FC236}">
                  <a16:creationId xmlns:a16="http://schemas.microsoft.com/office/drawing/2014/main" id="{ECC48D4A-0DC0-E318-930D-F8AA4133781C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5153;p81">
              <a:extLst>
                <a:ext uri="{FF2B5EF4-FFF2-40B4-BE49-F238E27FC236}">
                  <a16:creationId xmlns:a16="http://schemas.microsoft.com/office/drawing/2014/main" id="{1F1DA211-2056-E0EC-EBC8-502B0226CCD0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5154;p81">
              <a:extLst>
                <a:ext uri="{FF2B5EF4-FFF2-40B4-BE49-F238E27FC236}">
                  <a16:creationId xmlns:a16="http://schemas.microsoft.com/office/drawing/2014/main" id="{361A9396-98E8-6999-F7A6-5C2ACD61F519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5155;p81">
              <a:extLst>
                <a:ext uri="{FF2B5EF4-FFF2-40B4-BE49-F238E27FC236}">
                  <a16:creationId xmlns:a16="http://schemas.microsoft.com/office/drawing/2014/main" id="{DE48963A-43D9-EF7B-8213-235D5BCCD47C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5156;p81">
              <a:extLst>
                <a:ext uri="{FF2B5EF4-FFF2-40B4-BE49-F238E27FC236}">
                  <a16:creationId xmlns:a16="http://schemas.microsoft.com/office/drawing/2014/main" id="{FCFD9AEB-3B93-5660-518A-422BFEDCF4E4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15149;p81">
            <a:extLst>
              <a:ext uri="{FF2B5EF4-FFF2-40B4-BE49-F238E27FC236}">
                <a16:creationId xmlns:a16="http://schemas.microsoft.com/office/drawing/2014/main" id="{7B8565D9-7E6D-CD81-FB65-0CE218734BE3}"/>
              </a:ext>
            </a:extLst>
          </p:cNvPr>
          <p:cNvGrpSpPr/>
          <p:nvPr/>
        </p:nvGrpSpPr>
        <p:grpSpPr>
          <a:xfrm>
            <a:off x="9372211" y="5634029"/>
            <a:ext cx="293079" cy="365877"/>
            <a:chOff x="-2571737" y="2403625"/>
            <a:chExt cx="292225" cy="291425"/>
          </a:xfrm>
        </p:grpSpPr>
        <p:sp>
          <p:nvSpPr>
            <p:cNvPr id="201" name="Google Shape;15150;p81">
              <a:extLst>
                <a:ext uri="{FF2B5EF4-FFF2-40B4-BE49-F238E27FC236}">
                  <a16:creationId xmlns:a16="http://schemas.microsoft.com/office/drawing/2014/main" id="{2B8DDF6C-FACB-91A8-DB18-1E681264AA2C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5151;p81">
              <a:extLst>
                <a:ext uri="{FF2B5EF4-FFF2-40B4-BE49-F238E27FC236}">
                  <a16:creationId xmlns:a16="http://schemas.microsoft.com/office/drawing/2014/main" id="{8036D1E9-7A4C-708C-FD5F-89653E3B17BB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5152;p81">
              <a:extLst>
                <a:ext uri="{FF2B5EF4-FFF2-40B4-BE49-F238E27FC236}">
                  <a16:creationId xmlns:a16="http://schemas.microsoft.com/office/drawing/2014/main" id="{310240EC-3906-19AA-2171-EE082AF8481C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5153;p81">
              <a:extLst>
                <a:ext uri="{FF2B5EF4-FFF2-40B4-BE49-F238E27FC236}">
                  <a16:creationId xmlns:a16="http://schemas.microsoft.com/office/drawing/2014/main" id="{E8AB01D8-93FE-5644-D7BD-F645FACC8CA0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5154;p81">
              <a:extLst>
                <a:ext uri="{FF2B5EF4-FFF2-40B4-BE49-F238E27FC236}">
                  <a16:creationId xmlns:a16="http://schemas.microsoft.com/office/drawing/2014/main" id="{0469AE71-7114-2547-32D5-5D0FACB23A9A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5155;p81">
              <a:extLst>
                <a:ext uri="{FF2B5EF4-FFF2-40B4-BE49-F238E27FC236}">
                  <a16:creationId xmlns:a16="http://schemas.microsoft.com/office/drawing/2014/main" id="{A09EE8BD-AA0C-DE90-6E55-FCDB5D51FEE7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5156;p81">
              <a:extLst>
                <a:ext uri="{FF2B5EF4-FFF2-40B4-BE49-F238E27FC236}">
                  <a16:creationId xmlns:a16="http://schemas.microsoft.com/office/drawing/2014/main" id="{6FC41344-E749-5087-B7E3-3171EC05B7E0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15149;p81">
            <a:extLst>
              <a:ext uri="{FF2B5EF4-FFF2-40B4-BE49-F238E27FC236}">
                <a16:creationId xmlns:a16="http://schemas.microsoft.com/office/drawing/2014/main" id="{3E803F24-BBEB-8C0E-B44C-C7CD1972B470}"/>
              </a:ext>
            </a:extLst>
          </p:cNvPr>
          <p:cNvGrpSpPr/>
          <p:nvPr/>
        </p:nvGrpSpPr>
        <p:grpSpPr>
          <a:xfrm>
            <a:off x="9692973" y="6016804"/>
            <a:ext cx="293079" cy="365877"/>
            <a:chOff x="-2571737" y="2403625"/>
            <a:chExt cx="292225" cy="291425"/>
          </a:xfrm>
        </p:grpSpPr>
        <p:sp>
          <p:nvSpPr>
            <p:cNvPr id="209" name="Google Shape;15150;p81">
              <a:extLst>
                <a:ext uri="{FF2B5EF4-FFF2-40B4-BE49-F238E27FC236}">
                  <a16:creationId xmlns:a16="http://schemas.microsoft.com/office/drawing/2014/main" id="{B2FA886B-4548-F171-B10E-0BDC401A345A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5151;p81">
              <a:extLst>
                <a:ext uri="{FF2B5EF4-FFF2-40B4-BE49-F238E27FC236}">
                  <a16:creationId xmlns:a16="http://schemas.microsoft.com/office/drawing/2014/main" id="{447B4E0B-FAD3-ACA4-DF5F-D54640803BC0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5152;p81">
              <a:extLst>
                <a:ext uri="{FF2B5EF4-FFF2-40B4-BE49-F238E27FC236}">
                  <a16:creationId xmlns:a16="http://schemas.microsoft.com/office/drawing/2014/main" id="{E4E2CAB0-67A6-C6B6-AC18-76516B3DDE76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5153;p81">
              <a:extLst>
                <a:ext uri="{FF2B5EF4-FFF2-40B4-BE49-F238E27FC236}">
                  <a16:creationId xmlns:a16="http://schemas.microsoft.com/office/drawing/2014/main" id="{4C8216F3-868B-F335-3104-6B7FB0F5FE6B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5154;p81">
              <a:extLst>
                <a:ext uri="{FF2B5EF4-FFF2-40B4-BE49-F238E27FC236}">
                  <a16:creationId xmlns:a16="http://schemas.microsoft.com/office/drawing/2014/main" id="{52950936-B62E-7C94-E0E9-79AACE4F6F1F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5155;p81">
              <a:extLst>
                <a:ext uri="{FF2B5EF4-FFF2-40B4-BE49-F238E27FC236}">
                  <a16:creationId xmlns:a16="http://schemas.microsoft.com/office/drawing/2014/main" id="{D119CBEE-08B7-3432-D55D-3EDC9A24026A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5156;p81">
              <a:extLst>
                <a:ext uri="{FF2B5EF4-FFF2-40B4-BE49-F238E27FC236}">
                  <a16:creationId xmlns:a16="http://schemas.microsoft.com/office/drawing/2014/main" id="{373AF17C-F49A-07DB-FF58-52F921E4B44A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15149;p81">
            <a:extLst>
              <a:ext uri="{FF2B5EF4-FFF2-40B4-BE49-F238E27FC236}">
                <a16:creationId xmlns:a16="http://schemas.microsoft.com/office/drawing/2014/main" id="{2D698908-F866-BBD5-55EF-FE82F71BF329}"/>
              </a:ext>
            </a:extLst>
          </p:cNvPr>
          <p:cNvGrpSpPr/>
          <p:nvPr/>
        </p:nvGrpSpPr>
        <p:grpSpPr>
          <a:xfrm>
            <a:off x="10022694" y="5676934"/>
            <a:ext cx="293079" cy="365877"/>
            <a:chOff x="-2571737" y="2403625"/>
            <a:chExt cx="292225" cy="291425"/>
          </a:xfrm>
        </p:grpSpPr>
        <p:sp>
          <p:nvSpPr>
            <p:cNvPr id="217" name="Google Shape;15150;p81">
              <a:extLst>
                <a:ext uri="{FF2B5EF4-FFF2-40B4-BE49-F238E27FC236}">
                  <a16:creationId xmlns:a16="http://schemas.microsoft.com/office/drawing/2014/main" id="{31C6E976-AB7A-D93F-904E-9091DD528CD2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5151;p81">
              <a:extLst>
                <a:ext uri="{FF2B5EF4-FFF2-40B4-BE49-F238E27FC236}">
                  <a16:creationId xmlns:a16="http://schemas.microsoft.com/office/drawing/2014/main" id="{8F4984D2-F8BD-3857-00CD-A10044FD4E53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5152;p81">
              <a:extLst>
                <a:ext uri="{FF2B5EF4-FFF2-40B4-BE49-F238E27FC236}">
                  <a16:creationId xmlns:a16="http://schemas.microsoft.com/office/drawing/2014/main" id="{46848469-8B00-1E6D-46C5-7767ECC8A48E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5153;p81">
              <a:extLst>
                <a:ext uri="{FF2B5EF4-FFF2-40B4-BE49-F238E27FC236}">
                  <a16:creationId xmlns:a16="http://schemas.microsoft.com/office/drawing/2014/main" id="{13DF1AEA-2CBD-4846-F2E1-B8D2CE9EF77A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5154;p81">
              <a:extLst>
                <a:ext uri="{FF2B5EF4-FFF2-40B4-BE49-F238E27FC236}">
                  <a16:creationId xmlns:a16="http://schemas.microsoft.com/office/drawing/2014/main" id="{D540FD40-5897-BED3-FB77-9A816A1C317C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5155;p81">
              <a:extLst>
                <a:ext uri="{FF2B5EF4-FFF2-40B4-BE49-F238E27FC236}">
                  <a16:creationId xmlns:a16="http://schemas.microsoft.com/office/drawing/2014/main" id="{6C4857DE-BC09-B505-AA1C-25B71F5D4541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5156;p81">
              <a:extLst>
                <a:ext uri="{FF2B5EF4-FFF2-40B4-BE49-F238E27FC236}">
                  <a16:creationId xmlns:a16="http://schemas.microsoft.com/office/drawing/2014/main" id="{C43C1445-14F5-EB4F-C431-9E046134C707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15149;p81">
            <a:extLst>
              <a:ext uri="{FF2B5EF4-FFF2-40B4-BE49-F238E27FC236}">
                <a16:creationId xmlns:a16="http://schemas.microsoft.com/office/drawing/2014/main" id="{BFB951BA-38F8-526D-F824-DA84E4E6BE47}"/>
              </a:ext>
            </a:extLst>
          </p:cNvPr>
          <p:cNvGrpSpPr/>
          <p:nvPr/>
        </p:nvGrpSpPr>
        <p:grpSpPr>
          <a:xfrm>
            <a:off x="10195618" y="6178541"/>
            <a:ext cx="293079" cy="365877"/>
            <a:chOff x="-2571737" y="2403625"/>
            <a:chExt cx="292225" cy="291425"/>
          </a:xfrm>
        </p:grpSpPr>
        <p:sp>
          <p:nvSpPr>
            <p:cNvPr id="225" name="Google Shape;15150;p81">
              <a:extLst>
                <a:ext uri="{FF2B5EF4-FFF2-40B4-BE49-F238E27FC236}">
                  <a16:creationId xmlns:a16="http://schemas.microsoft.com/office/drawing/2014/main" id="{861948DB-13C3-DC55-7D2F-95D19681E17C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5151;p81">
              <a:extLst>
                <a:ext uri="{FF2B5EF4-FFF2-40B4-BE49-F238E27FC236}">
                  <a16:creationId xmlns:a16="http://schemas.microsoft.com/office/drawing/2014/main" id="{9B4C7525-8D2E-8006-4749-B026EEDB57CC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5152;p81">
              <a:extLst>
                <a:ext uri="{FF2B5EF4-FFF2-40B4-BE49-F238E27FC236}">
                  <a16:creationId xmlns:a16="http://schemas.microsoft.com/office/drawing/2014/main" id="{33092A17-7240-B973-A489-06147F3D54B0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5153;p81">
              <a:extLst>
                <a:ext uri="{FF2B5EF4-FFF2-40B4-BE49-F238E27FC236}">
                  <a16:creationId xmlns:a16="http://schemas.microsoft.com/office/drawing/2014/main" id="{9F09A7A6-1401-F635-2C78-5040360C83EC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5154;p81">
              <a:extLst>
                <a:ext uri="{FF2B5EF4-FFF2-40B4-BE49-F238E27FC236}">
                  <a16:creationId xmlns:a16="http://schemas.microsoft.com/office/drawing/2014/main" id="{CB41F2BC-97B7-DFAF-D4A5-56320609C41A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5155;p81">
              <a:extLst>
                <a:ext uri="{FF2B5EF4-FFF2-40B4-BE49-F238E27FC236}">
                  <a16:creationId xmlns:a16="http://schemas.microsoft.com/office/drawing/2014/main" id="{BD951DBC-8239-5103-8C02-1C89CF458988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5156;p81">
              <a:extLst>
                <a:ext uri="{FF2B5EF4-FFF2-40B4-BE49-F238E27FC236}">
                  <a16:creationId xmlns:a16="http://schemas.microsoft.com/office/drawing/2014/main" id="{F3FC9F99-27CA-DB5F-9180-67EBE9DEE399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" name="Flecha: a la derecha 231">
            <a:extLst>
              <a:ext uri="{FF2B5EF4-FFF2-40B4-BE49-F238E27FC236}">
                <a16:creationId xmlns:a16="http://schemas.microsoft.com/office/drawing/2014/main" id="{A564AEA5-9015-EB50-4252-D109D5364E02}"/>
              </a:ext>
            </a:extLst>
          </p:cNvPr>
          <p:cNvSpPr/>
          <p:nvPr/>
        </p:nvSpPr>
        <p:spPr>
          <a:xfrm>
            <a:off x="4837471" y="5350132"/>
            <a:ext cx="534875" cy="2528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3" name="Flecha: a la derecha 232">
            <a:extLst>
              <a:ext uri="{FF2B5EF4-FFF2-40B4-BE49-F238E27FC236}">
                <a16:creationId xmlns:a16="http://schemas.microsoft.com/office/drawing/2014/main" id="{DFCDFD07-6F35-F3FD-7DE6-BAE300B9BB6B}"/>
              </a:ext>
            </a:extLst>
          </p:cNvPr>
          <p:cNvSpPr/>
          <p:nvPr/>
        </p:nvSpPr>
        <p:spPr>
          <a:xfrm>
            <a:off x="7173934" y="5397156"/>
            <a:ext cx="534875" cy="2528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7C60CEE4-EC83-58E1-4A11-15853DB8E9FD}"/>
              </a:ext>
            </a:extLst>
          </p:cNvPr>
          <p:cNvSpPr txBox="1"/>
          <p:nvPr/>
        </p:nvSpPr>
        <p:spPr>
          <a:xfrm>
            <a:off x="5942283" y="6338019"/>
            <a:ext cx="9829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PE"/>
            </a:defPPr>
            <a:lvl1pPr>
              <a:defRPr sz="1100"/>
            </a:lvl1pPr>
          </a:lstStyle>
          <a:p>
            <a:r>
              <a:rPr lang="es-ES" dirty="0"/>
              <a:t>Escalabilidad</a:t>
            </a:r>
            <a:endParaRPr lang="es-PE" dirty="0"/>
          </a:p>
        </p:txBody>
      </p:sp>
      <p:sp>
        <p:nvSpPr>
          <p:cNvPr id="235" name="Flecha: pentágono 234">
            <a:extLst>
              <a:ext uri="{FF2B5EF4-FFF2-40B4-BE49-F238E27FC236}">
                <a16:creationId xmlns:a16="http://schemas.microsoft.com/office/drawing/2014/main" id="{5AB3A863-2786-B7D2-ED99-4127ED58A3EE}"/>
              </a:ext>
            </a:extLst>
          </p:cNvPr>
          <p:cNvSpPr/>
          <p:nvPr/>
        </p:nvSpPr>
        <p:spPr>
          <a:xfrm>
            <a:off x="5920711" y="3179813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36" name="Flecha: pentágono 235">
            <a:extLst>
              <a:ext uri="{FF2B5EF4-FFF2-40B4-BE49-F238E27FC236}">
                <a16:creationId xmlns:a16="http://schemas.microsoft.com/office/drawing/2014/main" id="{C8BE9E1B-4261-B70A-350A-7C826BCEF900}"/>
              </a:ext>
            </a:extLst>
          </p:cNvPr>
          <p:cNvSpPr/>
          <p:nvPr/>
        </p:nvSpPr>
        <p:spPr>
          <a:xfrm>
            <a:off x="6640390" y="4041027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355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4FB5F3D-4034-015F-D4A6-93EA5ABF5AFD}"/>
              </a:ext>
            </a:extLst>
          </p:cNvPr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7" name="Google Shape;13442;p75">
            <a:extLst>
              <a:ext uri="{FF2B5EF4-FFF2-40B4-BE49-F238E27FC236}">
                <a16:creationId xmlns:a16="http://schemas.microsoft.com/office/drawing/2014/main" id="{9C81B821-E46A-A57A-1D5B-A455CAA0B04D}"/>
              </a:ext>
            </a:extLst>
          </p:cNvPr>
          <p:cNvGrpSpPr/>
          <p:nvPr/>
        </p:nvGrpSpPr>
        <p:grpSpPr>
          <a:xfrm>
            <a:off x="797718" y="1918076"/>
            <a:ext cx="790575" cy="520437"/>
            <a:chOff x="1487200" y="4421025"/>
            <a:chExt cx="483125" cy="439750"/>
          </a:xfrm>
          <a:solidFill>
            <a:srgbClr val="FF0000"/>
          </a:solidFill>
        </p:grpSpPr>
        <p:sp>
          <p:nvSpPr>
            <p:cNvPr id="8" name="Google Shape;13443;p75">
              <a:extLst>
                <a:ext uri="{FF2B5EF4-FFF2-40B4-BE49-F238E27FC236}">
                  <a16:creationId xmlns:a16="http://schemas.microsoft.com/office/drawing/2014/main" id="{57BB835A-E1F4-2F93-9B4A-259C7D8B7E17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13444;p75">
              <a:extLst>
                <a:ext uri="{FF2B5EF4-FFF2-40B4-BE49-F238E27FC236}">
                  <a16:creationId xmlns:a16="http://schemas.microsoft.com/office/drawing/2014/main" id="{F11B9649-C5D3-F985-450F-0FA5D433A016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13445;p75">
              <a:extLst>
                <a:ext uri="{FF2B5EF4-FFF2-40B4-BE49-F238E27FC236}">
                  <a16:creationId xmlns:a16="http://schemas.microsoft.com/office/drawing/2014/main" id="{F2DB0F8A-8A01-46AE-CBB8-59CF7CAA4B58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3446;p75">
              <a:extLst>
                <a:ext uri="{FF2B5EF4-FFF2-40B4-BE49-F238E27FC236}">
                  <a16:creationId xmlns:a16="http://schemas.microsoft.com/office/drawing/2014/main" id="{EB16D246-20C3-E9CB-8723-8145806EF350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AB87E8-58C8-5B77-92D7-41EB5F766F45}"/>
              </a:ext>
            </a:extLst>
          </p:cNvPr>
          <p:cNvSpPr txBox="1"/>
          <p:nvPr/>
        </p:nvSpPr>
        <p:spPr>
          <a:xfrm>
            <a:off x="513273" y="1307766"/>
            <a:ext cx="13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Internet de las </a:t>
            </a:r>
          </a:p>
          <a:p>
            <a:pPr algn="ctr"/>
            <a:r>
              <a:rPr lang="es-ES" sz="1400" dirty="0"/>
              <a:t>Cosas</a:t>
            </a:r>
            <a:endParaRPr lang="es-PE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B8BE3E0-FC35-D951-E9F4-B4F1FAD9D7FC}"/>
              </a:ext>
            </a:extLst>
          </p:cNvPr>
          <p:cNvSpPr txBox="1"/>
          <p:nvPr/>
        </p:nvSpPr>
        <p:spPr>
          <a:xfrm>
            <a:off x="1900509" y="138471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74A11E-3476-1DF9-3F59-F92E0DFA5F6E}"/>
              </a:ext>
            </a:extLst>
          </p:cNvPr>
          <p:cNvSpPr txBox="1"/>
          <p:nvPr/>
        </p:nvSpPr>
        <p:spPr>
          <a:xfrm>
            <a:off x="1896695" y="3531664"/>
            <a:ext cx="1467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Impacto en </a:t>
            </a:r>
          </a:p>
          <a:p>
            <a:r>
              <a:rPr lang="es-ES" b="1" dirty="0">
                <a:solidFill>
                  <a:srgbClr val="0000CC"/>
                </a:solidFill>
              </a:rPr>
              <a:t>el negocio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C1AB358-4DE2-1373-60B8-63250B35B1FC}"/>
              </a:ext>
            </a:extLst>
          </p:cNvPr>
          <p:cNvSpPr txBox="1"/>
          <p:nvPr/>
        </p:nvSpPr>
        <p:spPr>
          <a:xfrm>
            <a:off x="1896695" y="5678618"/>
            <a:ext cx="115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Los retos</a:t>
            </a:r>
            <a:endParaRPr lang="es-PE" b="1" dirty="0">
              <a:solidFill>
                <a:srgbClr val="0000CC"/>
              </a:solidFill>
            </a:endParaRPr>
          </a:p>
        </p:txBody>
      </p:sp>
      <p:grpSp>
        <p:nvGrpSpPr>
          <p:cNvPr id="16" name="Google Shape;5009;p69">
            <a:extLst>
              <a:ext uri="{FF2B5EF4-FFF2-40B4-BE49-F238E27FC236}">
                <a16:creationId xmlns:a16="http://schemas.microsoft.com/office/drawing/2014/main" id="{BF329A79-AC57-4308-5CAE-CB80927B10C3}"/>
              </a:ext>
            </a:extLst>
          </p:cNvPr>
          <p:cNvGrpSpPr/>
          <p:nvPr/>
        </p:nvGrpSpPr>
        <p:grpSpPr>
          <a:xfrm rot="3382375">
            <a:off x="4327205" y="1647087"/>
            <a:ext cx="1138161" cy="1073839"/>
            <a:chOff x="4815575" y="1416800"/>
            <a:chExt cx="73750" cy="71400"/>
          </a:xfrm>
        </p:grpSpPr>
        <p:sp>
          <p:nvSpPr>
            <p:cNvPr id="17" name="Google Shape;5010;p69">
              <a:extLst>
                <a:ext uri="{FF2B5EF4-FFF2-40B4-BE49-F238E27FC236}">
                  <a16:creationId xmlns:a16="http://schemas.microsoft.com/office/drawing/2014/main" id="{A23864EB-4937-6FAC-195D-EB932C56233A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011;p69">
              <a:extLst>
                <a:ext uri="{FF2B5EF4-FFF2-40B4-BE49-F238E27FC236}">
                  <a16:creationId xmlns:a16="http://schemas.microsoft.com/office/drawing/2014/main" id="{2ED68DF0-C025-AB89-20CC-84652DCA8760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012;p69">
              <a:extLst>
                <a:ext uri="{FF2B5EF4-FFF2-40B4-BE49-F238E27FC236}">
                  <a16:creationId xmlns:a16="http://schemas.microsoft.com/office/drawing/2014/main" id="{85648FCF-204A-1602-8410-E337F0E4113A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001CD5-04DA-F302-8CC5-4EECF78C43F2}"/>
              </a:ext>
            </a:extLst>
          </p:cNvPr>
          <p:cNvSpPr txBox="1"/>
          <p:nvPr/>
        </p:nvSpPr>
        <p:spPr>
          <a:xfrm>
            <a:off x="4101404" y="1357882"/>
            <a:ext cx="16546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Sistema de Información</a:t>
            </a:r>
            <a:endParaRPr lang="es-PE" sz="11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D71A97D-361E-5210-CF12-F1C69FFA8086}"/>
              </a:ext>
            </a:extLst>
          </p:cNvPr>
          <p:cNvSpPr txBox="1"/>
          <p:nvPr/>
        </p:nvSpPr>
        <p:spPr>
          <a:xfrm>
            <a:off x="5416240" y="2188454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Autónomo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0E4D22B-0D35-18A6-C51C-25C168D49B4F}"/>
              </a:ext>
            </a:extLst>
          </p:cNvPr>
          <p:cNvSpPr txBox="1"/>
          <p:nvPr/>
        </p:nvSpPr>
        <p:spPr>
          <a:xfrm>
            <a:off x="3536316" y="2188454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Accionable</a:t>
            </a:r>
          </a:p>
        </p:txBody>
      </p:sp>
      <p:grpSp>
        <p:nvGrpSpPr>
          <p:cNvPr id="23" name="Google Shape;13442;p75">
            <a:extLst>
              <a:ext uri="{FF2B5EF4-FFF2-40B4-BE49-F238E27FC236}">
                <a16:creationId xmlns:a16="http://schemas.microsoft.com/office/drawing/2014/main" id="{3B8715F1-1B02-0B23-BE74-30B8CE8B154E}"/>
              </a:ext>
            </a:extLst>
          </p:cNvPr>
          <p:cNvGrpSpPr/>
          <p:nvPr/>
        </p:nvGrpSpPr>
        <p:grpSpPr>
          <a:xfrm>
            <a:off x="4657482" y="2059478"/>
            <a:ext cx="514995" cy="367738"/>
            <a:chOff x="1487200" y="4421025"/>
            <a:chExt cx="483125" cy="439750"/>
          </a:xfrm>
          <a:solidFill>
            <a:schemeClr val="bg1">
              <a:lumMod val="65000"/>
            </a:schemeClr>
          </a:solidFill>
        </p:grpSpPr>
        <p:sp>
          <p:nvSpPr>
            <p:cNvPr id="24" name="Google Shape;13443;p75">
              <a:extLst>
                <a:ext uri="{FF2B5EF4-FFF2-40B4-BE49-F238E27FC236}">
                  <a16:creationId xmlns:a16="http://schemas.microsoft.com/office/drawing/2014/main" id="{FD502B05-E640-B1E7-93BA-6C1A9E8413DF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13444;p75">
              <a:extLst>
                <a:ext uri="{FF2B5EF4-FFF2-40B4-BE49-F238E27FC236}">
                  <a16:creationId xmlns:a16="http://schemas.microsoft.com/office/drawing/2014/main" id="{8E68456B-1D4A-3825-78FE-C5363739B8FD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13445;p75">
              <a:extLst>
                <a:ext uri="{FF2B5EF4-FFF2-40B4-BE49-F238E27FC236}">
                  <a16:creationId xmlns:a16="http://schemas.microsoft.com/office/drawing/2014/main" id="{742E2D9C-CC55-C807-66D4-BDAB84632F55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" name="Google Shape;13446;p75">
              <a:extLst>
                <a:ext uri="{FF2B5EF4-FFF2-40B4-BE49-F238E27FC236}">
                  <a16:creationId xmlns:a16="http://schemas.microsoft.com/office/drawing/2014/main" id="{FA5898CC-0E8B-194F-AC72-5B3CC34CD4C8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8" name="Google Shape;5078;p69">
            <a:extLst>
              <a:ext uri="{FF2B5EF4-FFF2-40B4-BE49-F238E27FC236}">
                <a16:creationId xmlns:a16="http://schemas.microsoft.com/office/drawing/2014/main" id="{B557C5AB-B1E8-935F-EA1C-313B2EBE0C3F}"/>
              </a:ext>
            </a:extLst>
          </p:cNvPr>
          <p:cNvGrpSpPr/>
          <p:nvPr/>
        </p:nvGrpSpPr>
        <p:grpSpPr>
          <a:xfrm>
            <a:off x="6935101" y="1412818"/>
            <a:ext cx="2444873" cy="341224"/>
            <a:chOff x="4404545" y="3301592"/>
            <a:chExt cx="782403" cy="129272"/>
          </a:xfrm>
        </p:grpSpPr>
        <p:sp>
          <p:nvSpPr>
            <p:cNvPr id="29" name="Google Shape;5079;p69">
              <a:extLst>
                <a:ext uri="{FF2B5EF4-FFF2-40B4-BE49-F238E27FC236}">
                  <a16:creationId xmlns:a16="http://schemas.microsoft.com/office/drawing/2014/main" id="{AE8639FE-C48A-0240-7F40-0A0A44FD85E3}"/>
                </a:ext>
              </a:extLst>
            </p:cNvPr>
            <p:cNvSpPr/>
            <p:nvPr/>
          </p:nvSpPr>
          <p:spPr>
            <a:xfrm>
              <a:off x="4404545" y="3301592"/>
              <a:ext cx="782403" cy="129272"/>
            </a:xfrm>
            <a:custGeom>
              <a:avLst/>
              <a:gdLst/>
              <a:ahLst/>
              <a:cxnLst/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080;p69">
              <a:extLst>
                <a:ext uri="{FF2B5EF4-FFF2-40B4-BE49-F238E27FC236}">
                  <a16:creationId xmlns:a16="http://schemas.microsoft.com/office/drawing/2014/main" id="{E64A9DDE-0AB3-98FC-05D8-B50A78503518}"/>
                </a:ext>
              </a:extLst>
            </p:cNvPr>
            <p:cNvSpPr/>
            <p:nvPr/>
          </p:nvSpPr>
          <p:spPr>
            <a:xfrm>
              <a:off x="4420869" y="3318308"/>
              <a:ext cx="92621" cy="95856"/>
            </a:xfrm>
            <a:custGeom>
              <a:avLst/>
              <a:gdLst/>
              <a:ahLst/>
              <a:cxnLst/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274D650-C2F0-B17F-EBAA-2CCFD40DDE4A}"/>
              </a:ext>
            </a:extLst>
          </p:cNvPr>
          <p:cNvSpPr txBox="1"/>
          <p:nvPr/>
        </p:nvSpPr>
        <p:spPr>
          <a:xfrm>
            <a:off x="7527215" y="1456941"/>
            <a:ext cx="1446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Objetos Conectados</a:t>
            </a:r>
          </a:p>
        </p:txBody>
      </p:sp>
      <p:grpSp>
        <p:nvGrpSpPr>
          <p:cNvPr id="32" name="Google Shape;5078;p69">
            <a:extLst>
              <a:ext uri="{FF2B5EF4-FFF2-40B4-BE49-F238E27FC236}">
                <a16:creationId xmlns:a16="http://schemas.microsoft.com/office/drawing/2014/main" id="{B56FFF66-F1F5-EE5A-927B-07ED5B898689}"/>
              </a:ext>
            </a:extLst>
          </p:cNvPr>
          <p:cNvGrpSpPr/>
          <p:nvPr/>
        </p:nvGrpSpPr>
        <p:grpSpPr>
          <a:xfrm>
            <a:off x="6935101" y="1813463"/>
            <a:ext cx="2444873" cy="341224"/>
            <a:chOff x="4404545" y="3301592"/>
            <a:chExt cx="782403" cy="129272"/>
          </a:xfrm>
        </p:grpSpPr>
        <p:sp>
          <p:nvSpPr>
            <p:cNvPr id="33" name="Google Shape;5079;p69">
              <a:extLst>
                <a:ext uri="{FF2B5EF4-FFF2-40B4-BE49-F238E27FC236}">
                  <a16:creationId xmlns:a16="http://schemas.microsoft.com/office/drawing/2014/main" id="{9872EE30-8EAF-205B-46FD-806CC0A5E4A4}"/>
                </a:ext>
              </a:extLst>
            </p:cNvPr>
            <p:cNvSpPr/>
            <p:nvPr/>
          </p:nvSpPr>
          <p:spPr>
            <a:xfrm>
              <a:off x="4404545" y="3301592"/>
              <a:ext cx="782403" cy="129272"/>
            </a:xfrm>
            <a:custGeom>
              <a:avLst/>
              <a:gdLst/>
              <a:ahLst/>
              <a:cxnLst/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080;p69">
              <a:extLst>
                <a:ext uri="{FF2B5EF4-FFF2-40B4-BE49-F238E27FC236}">
                  <a16:creationId xmlns:a16="http://schemas.microsoft.com/office/drawing/2014/main" id="{89978C06-CB28-CBC3-9F9A-37B5B1294C60}"/>
                </a:ext>
              </a:extLst>
            </p:cNvPr>
            <p:cNvSpPr/>
            <p:nvPr/>
          </p:nvSpPr>
          <p:spPr>
            <a:xfrm>
              <a:off x="4420869" y="3318308"/>
              <a:ext cx="92621" cy="95856"/>
            </a:xfrm>
            <a:custGeom>
              <a:avLst/>
              <a:gdLst/>
              <a:ahLst/>
              <a:cxnLst/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A2E3132-9693-8065-2668-F4816D25E173}"/>
              </a:ext>
            </a:extLst>
          </p:cNvPr>
          <p:cNvSpPr txBox="1"/>
          <p:nvPr/>
        </p:nvSpPr>
        <p:spPr>
          <a:xfrm>
            <a:off x="7790107" y="1885286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Plataformas</a:t>
            </a:r>
          </a:p>
        </p:txBody>
      </p:sp>
      <p:grpSp>
        <p:nvGrpSpPr>
          <p:cNvPr id="36" name="Google Shape;5078;p69">
            <a:extLst>
              <a:ext uri="{FF2B5EF4-FFF2-40B4-BE49-F238E27FC236}">
                <a16:creationId xmlns:a16="http://schemas.microsoft.com/office/drawing/2014/main" id="{13BDF139-258F-DE67-C4D5-712B0C44DF0A}"/>
              </a:ext>
            </a:extLst>
          </p:cNvPr>
          <p:cNvGrpSpPr/>
          <p:nvPr/>
        </p:nvGrpSpPr>
        <p:grpSpPr>
          <a:xfrm>
            <a:off x="6935101" y="2230396"/>
            <a:ext cx="2444873" cy="341224"/>
            <a:chOff x="4404545" y="3301592"/>
            <a:chExt cx="782403" cy="129272"/>
          </a:xfrm>
        </p:grpSpPr>
        <p:sp>
          <p:nvSpPr>
            <p:cNvPr id="37" name="Google Shape;5079;p69">
              <a:extLst>
                <a:ext uri="{FF2B5EF4-FFF2-40B4-BE49-F238E27FC236}">
                  <a16:creationId xmlns:a16="http://schemas.microsoft.com/office/drawing/2014/main" id="{7969D473-B59E-9830-7E7D-3323F0AD2817}"/>
                </a:ext>
              </a:extLst>
            </p:cNvPr>
            <p:cNvSpPr/>
            <p:nvPr/>
          </p:nvSpPr>
          <p:spPr>
            <a:xfrm>
              <a:off x="4404545" y="3301592"/>
              <a:ext cx="782403" cy="129272"/>
            </a:xfrm>
            <a:custGeom>
              <a:avLst/>
              <a:gdLst/>
              <a:ahLst/>
              <a:cxnLst/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080;p69">
              <a:extLst>
                <a:ext uri="{FF2B5EF4-FFF2-40B4-BE49-F238E27FC236}">
                  <a16:creationId xmlns:a16="http://schemas.microsoft.com/office/drawing/2014/main" id="{503EA6F8-73CF-34C5-31CF-2700F117AF05}"/>
                </a:ext>
              </a:extLst>
            </p:cNvPr>
            <p:cNvSpPr/>
            <p:nvPr/>
          </p:nvSpPr>
          <p:spPr>
            <a:xfrm>
              <a:off x="4420869" y="3318308"/>
              <a:ext cx="92621" cy="95856"/>
            </a:xfrm>
            <a:custGeom>
              <a:avLst/>
              <a:gdLst/>
              <a:ahLst/>
              <a:cxnLst/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8A8F766-5E18-616D-1C8A-38C423265D59}"/>
              </a:ext>
            </a:extLst>
          </p:cNvPr>
          <p:cNvSpPr txBox="1"/>
          <p:nvPr/>
        </p:nvSpPr>
        <p:spPr>
          <a:xfrm>
            <a:off x="7879811" y="2286571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Servicios</a:t>
            </a:r>
          </a:p>
        </p:txBody>
      </p:sp>
      <p:sp>
        <p:nvSpPr>
          <p:cNvPr id="40" name="Flecha: a la derecha 39">
            <a:extLst>
              <a:ext uri="{FF2B5EF4-FFF2-40B4-BE49-F238E27FC236}">
                <a16:creationId xmlns:a16="http://schemas.microsoft.com/office/drawing/2014/main" id="{2F7493E8-1B57-D12A-3436-455D13CFE525}"/>
              </a:ext>
            </a:extLst>
          </p:cNvPr>
          <p:cNvSpPr/>
          <p:nvPr/>
        </p:nvSpPr>
        <p:spPr>
          <a:xfrm>
            <a:off x="9483213" y="2332069"/>
            <a:ext cx="821738" cy="195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3C780CD-0F72-8DDC-274F-6D8E60DA99ED}"/>
              </a:ext>
            </a:extLst>
          </p:cNvPr>
          <p:cNvSpPr txBox="1"/>
          <p:nvPr/>
        </p:nvSpPr>
        <p:spPr>
          <a:xfrm>
            <a:off x="9370490" y="2548181"/>
            <a:ext cx="10615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Traducidos en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CF3171F-C598-5FBE-B4DF-E8BBB3825D9E}"/>
              </a:ext>
            </a:extLst>
          </p:cNvPr>
          <p:cNvSpPr txBox="1"/>
          <p:nvPr/>
        </p:nvSpPr>
        <p:spPr>
          <a:xfrm>
            <a:off x="10304951" y="2253847"/>
            <a:ext cx="1055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ACCIÓN</a:t>
            </a:r>
          </a:p>
        </p:txBody>
      </p:sp>
      <p:grpSp>
        <p:nvGrpSpPr>
          <p:cNvPr id="43" name="Google Shape;12542;p73">
            <a:extLst>
              <a:ext uri="{FF2B5EF4-FFF2-40B4-BE49-F238E27FC236}">
                <a16:creationId xmlns:a16="http://schemas.microsoft.com/office/drawing/2014/main" id="{153997DB-A856-F736-6D98-DC363024233D}"/>
              </a:ext>
            </a:extLst>
          </p:cNvPr>
          <p:cNvGrpSpPr/>
          <p:nvPr/>
        </p:nvGrpSpPr>
        <p:grpSpPr>
          <a:xfrm>
            <a:off x="9693544" y="1260669"/>
            <a:ext cx="535730" cy="523220"/>
            <a:chOff x="4206459" y="1191441"/>
            <a:chExt cx="712557" cy="785901"/>
          </a:xfrm>
        </p:grpSpPr>
        <p:sp>
          <p:nvSpPr>
            <p:cNvPr id="44" name="Google Shape;12543;p73">
              <a:extLst>
                <a:ext uri="{FF2B5EF4-FFF2-40B4-BE49-F238E27FC236}">
                  <a16:creationId xmlns:a16="http://schemas.microsoft.com/office/drawing/2014/main" id="{BCDDB800-290C-F547-B6D5-A2009ECB0483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544;p73">
              <a:extLst>
                <a:ext uri="{FF2B5EF4-FFF2-40B4-BE49-F238E27FC236}">
                  <a16:creationId xmlns:a16="http://schemas.microsoft.com/office/drawing/2014/main" id="{CBC9DC59-6D2F-6E8E-B027-EA99F3701FF1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545;p73">
              <a:extLst>
                <a:ext uri="{FF2B5EF4-FFF2-40B4-BE49-F238E27FC236}">
                  <a16:creationId xmlns:a16="http://schemas.microsoft.com/office/drawing/2014/main" id="{BD4A8F87-36E9-05BF-D640-642824937C0F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546;p73">
              <a:extLst>
                <a:ext uri="{FF2B5EF4-FFF2-40B4-BE49-F238E27FC236}">
                  <a16:creationId xmlns:a16="http://schemas.microsoft.com/office/drawing/2014/main" id="{55D87AA4-04BC-6ED5-65BB-02B67509BCE8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" name="Google Shape;12547;p73">
              <a:extLst>
                <a:ext uri="{FF2B5EF4-FFF2-40B4-BE49-F238E27FC236}">
                  <a16:creationId xmlns:a16="http://schemas.microsoft.com/office/drawing/2014/main" id="{C5CB4003-6032-A15A-1043-E3B44C4DDCB8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78" name="Google Shape;12548;p73">
                <a:extLst>
                  <a:ext uri="{FF2B5EF4-FFF2-40B4-BE49-F238E27FC236}">
                    <a16:creationId xmlns:a16="http://schemas.microsoft.com/office/drawing/2014/main" id="{70A67690-0461-180C-1CFE-EB7DCAC6D80E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2549;p73">
                <a:extLst>
                  <a:ext uri="{FF2B5EF4-FFF2-40B4-BE49-F238E27FC236}">
                    <a16:creationId xmlns:a16="http://schemas.microsoft.com/office/drawing/2014/main" id="{A37C59D3-43F6-DFDA-386D-4B55D164B727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2550;p73">
                <a:extLst>
                  <a:ext uri="{FF2B5EF4-FFF2-40B4-BE49-F238E27FC236}">
                    <a16:creationId xmlns:a16="http://schemas.microsoft.com/office/drawing/2014/main" id="{E8A9E27B-3C2E-7E08-A3B2-94DCAEF4799E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2551;p73">
                <a:extLst>
                  <a:ext uri="{FF2B5EF4-FFF2-40B4-BE49-F238E27FC236}">
                    <a16:creationId xmlns:a16="http://schemas.microsoft.com/office/drawing/2014/main" id="{520D3ADF-B56F-84BA-DB2E-E5602A210753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12552;p73">
              <a:extLst>
                <a:ext uri="{FF2B5EF4-FFF2-40B4-BE49-F238E27FC236}">
                  <a16:creationId xmlns:a16="http://schemas.microsoft.com/office/drawing/2014/main" id="{C00D939E-7CF4-DF61-05D6-4633FBF78D21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74" name="Google Shape;12553;p73">
                <a:extLst>
                  <a:ext uri="{FF2B5EF4-FFF2-40B4-BE49-F238E27FC236}">
                    <a16:creationId xmlns:a16="http://schemas.microsoft.com/office/drawing/2014/main" id="{CEAD4B5C-6A17-9831-7574-6445EFC0EB33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2554;p73">
                <a:extLst>
                  <a:ext uri="{FF2B5EF4-FFF2-40B4-BE49-F238E27FC236}">
                    <a16:creationId xmlns:a16="http://schemas.microsoft.com/office/drawing/2014/main" id="{7AD05E90-C35A-22EB-1BDB-4E1D92ECB679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2555;p73">
                <a:extLst>
                  <a:ext uri="{FF2B5EF4-FFF2-40B4-BE49-F238E27FC236}">
                    <a16:creationId xmlns:a16="http://schemas.microsoft.com/office/drawing/2014/main" id="{8EDD2A77-20FB-20F2-90F5-E4912595AE83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12556;p73">
                <a:extLst>
                  <a:ext uri="{FF2B5EF4-FFF2-40B4-BE49-F238E27FC236}">
                    <a16:creationId xmlns:a16="http://schemas.microsoft.com/office/drawing/2014/main" id="{03509045-E57C-EABD-140B-566302A119CB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12557;p73">
              <a:extLst>
                <a:ext uri="{FF2B5EF4-FFF2-40B4-BE49-F238E27FC236}">
                  <a16:creationId xmlns:a16="http://schemas.microsoft.com/office/drawing/2014/main" id="{D2D3AE3B-DBEC-2615-37B3-05CCD1E33DDA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70" name="Google Shape;12558;p73">
                <a:extLst>
                  <a:ext uri="{FF2B5EF4-FFF2-40B4-BE49-F238E27FC236}">
                    <a16:creationId xmlns:a16="http://schemas.microsoft.com/office/drawing/2014/main" id="{202FCFBA-C8D9-BCF5-608F-01E4A671A4EE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2559;p73">
                <a:extLst>
                  <a:ext uri="{FF2B5EF4-FFF2-40B4-BE49-F238E27FC236}">
                    <a16:creationId xmlns:a16="http://schemas.microsoft.com/office/drawing/2014/main" id="{132D113F-4887-CB8C-2337-FF81D356842F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2560;p73">
                <a:extLst>
                  <a:ext uri="{FF2B5EF4-FFF2-40B4-BE49-F238E27FC236}">
                    <a16:creationId xmlns:a16="http://schemas.microsoft.com/office/drawing/2014/main" id="{1A235DDF-096D-B300-DA65-EEF57EF21857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2561;p73">
                <a:extLst>
                  <a:ext uri="{FF2B5EF4-FFF2-40B4-BE49-F238E27FC236}">
                    <a16:creationId xmlns:a16="http://schemas.microsoft.com/office/drawing/2014/main" id="{D366CE7A-257D-B830-DA98-7B8A411BE9C1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" name="Google Shape;12562;p73">
              <a:extLst>
                <a:ext uri="{FF2B5EF4-FFF2-40B4-BE49-F238E27FC236}">
                  <a16:creationId xmlns:a16="http://schemas.microsoft.com/office/drawing/2014/main" id="{B8AF519E-F63F-8BD6-CD13-7D6D7A181F74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66" name="Google Shape;12563;p73">
                <a:extLst>
                  <a:ext uri="{FF2B5EF4-FFF2-40B4-BE49-F238E27FC236}">
                    <a16:creationId xmlns:a16="http://schemas.microsoft.com/office/drawing/2014/main" id="{F1950BDF-D0EA-F021-66F6-6A3713CF1973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2564;p73">
                <a:extLst>
                  <a:ext uri="{FF2B5EF4-FFF2-40B4-BE49-F238E27FC236}">
                    <a16:creationId xmlns:a16="http://schemas.microsoft.com/office/drawing/2014/main" id="{595A0B97-6DA5-D982-45F4-1A51624D8A19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2565;p73">
                <a:extLst>
                  <a:ext uri="{FF2B5EF4-FFF2-40B4-BE49-F238E27FC236}">
                    <a16:creationId xmlns:a16="http://schemas.microsoft.com/office/drawing/2014/main" id="{48E0E38C-DCEA-C08B-749E-E49D359E9726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2566;p73">
                <a:extLst>
                  <a:ext uri="{FF2B5EF4-FFF2-40B4-BE49-F238E27FC236}">
                    <a16:creationId xmlns:a16="http://schemas.microsoft.com/office/drawing/2014/main" id="{21ECF0BD-2833-E711-F9EA-F817873690B5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" name="Google Shape;12567;p73">
              <a:extLst>
                <a:ext uri="{FF2B5EF4-FFF2-40B4-BE49-F238E27FC236}">
                  <a16:creationId xmlns:a16="http://schemas.microsoft.com/office/drawing/2014/main" id="{7C17CAEA-CE8D-A1E9-2F5E-041FB1F64E48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568;p73">
              <a:extLst>
                <a:ext uri="{FF2B5EF4-FFF2-40B4-BE49-F238E27FC236}">
                  <a16:creationId xmlns:a16="http://schemas.microsoft.com/office/drawing/2014/main" id="{59A97CFB-B002-6467-7327-E3CA77BE8BC0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569;p73">
              <a:extLst>
                <a:ext uri="{FF2B5EF4-FFF2-40B4-BE49-F238E27FC236}">
                  <a16:creationId xmlns:a16="http://schemas.microsoft.com/office/drawing/2014/main" id="{BA103931-FA2B-DD8A-2DAB-5D3FC9C64C25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570;p73">
              <a:extLst>
                <a:ext uri="{FF2B5EF4-FFF2-40B4-BE49-F238E27FC236}">
                  <a16:creationId xmlns:a16="http://schemas.microsoft.com/office/drawing/2014/main" id="{CC7E07E3-90A5-CF7B-937C-151CBADB66E8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" name="Google Shape;12571;p73">
              <a:extLst>
                <a:ext uri="{FF2B5EF4-FFF2-40B4-BE49-F238E27FC236}">
                  <a16:creationId xmlns:a16="http://schemas.microsoft.com/office/drawing/2014/main" id="{E5ECD09D-FBCE-FC54-8664-9DDAF694A35A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62" name="Google Shape;12572;p73">
                <a:extLst>
                  <a:ext uri="{FF2B5EF4-FFF2-40B4-BE49-F238E27FC236}">
                    <a16:creationId xmlns:a16="http://schemas.microsoft.com/office/drawing/2014/main" id="{7E8029FB-557E-9739-7746-D89D17D93011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2573;p73">
                <a:extLst>
                  <a:ext uri="{FF2B5EF4-FFF2-40B4-BE49-F238E27FC236}">
                    <a16:creationId xmlns:a16="http://schemas.microsoft.com/office/drawing/2014/main" id="{D25BCD64-085B-78E7-B907-86488CEE641C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2574;p73">
                <a:extLst>
                  <a:ext uri="{FF2B5EF4-FFF2-40B4-BE49-F238E27FC236}">
                    <a16:creationId xmlns:a16="http://schemas.microsoft.com/office/drawing/2014/main" id="{E1D6821F-799C-CE11-5DCC-3FDA00F1D084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2575;p73">
                <a:extLst>
                  <a:ext uri="{FF2B5EF4-FFF2-40B4-BE49-F238E27FC236}">
                    <a16:creationId xmlns:a16="http://schemas.microsoft.com/office/drawing/2014/main" id="{6565A682-FEBD-4ABD-7250-8DADBEB2CEE4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" name="Google Shape;12576;p73">
              <a:extLst>
                <a:ext uri="{FF2B5EF4-FFF2-40B4-BE49-F238E27FC236}">
                  <a16:creationId xmlns:a16="http://schemas.microsoft.com/office/drawing/2014/main" id="{6A2C1784-36A1-C139-5A2C-B7600FC4EA59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58" name="Google Shape;12577;p73">
                <a:extLst>
                  <a:ext uri="{FF2B5EF4-FFF2-40B4-BE49-F238E27FC236}">
                    <a16:creationId xmlns:a16="http://schemas.microsoft.com/office/drawing/2014/main" id="{AA5EE0C2-35E4-FABA-D969-C2D3E5DE9B58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2578;p73">
                <a:extLst>
                  <a:ext uri="{FF2B5EF4-FFF2-40B4-BE49-F238E27FC236}">
                    <a16:creationId xmlns:a16="http://schemas.microsoft.com/office/drawing/2014/main" id="{7F07DDC4-6762-905A-EB2D-F86A9127EC1F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2579;p73">
                <a:extLst>
                  <a:ext uri="{FF2B5EF4-FFF2-40B4-BE49-F238E27FC236}">
                    <a16:creationId xmlns:a16="http://schemas.microsoft.com/office/drawing/2014/main" id="{ED40B2A5-6C4B-9837-B01D-5A4DC4CE03AF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2580;p73">
                <a:extLst>
                  <a:ext uri="{FF2B5EF4-FFF2-40B4-BE49-F238E27FC236}">
                    <a16:creationId xmlns:a16="http://schemas.microsoft.com/office/drawing/2014/main" id="{32F99A55-5DBE-64B7-8678-C0EE67E0ECDD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" name="Google Shape;11848;p71">
            <a:extLst>
              <a:ext uri="{FF2B5EF4-FFF2-40B4-BE49-F238E27FC236}">
                <a16:creationId xmlns:a16="http://schemas.microsoft.com/office/drawing/2014/main" id="{B41B8B6B-360D-D45C-20C9-887398DC05C2}"/>
              </a:ext>
            </a:extLst>
          </p:cNvPr>
          <p:cNvGrpSpPr/>
          <p:nvPr/>
        </p:nvGrpSpPr>
        <p:grpSpPr>
          <a:xfrm>
            <a:off x="10431999" y="1527204"/>
            <a:ext cx="747129" cy="341225"/>
            <a:chOff x="3530532" y="1496185"/>
            <a:chExt cx="1561911" cy="708580"/>
          </a:xfrm>
        </p:grpSpPr>
        <p:grpSp>
          <p:nvGrpSpPr>
            <p:cNvPr id="83" name="Google Shape;11849;p71">
              <a:extLst>
                <a:ext uri="{FF2B5EF4-FFF2-40B4-BE49-F238E27FC236}">
                  <a16:creationId xmlns:a16="http://schemas.microsoft.com/office/drawing/2014/main" id="{BA12835F-DE97-CC4E-9532-6188DB16C224}"/>
                </a:ext>
              </a:extLst>
            </p:cNvPr>
            <p:cNvGrpSpPr/>
            <p:nvPr/>
          </p:nvGrpSpPr>
          <p:grpSpPr>
            <a:xfrm>
              <a:off x="3720318" y="1857562"/>
              <a:ext cx="1372125" cy="54"/>
              <a:chOff x="3720318" y="1857562"/>
              <a:chExt cx="1372125" cy="54"/>
            </a:xfrm>
          </p:grpSpPr>
          <p:cxnSp>
            <p:nvCxnSpPr>
              <p:cNvPr id="100" name="Google Shape;11850;p71">
                <a:extLst>
                  <a:ext uri="{FF2B5EF4-FFF2-40B4-BE49-F238E27FC236}">
                    <a16:creationId xmlns:a16="http://schemas.microsoft.com/office/drawing/2014/main" id="{A6FCC7DC-AC22-F492-6BCA-5B9EE5001B4F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>
                <a:off x="4440243" y="1857616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1852;p71">
                <a:extLst>
                  <a:ext uri="{FF2B5EF4-FFF2-40B4-BE49-F238E27FC236}">
                    <a16:creationId xmlns:a16="http://schemas.microsoft.com/office/drawing/2014/main" id="{37D81BAE-8CAC-3381-B0BA-4CEDAFB6AD92}"/>
                  </a:ext>
                </a:extLst>
              </p:cNvPr>
              <p:cNvCxnSpPr/>
              <p:nvPr/>
            </p:nvCxnSpPr>
            <p:spPr>
              <a:xfrm>
                <a:off x="4074943" y="1857562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1853;p71">
                <a:extLst>
                  <a:ext uri="{FF2B5EF4-FFF2-40B4-BE49-F238E27FC236}">
                    <a16:creationId xmlns:a16="http://schemas.microsoft.com/office/drawing/2014/main" id="{8A0DF47A-5753-880F-4B60-4F4E5E59594C}"/>
                  </a:ext>
                </a:extLst>
              </p:cNvPr>
              <p:cNvCxnSpPr/>
              <p:nvPr/>
            </p:nvCxnSpPr>
            <p:spPr>
              <a:xfrm>
                <a:off x="3720318" y="1857562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1854;p71">
                <a:extLst>
                  <a:ext uri="{FF2B5EF4-FFF2-40B4-BE49-F238E27FC236}">
                    <a16:creationId xmlns:a16="http://schemas.microsoft.com/office/drawing/2014/main" id="{9BB2F1FD-DC7E-1381-E59D-6059F4847D77}"/>
                  </a:ext>
                </a:extLst>
              </p:cNvPr>
              <p:cNvCxnSpPr>
                <a:stCxn id="90" idx="6"/>
              </p:cNvCxnSpPr>
              <p:nvPr/>
            </p:nvCxnSpPr>
            <p:spPr>
              <a:xfrm>
                <a:off x="4801443" y="1857616"/>
                <a:ext cx="291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84" name="Google Shape;11855;p71">
              <a:extLst>
                <a:ext uri="{FF2B5EF4-FFF2-40B4-BE49-F238E27FC236}">
                  <a16:creationId xmlns:a16="http://schemas.microsoft.com/office/drawing/2014/main" id="{A132FD05-3B19-3CA8-1C5C-C9E1CC79F635}"/>
                </a:ext>
              </a:extLst>
            </p:cNvPr>
            <p:cNvGrpSpPr/>
            <p:nvPr/>
          </p:nvGrpSpPr>
          <p:grpSpPr>
            <a:xfrm>
              <a:off x="3567462" y="1496185"/>
              <a:ext cx="286500" cy="272914"/>
              <a:chOff x="3567462" y="1496185"/>
              <a:chExt cx="286500" cy="272914"/>
            </a:xfrm>
          </p:grpSpPr>
          <p:cxnSp>
            <p:nvCxnSpPr>
              <p:cNvPr id="98" name="Google Shape;11856;p71">
                <a:extLst>
                  <a:ext uri="{FF2B5EF4-FFF2-40B4-BE49-F238E27FC236}">
                    <a16:creationId xmlns:a16="http://schemas.microsoft.com/office/drawing/2014/main" id="{4E99A560-C0AE-168D-3DD2-6FE86EE52F52}"/>
                  </a:ext>
                </a:extLst>
              </p:cNvPr>
              <p:cNvCxnSpPr/>
              <p:nvPr/>
            </p:nvCxnSpPr>
            <p:spPr>
              <a:xfrm rot="10800000">
                <a:off x="3626625" y="1596000"/>
                <a:ext cx="0" cy="17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9" name="Google Shape;11857;p71">
                <a:extLst>
                  <a:ext uri="{FF2B5EF4-FFF2-40B4-BE49-F238E27FC236}">
                    <a16:creationId xmlns:a16="http://schemas.microsoft.com/office/drawing/2014/main" id="{D8429969-EA73-22B2-1C99-F8D624BD9964}"/>
                  </a:ext>
                </a:extLst>
              </p:cNvPr>
              <p:cNvSpPr/>
              <p:nvPr/>
            </p:nvSpPr>
            <p:spPr>
              <a:xfrm>
                <a:off x="3567462" y="1496185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" name="Google Shape;11858;p71">
              <a:extLst>
                <a:ext uri="{FF2B5EF4-FFF2-40B4-BE49-F238E27FC236}">
                  <a16:creationId xmlns:a16="http://schemas.microsoft.com/office/drawing/2014/main" id="{5190FC6F-CC88-F5DE-051F-9EDD402679F4}"/>
                </a:ext>
              </a:extLst>
            </p:cNvPr>
            <p:cNvSpPr/>
            <p:nvPr/>
          </p:nvSpPr>
          <p:spPr>
            <a:xfrm>
              <a:off x="3530532" y="1771972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1859;p71">
              <a:extLst>
                <a:ext uri="{FF2B5EF4-FFF2-40B4-BE49-F238E27FC236}">
                  <a16:creationId xmlns:a16="http://schemas.microsoft.com/office/drawing/2014/main" id="{E2C90576-9D6D-84A3-CB47-0C8F59DDD0B9}"/>
                </a:ext>
              </a:extLst>
            </p:cNvPr>
            <p:cNvSpPr/>
            <p:nvPr/>
          </p:nvSpPr>
          <p:spPr>
            <a:xfrm>
              <a:off x="3891569" y="1779209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" name="Google Shape;11860;p71">
              <a:extLst>
                <a:ext uri="{FF2B5EF4-FFF2-40B4-BE49-F238E27FC236}">
                  <a16:creationId xmlns:a16="http://schemas.microsoft.com/office/drawing/2014/main" id="{7893948C-6B7D-A1F8-41FE-A6C14DE3BBEB}"/>
                </a:ext>
              </a:extLst>
            </p:cNvPr>
            <p:cNvGrpSpPr/>
            <p:nvPr/>
          </p:nvGrpSpPr>
          <p:grpSpPr>
            <a:xfrm>
              <a:off x="3929014" y="1960574"/>
              <a:ext cx="286500" cy="242342"/>
              <a:chOff x="3929014" y="1960574"/>
              <a:chExt cx="286500" cy="242342"/>
            </a:xfrm>
          </p:grpSpPr>
          <p:cxnSp>
            <p:nvCxnSpPr>
              <p:cNvPr id="96" name="Google Shape;11861;p71">
                <a:extLst>
                  <a:ext uri="{FF2B5EF4-FFF2-40B4-BE49-F238E27FC236}">
                    <a16:creationId xmlns:a16="http://schemas.microsoft.com/office/drawing/2014/main" id="{EAD87EBB-FD38-03E7-C864-2998A3681541}"/>
                  </a:ext>
                </a:extLst>
              </p:cNvPr>
              <p:cNvCxnSpPr/>
              <p:nvPr/>
            </p:nvCxnSpPr>
            <p:spPr>
              <a:xfrm rot="10800000">
                <a:off x="3988400" y="1960574"/>
                <a:ext cx="0" cy="14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" name="Google Shape;11862;p71">
                <a:extLst>
                  <a:ext uri="{FF2B5EF4-FFF2-40B4-BE49-F238E27FC236}">
                    <a16:creationId xmlns:a16="http://schemas.microsoft.com/office/drawing/2014/main" id="{F7688855-0FF0-4D09-04EF-48D0803F04A7}"/>
                  </a:ext>
                </a:extLst>
              </p:cNvPr>
              <p:cNvSpPr/>
              <p:nvPr/>
            </p:nvSpPr>
            <p:spPr>
              <a:xfrm>
                <a:off x="3929014" y="2103016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" name="Google Shape;11863;p71">
              <a:extLst>
                <a:ext uri="{FF2B5EF4-FFF2-40B4-BE49-F238E27FC236}">
                  <a16:creationId xmlns:a16="http://schemas.microsoft.com/office/drawing/2014/main" id="{7E5703DC-CA00-B0A2-3FB4-25939ACD6FFC}"/>
                </a:ext>
              </a:extLst>
            </p:cNvPr>
            <p:cNvGrpSpPr/>
            <p:nvPr/>
          </p:nvGrpSpPr>
          <p:grpSpPr>
            <a:xfrm>
              <a:off x="4290828" y="1496185"/>
              <a:ext cx="286500" cy="272914"/>
              <a:chOff x="4290828" y="1496185"/>
              <a:chExt cx="286500" cy="272914"/>
            </a:xfrm>
          </p:grpSpPr>
          <p:cxnSp>
            <p:nvCxnSpPr>
              <p:cNvPr id="94" name="Google Shape;11864;p71">
                <a:extLst>
                  <a:ext uri="{FF2B5EF4-FFF2-40B4-BE49-F238E27FC236}">
                    <a16:creationId xmlns:a16="http://schemas.microsoft.com/office/drawing/2014/main" id="{DD5BAF3C-5693-9E77-141F-9AA38D1B916B}"/>
                  </a:ext>
                </a:extLst>
              </p:cNvPr>
              <p:cNvCxnSpPr/>
              <p:nvPr/>
            </p:nvCxnSpPr>
            <p:spPr>
              <a:xfrm rot="10800000">
                <a:off x="4350000" y="1596000"/>
                <a:ext cx="0" cy="17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5" name="Google Shape;11865;p71">
                <a:extLst>
                  <a:ext uri="{FF2B5EF4-FFF2-40B4-BE49-F238E27FC236}">
                    <a16:creationId xmlns:a16="http://schemas.microsoft.com/office/drawing/2014/main" id="{7B89789F-A2B6-55E0-FDA7-3A1A0F367396}"/>
                  </a:ext>
                </a:extLst>
              </p:cNvPr>
              <p:cNvSpPr/>
              <p:nvPr/>
            </p:nvSpPr>
            <p:spPr>
              <a:xfrm>
                <a:off x="4290828" y="1496185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" name="Google Shape;11866;p71">
              <a:extLst>
                <a:ext uri="{FF2B5EF4-FFF2-40B4-BE49-F238E27FC236}">
                  <a16:creationId xmlns:a16="http://schemas.microsoft.com/office/drawing/2014/main" id="{4A8584F2-7505-BB91-2D7D-E6B1BD447B50}"/>
                </a:ext>
              </a:extLst>
            </p:cNvPr>
            <p:cNvSpPr/>
            <p:nvPr/>
          </p:nvSpPr>
          <p:spPr>
            <a:xfrm>
              <a:off x="4252606" y="1771972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1851;p71">
              <a:extLst>
                <a:ext uri="{FF2B5EF4-FFF2-40B4-BE49-F238E27FC236}">
                  <a16:creationId xmlns:a16="http://schemas.microsoft.com/office/drawing/2014/main" id="{7B8184FA-9F70-9642-50C8-34C90335FF44}"/>
                </a:ext>
              </a:extLst>
            </p:cNvPr>
            <p:cNvSpPr/>
            <p:nvPr/>
          </p:nvSpPr>
          <p:spPr>
            <a:xfrm>
              <a:off x="4613643" y="1763716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" name="Google Shape;11867;p71">
              <a:extLst>
                <a:ext uri="{FF2B5EF4-FFF2-40B4-BE49-F238E27FC236}">
                  <a16:creationId xmlns:a16="http://schemas.microsoft.com/office/drawing/2014/main" id="{DAAD6744-15DF-3DF6-194E-E98771A483F2}"/>
                </a:ext>
              </a:extLst>
            </p:cNvPr>
            <p:cNvGrpSpPr/>
            <p:nvPr/>
          </p:nvGrpSpPr>
          <p:grpSpPr>
            <a:xfrm>
              <a:off x="4657726" y="1959674"/>
              <a:ext cx="286500" cy="245092"/>
              <a:chOff x="4657726" y="1959674"/>
              <a:chExt cx="286500" cy="245092"/>
            </a:xfrm>
          </p:grpSpPr>
          <p:cxnSp>
            <p:nvCxnSpPr>
              <p:cNvPr id="92" name="Google Shape;11868;p71">
                <a:extLst>
                  <a:ext uri="{FF2B5EF4-FFF2-40B4-BE49-F238E27FC236}">
                    <a16:creationId xmlns:a16="http://schemas.microsoft.com/office/drawing/2014/main" id="{D4E65D6C-3EAD-D83E-9D57-7224063F3DD2}"/>
                  </a:ext>
                </a:extLst>
              </p:cNvPr>
              <p:cNvCxnSpPr/>
              <p:nvPr/>
            </p:nvCxnSpPr>
            <p:spPr>
              <a:xfrm rot="10800000">
                <a:off x="4707475" y="1959674"/>
                <a:ext cx="0" cy="145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" name="Google Shape;11869;p71">
                <a:extLst>
                  <a:ext uri="{FF2B5EF4-FFF2-40B4-BE49-F238E27FC236}">
                    <a16:creationId xmlns:a16="http://schemas.microsoft.com/office/drawing/2014/main" id="{5FE543EA-4946-EC88-6424-A31F78705D98}"/>
                  </a:ext>
                </a:extLst>
              </p:cNvPr>
              <p:cNvSpPr/>
              <p:nvPr/>
            </p:nvSpPr>
            <p:spPr>
              <a:xfrm>
                <a:off x="4657726" y="2104866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" name="Google Shape;13876;p77">
            <a:extLst>
              <a:ext uri="{FF2B5EF4-FFF2-40B4-BE49-F238E27FC236}">
                <a16:creationId xmlns:a16="http://schemas.microsoft.com/office/drawing/2014/main" id="{59B8E488-1306-7B66-933F-E79A82DB61B9}"/>
              </a:ext>
            </a:extLst>
          </p:cNvPr>
          <p:cNvGrpSpPr/>
          <p:nvPr/>
        </p:nvGrpSpPr>
        <p:grpSpPr>
          <a:xfrm>
            <a:off x="11323912" y="1842339"/>
            <a:ext cx="365310" cy="335955"/>
            <a:chOff x="-62518200" y="2692475"/>
            <a:chExt cx="318225" cy="289100"/>
          </a:xfrm>
        </p:grpSpPr>
        <p:sp>
          <p:nvSpPr>
            <p:cNvPr id="105" name="Google Shape;13877;p77">
              <a:extLst>
                <a:ext uri="{FF2B5EF4-FFF2-40B4-BE49-F238E27FC236}">
                  <a16:creationId xmlns:a16="http://schemas.microsoft.com/office/drawing/2014/main" id="{BB5547B5-12C1-77BD-CDF0-2DA47C60A4DC}"/>
                </a:ext>
              </a:extLst>
            </p:cNvPr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3878;p77">
              <a:extLst>
                <a:ext uri="{FF2B5EF4-FFF2-40B4-BE49-F238E27FC236}">
                  <a16:creationId xmlns:a16="http://schemas.microsoft.com/office/drawing/2014/main" id="{F8901848-DC5E-B6AD-73EC-34BA5F8AFAEF}"/>
                </a:ext>
              </a:extLst>
            </p:cNvPr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F3CE4623-0DB0-7304-E8E3-025707AA7CA4}"/>
              </a:ext>
            </a:extLst>
          </p:cNvPr>
          <p:cNvSpPr txBox="1"/>
          <p:nvPr/>
        </p:nvSpPr>
        <p:spPr>
          <a:xfrm>
            <a:off x="3742546" y="3593219"/>
            <a:ext cx="44149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Su motivación se basa, más por usos específicos, que por industrias. </a:t>
            </a:r>
          </a:p>
        </p:txBody>
      </p:sp>
      <p:sp>
        <p:nvSpPr>
          <p:cNvPr id="108" name="Flecha: pentágono 107">
            <a:extLst>
              <a:ext uri="{FF2B5EF4-FFF2-40B4-BE49-F238E27FC236}">
                <a16:creationId xmlns:a16="http://schemas.microsoft.com/office/drawing/2014/main" id="{7124D45C-658A-5D06-BA9A-3743029EA4D8}"/>
              </a:ext>
            </a:extLst>
          </p:cNvPr>
          <p:cNvSpPr/>
          <p:nvPr/>
        </p:nvSpPr>
        <p:spPr>
          <a:xfrm>
            <a:off x="3933582" y="4505961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EDF98D19-EDB5-AE4A-CE6D-F68F2A0A7C98}"/>
              </a:ext>
            </a:extLst>
          </p:cNvPr>
          <p:cNvSpPr txBox="1"/>
          <p:nvPr/>
        </p:nvSpPr>
        <p:spPr>
          <a:xfrm>
            <a:off x="3731872" y="4093777"/>
            <a:ext cx="23567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Mejoran las operaciones existentes</a:t>
            </a:r>
          </a:p>
        </p:txBody>
      </p:sp>
      <p:sp>
        <p:nvSpPr>
          <p:cNvPr id="110" name="Flecha: a la derecha 109">
            <a:extLst>
              <a:ext uri="{FF2B5EF4-FFF2-40B4-BE49-F238E27FC236}">
                <a16:creationId xmlns:a16="http://schemas.microsoft.com/office/drawing/2014/main" id="{7B259A84-D614-51AA-E13E-5F66CA244360}"/>
              </a:ext>
            </a:extLst>
          </p:cNvPr>
          <p:cNvSpPr/>
          <p:nvPr/>
        </p:nvSpPr>
        <p:spPr>
          <a:xfrm>
            <a:off x="6153142" y="4408226"/>
            <a:ext cx="821738" cy="195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98393EDF-C9E7-B0A7-C0B6-067A4577D91D}"/>
              </a:ext>
            </a:extLst>
          </p:cNvPr>
          <p:cNvSpPr txBox="1"/>
          <p:nvPr/>
        </p:nvSpPr>
        <p:spPr>
          <a:xfrm>
            <a:off x="7130823" y="4321934"/>
            <a:ext cx="1674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INNOVACIÓN</a:t>
            </a:r>
          </a:p>
        </p:txBody>
      </p:sp>
      <p:pic>
        <p:nvPicPr>
          <p:cNvPr id="112" name="Imagen 111">
            <a:extLst>
              <a:ext uri="{FF2B5EF4-FFF2-40B4-BE49-F238E27FC236}">
                <a16:creationId xmlns:a16="http://schemas.microsoft.com/office/drawing/2014/main" id="{AA15CA3C-4170-984B-1F7B-8F58B654B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457" y="3288120"/>
            <a:ext cx="1061510" cy="729788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11CA8E18-024E-226C-F21D-3BC79343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21" y="3302942"/>
            <a:ext cx="1276875" cy="801759"/>
          </a:xfrm>
          <a:prstGeom prst="rect">
            <a:avLst/>
          </a:prstGeom>
        </p:spPr>
      </p:pic>
      <p:sp>
        <p:nvSpPr>
          <p:cNvPr id="114" name="Flecha: pentágono 113">
            <a:extLst>
              <a:ext uri="{FF2B5EF4-FFF2-40B4-BE49-F238E27FC236}">
                <a16:creationId xmlns:a16="http://schemas.microsoft.com/office/drawing/2014/main" id="{F9245CDB-D428-404A-702E-031FB0758915}"/>
              </a:ext>
            </a:extLst>
          </p:cNvPr>
          <p:cNvSpPr/>
          <p:nvPr/>
        </p:nvSpPr>
        <p:spPr>
          <a:xfrm>
            <a:off x="8907379" y="4242656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15" name="Flecha: pentágono 114">
            <a:extLst>
              <a:ext uri="{FF2B5EF4-FFF2-40B4-BE49-F238E27FC236}">
                <a16:creationId xmlns:a16="http://schemas.microsoft.com/office/drawing/2014/main" id="{4CF92DC2-6349-E934-FFD9-1336315DA34F}"/>
              </a:ext>
            </a:extLst>
          </p:cNvPr>
          <p:cNvSpPr/>
          <p:nvPr/>
        </p:nvSpPr>
        <p:spPr>
          <a:xfrm>
            <a:off x="10414057" y="4242656"/>
            <a:ext cx="1220756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16" name="Google Shape;5079;p69">
            <a:extLst>
              <a:ext uri="{FF2B5EF4-FFF2-40B4-BE49-F238E27FC236}">
                <a16:creationId xmlns:a16="http://schemas.microsoft.com/office/drawing/2014/main" id="{FF383854-F715-2E89-0484-1F9BF9B1280A}"/>
              </a:ext>
            </a:extLst>
          </p:cNvPr>
          <p:cNvSpPr/>
          <p:nvPr/>
        </p:nvSpPr>
        <p:spPr>
          <a:xfrm>
            <a:off x="3607412" y="5340924"/>
            <a:ext cx="5366033" cy="337694"/>
          </a:xfrm>
          <a:custGeom>
            <a:avLst/>
            <a:gdLst/>
            <a:ahLst/>
            <a:cxnLst/>
            <a:rect l="l" t="t" r="r" b="b"/>
            <a:pathLst>
              <a:path w="17328" h="2863" extrusionOk="0">
                <a:moveTo>
                  <a:pt x="1432" y="1"/>
                </a:moveTo>
                <a:cubicBezTo>
                  <a:pt x="641" y="1"/>
                  <a:pt x="1" y="641"/>
                  <a:pt x="2" y="1431"/>
                </a:cubicBezTo>
                <a:cubicBezTo>
                  <a:pt x="1" y="2222"/>
                  <a:pt x="641" y="2861"/>
                  <a:pt x="1432" y="2862"/>
                </a:cubicBezTo>
                <a:lnTo>
                  <a:pt x="15897" y="2862"/>
                </a:lnTo>
                <a:cubicBezTo>
                  <a:pt x="16687" y="2861"/>
                  <a:pt x="17327" y="2222"/>
                  <a:pt x="17327" y="1431"/>
                </a:cubicBezTo>
                <a:cubicBezTo>
                  <a:pt x="17327" y="641"/>
                  <a:pt x="16687" y="1"/>
                  <a:pt x="15897" y="1"/>
                </a:cubicBez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0AC5C37C-2650-CF02-98B9-203734C3BF8F}"/>
              </a:ext>
            </a:extLst>
          </p:cNvPr>
          <p:cNvSpPr txBox="1"/>
          <p:nvPr/>
        </p:nvSpPr>
        <p:spPr>
          <a:xfrm>
            <a:off x="4330076" y="5401944"/>
            <a:ext cx="1446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Objetos Conectados</a:t>
            </a:r>
          </a:p>
        </p:txBody>
      </p:sp>
      <p:sp>
        <p:nvSpPr>
          <p:cNvPr id="118" name="Google Shape;5079;p69">
            <a:extLst>
              <a:ext uri="{FF2B5EF4-FFF2-40B4-BE49-F238E27FC236}">
                <a16:creationId xmlns:a16="http://schemas.microsoft.com/office/drawing/2014/main" id="{4D37AC2D-4114-E3D8-C113-AB338C3543CD}"/>
              </a:ext>
            </a:extLst>
          </p:cNvPr>
          <p:cNvSpPr/>
          <p:nvPr/>
        </p:nvSpPr>
        <p:spPr>
          <a:xfrm>
            <a:off x="3607412" y="5741569"/>
            <a:ext cx="5366033" cy="700011"/>
          </a:xfrm>
          <a:custGeom>
            <a:avLst/>
            <a:gdLst/>
            <a:ahLst/>
            <a:cxnLst/>
            <a:rect l="l" t="t" r="r" b="b"/>
            <a:pathLst>
              <a:path w="17328" h="2863" extrusionOk="0">
                <a:moveTo>
                  <a:pt x="1432" y="1"/>
                </a:moveTo>
                <a:cubicBezTo>
                  <a:pt x="641" y="1"/>
                  <a:pt x="1" y="641"/>
                  <a:pt x="2" y="1431"/>
                </a:cubicBezTo>
                <a:cubicBezTo>
                  <a:pt x="1" y="2222"/>
                  <a:pt x="641" y="2861"/>
                  <a:pt x="1432" y="2862"/>
                </a:cubicBezTo>
                <a:lnTo>
                  <a:pt x="15897" y="2862"/>
                </a:lnTo>
                <a:cubicBezTo>
                  <a:pt x="16687" y="2861"/>
                  <a:pt x="17327" y="2222"/>
                  <a:pt x="17327" y="1431"/>
                </a:cubicBezTo>
                <a:cubicBezTo>
                  <a:pt x="17327" y="641"/>
                  <a:pt x="16687" y="1"/>
                  <a:pt x="15897" y="1"/>
                </a:cubicBezTo>
                <a:close/>
              </a:path>
            </a:pathLst>
          </a:custGeom>
          <a:noFill/>
          <a:ln w="9525" cap="flat" cmpd="sng">
            <a:solidFill>
              <a:srgbClr val="E3E9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DDF51FB4-8A0B-AF68-7E2B-E695CE0483B9}"/>
              </a:ext>
            </a:extLst>
          </p:cNvPr>
          <p:cNvSpPr txBox="1"/>
          <p:nvPr/>
        </p:nvSpPr>
        <p:spPr>
          <a:xfrm>
            <a:off x="4495353" y="5985463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Plataformas</a:t>
            </a:r>
          </a:p>
        </p:txBody>
      </p:sp>
      <p:sp>
        <p:nvSpPr>
          <p:cNvPr id="120" name="Google Shape;5080;p69">
            <a:extLst>
              <a:ext uri="{FF2B5EF4-FFF2-40B4-BE49-F238E27FC236}">
                <a16:creationId xmlns:a16="http://schemas.microsoft.com/office/drawing/2014/main" id="{C1953BEC-D021-F045-B524-3C85A59E712F}"/>
              </a:ext>
            </a:extLst>
          </p:cNvPr>
          <p:cNvSpPr/>
          <p:nvPr/>
        </p:nvSpPr>
        <p:spPr>
          <a:xfrm>
            <a:off x="3762669" y="5398441"/>
            <a:ext cx="289424" cy="253020"/>
          </a:xfrm>
          <a:custGeom>
            <a:avLst/>
            <a:gdLst/>
            <a:ahLst/>
            <a:cxnLst/>
            <a:rect l="l" t="t" r="r" b="b"/>
            <a:pathLst>
              <a:path w="2664" h="2563" extrusionOk="0">
                <a:moveTo>
                  <a:pt x="1382" y="1"/>
                </a:moveTo>
                <a:cubicBezTo>
                  <a:pt x="864" y="1"/>
                  <a:pt x="398" y="313"/>
                  <a:pt x="199" y="792"/>
                </a:cubicBezTo>
                <a:cubicBezTo>
                  <a:pt x="0" y="1270"/>
                  <a:pt x="109" y="1821"/>
                  <a:pt x="476" y="2188"/>
                </a:cubicBezTo>
                <a:cubicBezTo>
                  <a:pt x="721" y="2433"/>
                  <a:pt x="1048" y="2563"/>
                  <a:pt x="1381" y="2563"/>
                </a:cubicBezTo>
                <a:cubicBezTo>
                  <a:pt x="1547" y="2563"/>
                  <a:pt x="1713" y="2531"/>
                  <a:pt x="1872" y="2465"/>
                </a:cubicBezTo>
                <a:cubicBezTo>
                  <a:pt x="2351" y="2268"/>
                  <a:pt x="2663" y="1800"/>
                  <a:pt x="2663" y="1282"/>
                </a:cubicBezTo>
                <a:cubicBezTo>
                  <a:pt x="2663" y="574"/>
                  <a:pt x="2090" y="1"/>
                  <a:pt x="1382" y="1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5080;p69">
            <a:extLst>
              <a:ext uri="{FF2B5EF4-FFF2-40B4-BE49-F238E27FC236}">
                <a16:creationId xmlns:a16="http://schemas.microsoft.com/office/drawing/2014/main" id="{BDED12C4-5076-BEBA-2C46-4D6F14E89A11}"/>
              </a:ext>
            </a:extLst>
          </p:cNvPr>
          <p:cNvSpPr/>
          <p:nvPr/>
        </p:nvSpPr>
        <p:spPr>
          <a:xfrm>
            <a:off x="3788870" y="5965064"/>
            <a:ext cx="289424" cy="253020"/>
          </a:xfrm>
          <a:custGeom>
            <a:avLst/>
            <a:gdLst/>
            <a:ahLst/>
            <a:cxnLst/>
            <a:rect l="l" t="t" r="r" b="b"/>
            <a:pathLst>
              <a:path w="2664" h="2563" extrusionOk="0">
                <a:moveTo>
                  <a:pt x="1382" y="1"/>
                </a:moveTo>
                <a:cubicBezTo>
                  <a:pt x="864" y="1"/>
                  <a:pt x="398" y="313"/>
                  <a:pt x="199" y="792"/>
                </a:cubicBezTo>
                <a:cubicBezTo>
                  <a:pt x="0" y="1270"/>
                  <a:pt x="109" y="1821"/>
                  <a:pt x="476" y="2188"/>
                </a:cubicBezTo>
                <a:cubicBezTo>
                  <a:pt x="721" y="2433"/>
                  <a:pt x="1048" y="2563"/>
                  <a:pt x="1381" y="2563"/>
                </a:cubicBezTo>
                <a:cubicBezTo>
                  <a:pt x="1547" y="2563"/>
                  <a:pt x="1713" y="2531"/>
                  <a:pt x="1872" y="2465"/>
                </a:cubicBezTo>
                <a:cubicBezTo>
                  <a:pt x="2351" y="2268"/>
                  <a:pt x="2663" y="1800"/>
                  <a:pt x="2663" y="1282"/>
                </a:cubicBezTo>
                <a:cubicBezTo>
                  <a:pt x="2663" y="574"/>
                  <a:pt x="2090" y="1"/>
                  <a:pt x="1382" y="1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Rectángulo: esquinas redondeadas 121">
            <a:extLst>
              <a:ext uri="{FF2B5EF4-FFF2-40B4-BE49-F238E27FC236}">
                <a16:creationId xmlns:a16="http://schemas.microsoft.com/office/drawing/2014/main" id="{194A9A27-71EA-D9E9-F1AD-11A331A1DC40}"/>
              </a:ext>
            </a:extLst>
          </p:cNvPr>
          <p:cNvSpPr/>
          <p:nvPr/>
        </p:nvSpPr>
        <p:spPr>
          <a:xfrm>
            <a:off x="6153142" y="5456852"/>
            <a:ext cx="223085" cy="1517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932CAD6D-AE29-2F09-5AAF-D6EFB61EE7D1}"/>
              </a:ext>
            </a:extLst>
          </p:cNvPr>
          <p:cNvSpPr/>
          <p:nvPr/>
        </p:nvSpPr>
        <p:spPr>
          <a:xfrm>
            <a:off x="7630552" y="5449054"/>
            <a:ext cx="223085" cy="15179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4" name="Rectángulo: esquinas redondeadas 123">
            <a:extLst>
              <a:ext uri="{FF2B5EF4-FFF2-40B4-BE49-F238E27FC236}">
                <a16:creationId xmlns:a16="http://schemas.microsoft.com/office/drawing/2014/main" id="{AFD919D0-A7E7-7580-9CE6-1F0A73E6C9CB}"/>
              </a:ext>
            </a:extLst>
          </p:cNvPr>
          <p:cNvSpPr/>
          <p:nvPr/>
        </p:nvSpPr>
        <p:spPr>
          <a:xfrm>
            <a:off x="7075729" y="5390434"/>
            <a:ext cx="223085" cy="15179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5" name="Rectángulo: esquinas redondeadas 124">
            <a:extLst>
              <a:ext uri="{FF2B5EF4-FFF2-40B4-BE49-F238E27FC236}">
                <a16:creationId xmlns:a16="http://schemas.microsoft.com/office/drawing/2014/main" id="{E0406CAA-B487-0010-CC97-C306173798D6}"/>
              </a:ext>
            </a:extLst>
          </p:cNvPr>
          <p:cNvSpPr/>
          <p:nvPr/>
        </p:nvSpPr>
        <p:spPr>
          <a:xfrm>
            <a:off x="6782807" y="5499668"/>
            <a:ext cx="223085" cy="151793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99E8E60A-7901-7AF6-F57A-9FA1A78FFC16}"/>
              </a:ext>
            </a:extLst>
          </p:cNvPr>
          <p:cNvSpPr/>
          <p:nvPr/>
        </p:nvSpPr>
        <p:spPr>
          <a:xfrm>
            <a:off x="8024587" y="5405729"/>
            <a:ext cx="223085" cy="151793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7" name="Rectángulo: esquinas redondeadas 126">
            <a:extLst>
              <a:ext uri="{FF2B5EF4-FFF2-40B4-BE49-F238E27FC236}">
                <a16:creationId xmlns:a16="http://schemas.microsoft.com/office/drawing/2014/main" id="{6423409A-B064-C71D-572A-E4923C352F53}"/>
              </a:ext>
            </a:extLst>
          </p:cNvPr>
          <p:cNvSpPr/>
          <p:nvPr/>
        </p:nvSpPr>
        <p:spPr>
          <a:xfrm>
            <a:off x="6782807" y="5975161"/>
            <a:ext cx="223085" cy="1517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EC95218C-0D95-338E-C00E-3BA0516DB916}"/>
              </a:ext>
            </a:extLst>
          </p:cNvPr>
          <p:cNvSpPr/>
          <p:nvPr/>
        </p:nvSpPr>
        <p:spPr>
          <a:xfrm>
            <a:off x="6935207" y="6127561"/>
            <a:ext cx="223085" cy="1517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9" name="Rectángulo: esquinas redondeadas 128">
            <a:extLst>
              <a:ext uri="{FF2B5EF4-FFF2-40B4-BE49-F238E27FC236}">
                <a16:creationId xmlns:a16="http://schemas.microsoft.com/office/drawing/2014/main" id="{D4147952-227A-9880-50FC-BD11FB35F6E6}"/>
              </a:ext>
            </a:extLst>
          </p:cNvPr>
          <p:cNvSpPr/>
          <p:nvPr/>
        </p:nvSpPr>
        <p:spPr>
          <a:xfrm>
            <a:off x="7087607" y="6279961"/>
            <a:ext cx="223085" cy="1517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0" name="Rectángulo: esquinas redondeadas 129">
            <a:extLst>
              <a:ext uri="{FF2B5EF4-FFF2-40B4-BE49-F238E27FC236}">
                <a16:creationId xmlns:a16="http://schemas.microsoft.com/office/drawing/2014/main" id="{FE281A26-949A-1611-C96E-D0FF55F1DEDD}"/>
              </a:ext>
            </a:extLst>
          </p:cNvPr>
          <p:cNvSpPr/>
          <p:nvPr/>
        </p:nvSpPr>
        <p:spPr>
          <a:xfrm>
            <a:off x="7560715" y="6015677"/>
            <a:ext cx="223085" cy="151793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1" name="Rectángulo: esquinas redondeadas 130">
            <a:extLst>
              <a:ext uri="{FF2B5EF4-FFF2-40B4-BE49-F238E27FC236}">
                <a16:creationId xmlns:a16="http://schemas.microsoft.com/office/drawing/2014/main" id="{64357AC1-2F23-7B7D-A500-4C0E6BEBDBEB}"/>
              </a:ext>
            </a:extLst>
          </p:cNvPr>
          <p:cNvSpPr/>
          <p:nvPr/>
        </p:nvSpPr>
        <p:spPr>
          <a:xfrm>
            <a:off x="7713115" y="6168077"/>
            <a:ext cx="223085" cy="151793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2" name="Rectángulo: esquinas redondeadas 131">
            <a:extLst>
              <a:ext uri="{FF2B5EF4-FFF2-40B4-BE49-F238E27FC236}">
                <a16:creationId xmlns:a16="http://schemas.microsoft.com/office/drawing/2014/main" id="{0548D0CB-B4A7-6652-E9BF-86201E1AE26E}"/>
              </a:ext>
            </a:extLst>
          </p:cNvPr>
          <p:cNvSpPr/>
          <p:nvPr/>
        </p:nvSpPr>
        <p:spPr>
          <a:xfrm>
            <a:off x="5956281" y="5841482"/>
            <a:ext cx="223085" cy="151793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3" name="Rectángulo: esquinas redondeadas 132">
            <a:extLst>
              <a:ext uri="{FF2B5EF4-FFF2-40B4-BE49-F238E27FC236}">
                <a16:creationId xmlns:a16="http://schemas.microsoft.com/office/drawing/2014/main" id="{4E581B99-2489-7C50-E355-107ECA336388}"/>
              </a:ext>
            </a:extLst>
          </p:cNvPr>
          <p:cNvSpPr/>
          <p:nvPr/>
        </p:nvSpPr>
        <p:spPr>
          <a:xfrm>
            <a:off x="6108681" y="5993882"/>
            <a:ext cx="223085" cy="151793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CF1ECBE8-C24E-8E35-D538-F811DB22F9FF}"/>
              </a:ext>
            </a:extLst>
          </p:cNvPr>
          <p:cNvSpPr/>
          <p:nvPr/>
        </p:nvSpPr>
        <p:spPr>
          <a:xfrm>
            <a:off x="6261081" y="6146282"/>
            <a:ext cx="223085" cy="151793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5" name="Rectángulo: esquinas redondeadas 134">
            <a:extLst>
              <a:ext uri="{FF2B5EF4-FFF2-40B4-BE49-F238E27FC236}">
                <a16:creationId xmlns:a16="http://schemas.microsoft.com/office/drawing/2014/main" id="{7387CEF7-2E77-F063-BC69-5C05790B9F2E}"/>
              </a:ext>
            </a:extLst>
          </p:cNvPr>
          <p:cNvSpPr/>
          <p:nvPr/>
        </p:nvSpPr>
        <p:spPr>
          <a:xfrm>
            <a:off x="6413481" y="6298682"/>
            <a:ext cx="223085" cy="151793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6" name="Rectángulo: esquinas redondeadas 135">
            <a:extLst>
              <a:ext uri="{FF2B5EF4-FFF2-40B4-BE49-F238E27FC236}">
                <a16:creationId xmlns:a16="http://schemas.microsoft.com/office/drawing/2014/main" id="{9FDD139B-37C6-9564-4D9A-7507F12E2188}"/>
              </a:ext>
            </a:extLst>
          </p:cNvPr>
          <p:cNvSpPr/>
          <p:nvPr/>
        </p:nvSpPr>
        <p:spPr>
          <a:xfrm>
            <a:off x="8074680" y="5925771"/>
            <a:ext cx="223085" cy="15179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7" name="Rectángulo: esquinas redondeadas 136">
            <a:extLst>
              <a:ext uri="{FF2B5EF4-FFF2-40B4-BE49-F238E27FC236}">
                <a16:creationId xmlns:a16="http://schemas.microsoft.com/office/drawing/2014/main" id="{F5E123F5-D950-7115-9A95-3B5B26D5859D}"/>
              </a:ext>
            </a:extLst>
          </p:cNvPr>
          <p:cNvSpPr/>
          <p:nvPr/>
        </p:nvSpPr>
        <p:spPr>
          <a:xfrm>
            <a:off x="8227080" y="6078171"/>
            <a:ext cx="223085" cy="15179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8" name="Rectángulo: esquinas redondeadas 137">
            <a:extLst>
              <a:ext uri="{FF2B5EF4-FFF2-40B4-BE49-F238E27FC236}">
                <a16:creationId xmlns:a16="http://schemas.microsoft.com/office/drawing/2014/main" id="{5B7387B9-776A-02FF-181F-D3855BEB0727}"/>
              </a:ext>
            </a:extLst>
          </p:cNvPr>
          <p:cNvSpPr/>
          <p:nvPr/>
        </p:nvSpPr>
        <p:spPr>
          <a:xfrm>
            <a:off x="8379480" y="6230571"/>
            <a:ext cx="223085" cy="15179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9" name="Rectángulo: esquinas redondeadas 138">
            <a:extLst>
              <a:ext uri="{FF2B5EF4-FFF2-40B4-BE49-F238E27FC236}">
                <a16:creationId xmlns:a16="http://schemas.microsoft.com/office/drawing/2014/main" id="{F0676804-6F20-D510-A9CF-F0558A982E20}"/>
              </a:ext>
            </a:extLst>
          </p:cNvPr>
          <p:cNvSpPr/>
          <p:nvPr/>
        </p:nvSpPr>
        <p:spPr>
          <a:xfrm>
            <a:off x="6446064" y="5373157"/>
            <a:ext cx="223085" cy="15179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0" name="Rectángulo: esquinas redondeadas 139">
            <a:extLst>
              <a:ext uri="{FF2B5EF4-FFF2-40B4-BE49-F238E27FC236}">
                <a16:creationId xmlns:a16="http://schemas.microsoft.com/office/drawing/2014/main" id="{F3237798-5FAC-1DAA-A3DD-B16ACB3E9587}"/>
              </a:ext>
            </a:extLst>
          </p:cNvPr>
          <p:cNvSpPr/>
          <p:nvPr/>
        </p:nvSpPr>
        <p:spPr>
          <a:xfrm>
            <a:off x="7351013" y="5443628"/>
            <a:ext cx="223085" cy="151793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5541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6" name="Google Shape;13870;p77">
            <a:extLst>
              <a:ext uri="{FF2B5EF4-FFF2-40B4-BE49-F238E27FC236}">
                <a16:creationId xmlns:a16="http://schemas.microsoft.com/office/drawing/2014/main" id="{FD81ABF8-FEED-7CC8-77EB-E7DA691E0A9E}"/>
              </a:ext>
            </a:extLst>
          </p:cNvPr>
          <p:cNvGrpSpPr/>
          <p:nvPr/>
        </p:nvGrpSpPr>
        <p:grpSpPr>
          <a:xfrm>
            <a:off x="827971" y="1384710"/>
            <a:ext cx="607560" cy="588807"/>
            <a:chOff x="-62496925" y="1931475"/>
            <a:chExt cx="275675" cy="316825"/>
          </a:xfrm>
          <a:solidFill>
            <a:srgbClr val="FF0000"/>
          </a:solidFill>
        </p:grpSpPr>
        <p:sp>
          <p:nvSpPr>
            <p:cNvPr id="7" name="Google Shape;13871;p77">
              <a:extLst>
                <a:ext uri="{FF2B5EF4-FFF2-40B4-BE49-F238E27FC236}">
                  <a16:creationId xmlns:a16="http://schemas.microsoft.com/office/drawing/2014/main" id="{BAB9756C-E303-9FD5-6A87-C71917B7BCFB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13872;p77">
              <a:extLst>
                <a:ext uri="{FF2B5EF4-FFF2-40B4-BE49-F238E27FC236}">
                  <a16:creationId xmlns:a16="http://schemas.microsoft.com/office/drawing/2014/main" id="{AB9649B4-3F61-8BA1-A230-BCBB96FD7C6C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DCA6A29-D503-6FF7-5CB0-AEA405359706}"/>
              </a:ext>
            </a:extLst>
          </p:cNvPr>
          <p:cNvSpPr txBox="1"/>
          <p:nvPr/>
        </p:nvSpPr>
        <p:spPr>
          <a:xfrm>
            <a:off x="425048" y="1958561"/>
            <a:ext cx="1389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Ciberseguridad</a:t>
            </a:r>
            <a:endParaRPr lang="es-PE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9E9502C-19C4-81C4-58A9-AFB72E56265F}"/>
              </a:ext>
            </a:extLst>
          </p:cNvPr>
          <p:cNvSpPr txBox="1"/>
          <p:nvPr/>
        </p:nvSpPr>
        <p:spPr>
          <a:xfrm>
            <a:off x="131917" y="6409401"/>
            <a:ext cx="774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Verizon</a:t>
            </a:r>
            <a:endParaRPr lang="es-PE" sz="1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741946C-11DA-98C6-9240-EE3BF8145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12" y="1480473"/>
            <a:ext cx="5210175" cy="77152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964A96B-4A41-6F62-38FC-88D529568D90}"/>
              </a:ext>
            </a:extLst>
          </p:cNvPr>
          <p:cNvSpPr txBox="1"/>
          <p:nvPr/>
        </p:nvSpPr>
        <p:spPr>
          <a:xfrm>
            <a:off x="3490912" y="2266338"/>
            <a:ext cx="12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Financiero</a:t>
            </a:r>
            <a:endParaRPr lang="es-PE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B12DF1-D167-7167-2203-1A5DC1E354C3}"/>
              </a:ext>
            </a:extLst>
          </p:cNvPr>
          <p:cNvSpPr txBox="1"/>
          <p:nvPr/>
        </p:nvSpPr>
        <p:spPr>
          <a:xfrm>
            <a:off x="5739188" y="2266338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Salud</a:t>
            </a:r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2267F3-2D53-9135-3FCE-4980511FD406}"/>
              </a:ext>
            </a:extLst>
          </p:cNvPr>
          <p:cNvSpPr txBox="1"/>
          <p:nvPr/>
        </p:nvSpPr>
        <p:spPr>
          <a:xfrm>
            <a:off x="7322182" y="2266338"/>
            <a:ext cx="1640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Sector Público</a:t>
            </a:r>
            <a:endParaRPr lang="es-PE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2BB82D2-B10F-C50B-9D48-881DFF81B174}"/>
              </a:ext>
            </a:extLst>
          </p:cNvPr>
          <p:cNvSpPr/>
          <p:nvPr/>
        </p:nvSpPr>
        <p:spPr>
          <a:xfrm>
            <a:off x="4813865" y="3357510"/>
            <a:ext cx="2566220" cy="2280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70 – 80%</a:t>
            </a:r>
            <a:endParaRPr lang="es-PE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B31FE8D-2E6C-4CDC-BE12-83645391E6C9}"/>
              </a:ext>
            </a:extLst>
          </p:cNvPr>
          <p:cNvSpPr/>
          <p:nvPr/>
        </p:nvSpPr>
        <p:spPr>
          <a:xfrm>
            <a:off x="3822358" y="5138843"/>
            <a:ext cx="1551946" cy="1424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10 – 20%</a:t>
            </a:r>
            <a:endParaRPr lang="es-PE" sz="160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C113492-CD9F-EC99-BDEA-A007695395DC}"/>
              </a:ext>
            </a:extLst>
          </p:cNvPr>
          <p:cNvSpPr/>
          <p:nvPr/>
        </p:nvSpPr>
        <p:spPr>
          <a:xfrm>
            <a:off x="6653168" y="5377527"/>
            <a:ext cx="1076632" cy="9429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&lt;5%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29922EA-B177-C1DB-2BD4-0ED7BB742A80}"/>
              </a:ext>
            </a:extLst>
          </p:cNvPr>
          <p:cNvSpPr txBox="1"/>
          <p:nvPr/>
        </p:nvSpPr>
        <p:spPr>
          <a:xfrm>
            <a:off x="7469478" y="4217313"/>
            <a:ext cx="2309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Objetivos financieros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88E071F-E85C-3E6C-C670-3643878E781E}"/>
              </a:ext>
            </a:extLst>
          </p:cNvPr>
          <p:cNvSpPr txBox="1"/>
          <p:nvPr/>
        </p:nvSpPr>
        <p:spPr>
          <a:xfrm>
            <a:off x="7807636" y="5656819"/>
            <a:ext cx="205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Diversión, pruebas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BB117A9-FE72-5F66-9E78-D59B62B6E804}"/>
              </a:ext>
            </a:extLst>
          </p:cNvPr>
          <p:cNvSpPr txBox="1"/>
          <p:nvPr/>
        </p:nvSpPr>
        <p:spPr>
          <a:xfrm>
            <a:off x="2608824" y="5664345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Espionaje</a:t>
            </a:r>
            <a:endParaRPr lang="es-PE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2444B4B-CB3F-C11A-8568-37A4A059382D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112848" y="2635670"/>
            <a:ext cx="0" cy="465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BCA1D3B-BEED-3142-6DCD-26195D8CF04B}"/>
              </a:ext>
            </a:extLst>
          </p:cNvPr>
          <p:cNvCxnSpPr/>
          <p:nvPr/>
        </p:nvCxnSpPr>
        <p:spPr>
          <a:xfrm flipV="1">
            <a:off x="7191484" y="2772697"/>
            <a:ext cx="616152" cy="656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3981C6D-51C2-F019-1934-BC507EA6D902}"/>
              </a:ext>
            </a:extLst>
          </p:cNvPr>
          <p:cNvCxnSpPr>
            <a:cxnSpLocks/>
          </p:cNvCxnSpPr>
          <p:nvPr/>
        </p:nvCxnSpPr>
        <p:spPr>
          <a:xfrm flipH="1" flipV="1">
            <a:off x="4386314" y="2761635"/>
            <a:ext cx="694817" cy="656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62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AB0954-1605-929D-6910-FB156BE26AF3}"/>
              </a:ext>
            </a:extLst>
          </p:cNvPr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E7D7C7-1F3A-D3E9-53F9-EF6F499F436C}"/>
              </a:ext>
            </a:extLst>
          </p:cNvPr>
          <p:cNvSpPr txBox="1"/>
          <p:nvPr/>
        </p:nvSpPr>
        <p:spPr>
          <a:xfrm>
            <a:off x="1900509" y="138471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B58E2DA-F71F-4530-B77C-1310B7F38E38}"/>
              </a:ext>
            </a:extLst>
          </p:cNvPr>
          <p:cNvSpPr txBox="1"/>
          <p:nvPr/>
        </p:nvSpPr>
        <p:spPr>
          <a:xfrm>
            <a:off x="1896695" y="3531664"/>
            <a:ext cx="1467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Impacto en </a:t>
            </a:r>
          </a:p>
          <a:p>
            <a:r>
              <a:rPr lang="es-ES" b="1" dirty="0">
                <a:solidFill>
                  <a:srgbClr val="0000CC"/>
                </a:solidFill>
              </a:rPr>
              <a:t>el negocio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49DBBED-4DE1-7FF5-9506-6B36A750C8B9}"/>
              </a:ext>
            </a:extLst>
          </p:cNvPr>
          <p:cNvSpPr txBox="1"/>
          <p:nvPr/>
        </p:nvSpPr>
        <p:spPr>
          <a:xfrm>
            <a:off x="1896695" y="5678618"/>
            <a:ext cx="115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Los retos</a:t>
            </a:r>
            <a:endParaRPr lang="es-PE" b="1" dirty="0">
              <a:solidFill>
                <a:srgbClr val="0000CC"/>
              </a:solidFill>
            </a:endParaRPr>
          </a:p>
        </p:txBody>
      </p:sp>
      <p:grpSp>
        <p:nvGrpSpPr>
          <p:cNvPr id="10" name="Google Shape;13870;p77">
            <a:extLst>
              <a:ext uri="{FF2B5EF4-FFF2-40B4-BE49-F238E27FC236}">
                <a16:creationId xmlns:a16="http://schemas.microsoft.com/office/drawing/2014/main" id="{06A5A95F-31DE-3FD9-93F6-77A05B44E767}"/>
              </a:ext>
            </a:extLst>
          </p:cNvPr>
          <p:cNvGrpSpPr/>
          <p:nvPr/>
        </p:nvGrpSpPr>
        <p:grpSpPr>
          <a:xfrm>
            <a:off x="827971" y="1384710"/>
            <a:ext cx="607560" cy="588807"/>
            <a:chOff x="-62496925" y="1931475"/>
            <a:chExt cx="275675" cy="316825"/>
          </a:xfrm>
          <a:solidFill>
            <a:srgbClr val="FF0000"/>
          </a:solidFill>
        </p:grpSpPr>
        <p:sp>
          <p:nvSpPr>
            <p:cNvPr id="11" name="Google Shape;13871;p77">
              <a:extLst>
                <a:ext uri="{FF2B5EF4-FFF2-40B4-BE49-F238E27FC236}">
                  <a16:creationId xmlns:a16="http://schemas.microsoft.com/office/drawing/2014/main" id="{9EA4E188-E5F0-7640-CE27-CD77D43699A4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3872;p77">
              <a:extLst>
                <a:ext uri="{FF2B5EF4-FFF2-40B4-BE49-F238E27FC236}">
                  <a16:creationId xmlns:a16="http://schemas.microsoft.com/office/drawing/2014/main" id="{FA0FCEE4-CC4F-43E1-D530-E6708CA2C35B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201DA35-4F8D-B379-0423-4E389099CCBF}"/>
              </a:ext>
            </a:extLst>
          </p:cNvPr>
          <p:cNvSpPr txBox="1"/>
          <p:nvPr/>
        </p:nvSpPr>
        <p:spPr>
          <a:xfrm>
            <a:off x="425048" y="1958561"/>
            <a:ext cx="1389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Ciberseguridad</a:t>
            </a:r>
            <a:endParaRPr lang="es-PE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813FFEB-4891-20DB-3B1C-211B573F15A6}"/>
              </a:ext>
            </a:extLst>
          </p:cNvPr>
          <p:cNvSpPr txBox="1"/>
          <p:nvPr/>
        </p:nvSpPr>
        <p:spPr>
          <a:xfrm>
            <a:off x="3507588" y="2184681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Tecnología</a:t>
            </a:r>
          </a:p>
        </p:txBody>
      </p:sp>
      <p:grpSp>
        <p:nvGrpSpPr>
          <p:cNvPr id="15" name="Google Shape;5009;p69">
            <a:extLst>
              <a:ext uri="{FF2B5EF4-FFF2-40B4-BE49-F238E27FC236}">
                <a16:creationId xmlns:a16="http://schemas.microsoft.com/office/drawing/2014/main" id="{CFB4569E-0014-7A55-B961-785910C1765E}"/>
              </a:ext>
            </a:extLst>
          </p:cNvPr>
          <p:cNvGrpSpPr/>
          <p:nvPr/>
        </p:nvGrpSpPr>
        <p:grpSpPr>
          <a:xfrm rot="3382375">
            <a:off x="4327205" y="1647087"/>
            <a:ext cx="1138161" cy="1073839"/>
            <a:chOff x="4815575" y="1416800"/>
            <a:chExt cx="73750" cy="71400"/>
          </a:xfrm>
        </p:grpSpPr>
        <p:sp>
          <p:nvSpPr>
            <p:cNvPr id="16" name="Google Shape;5010;p69">
              <a:extLst>
                <a:ext uri="{FF2B5EF4-FFF2-40B4-BE49-F238E27FC236}">
                  <a16:creationId xmlns:a16="http://schemas.microsoft.com/office/drawing/2014/main" id="{5115C8E3-0FDA-9769-D27A-FF49E04450FB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011;p69">
              <a:extLst>
                <a:ext uri="{FF2B5EF4-FFF2-40B4-BE49-F238E27FC236}">
                  <a16:creationId xmlns:a16="http://schemas.microsoft.com/office/drawing/2014/main" id="{C21BA7F3-EAF3-4B48-46C7-C54C9B751186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012;p69">
              <a:extLst>
                <a:ext uri="{FF2B5EF4-FFF2-40B4-BE49-F238E27FC236}">
                  <a16:creationId xmlns:a16="http://schemas.microsoft.com/office/drawing/2014/main" id="{CB56E01B-6C04-6CE7-5E80-F9707A950569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27860D0-72A9-2B13-DED9-C3ED8B937B87}"/>
              </a:ext>
            </a:extLst>
          </p:cNvPr>
          <p:cNvSpPr txBox="1"/>
          <p:nvPr/>
        </p:nvSpPr>
        <p:spPr>
          <a:xfrm>
            <a:off x="5436797" y="2184681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Personas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BEAD2C0-3D60-0702-8892-C278448DB002}"/>
              </a:ext>
            </a:extLst>
          </p:cNvPr>
          <p:cNvSpPr txBox="1"/>
          <p:nvPr/>
        </p:nvSpPr>
        <p:spPr>
          <a:xfrm>
            <a:off x="4554664" y="1436932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Riesgos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AB7D3A8-1B4C-C6A5-1BB9-0ADC5BA2986D}"/>
              </a:ext>
            </a:extLst>
          </p:cNvPr>
          <p:cNvSpPr txBox="1"/>
          <p:nvPr/>
        </p:nvSpPr>
        <p:spPr>
          <a:xfrm>
            <a:off x="7240510" y="1318795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Phishing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ECB8D8D-C11B-F5C6-83A4-3E52D2E0054F}"/>
              </a:ext>
            </a:extLst>
          </p:cNvPr>
          <p:cNvSpPr txBox="1"/>
          <p:nvPr/>
        </p:nvSpPr>
        <p:spPr>
          <a:xfrm>
            <a:off x="7240510" y="1677773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Malware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0C31FF6-E8AE-7C45-4519-00E3F4195FDA}"/>
              </a:ext>
            </a:extLst>
          </p:cNvPr>
          <p:cNvSpPr txBox="1"/>
          <p:nvPr/>
        </p:nvSpPr>
        <p:spPr>
          <a:xfrm>
            <a:off x="7240510" y="2036751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DDoS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AA72445-F943-3FAA-D747-E7E111FC24E2}"/>
              </a:ext>
            </a:extLst>
          </p:cNvPr>
          <p:cNvSpPr txBox="1"/>
          <p:nvPr/>
        </p:nvSpPr>
        <p:spPr>
          <a:xfrm>
            <a:off x="7240510" y="2395729"/>
            <a:ext cx="795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A.F.Bruta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DD98312-269A-E10A-0A6D-DC1EA79CF967}"/>
              </a:ext>
            </a:extLst>
          </p:cNvPr>
          <p:cNvSpPr txBox="1"/>
          <p:nvPr/>
        </p:nvSpPr>
        <p:spPr>
          <a:xfrm>
            <a:off x="7240510" y="2754708"/>
            <a:ext cx="1053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Acceso Físico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1321ED8-4A3C-21ED-DDA4-E86473DE7A1B}"/>
              </a:ext>
            </a:extLst>
          </p:cNvPr>
          <p:cNvSpPr txBox="1"/>
          <p:nvPr/>
        </p:nvSpPr>
        <p:spPr>
          <a:xfrm>
            <a:off x="3961169" y="3654842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Robo de información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C1C8F2A-10F0-F8DA-2F40-EF2BE6FADA38}"/>
              </a:ext>
            </a:extLst>
          </p:cNvPr>
          <p:cNvSpPr txBox="1"/>
          <p:nvPr/>
        </p:nvSpPr>
        <p:spPr>
          <a:xfrm>
            <a:off x="5671432" y="3654842"/>
            <a:ext cx="18886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Impacto en las operaciones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C6B7036-E0B9-6022-DD92-B67E02438757}"/>
              </a:ext>
            </a:extLst>
          </p:cNvPr>
          <p:cNvSpPr txBox="1"/>
          <p:nvPr/>
        </p:nvSpPr>
        <p:spPr>
          <a:xfrm>
            <a:off x="7767257" y="3654842"/>
            <a:ext cx="13580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Pérdida de imagen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4666EE5-FBC7-7473-051B-48A5721FF30F}"/>
              </a:ext>
            </a:extLst>
          </p:cNvPr>
          <p:cNvSpPr txBox="1"/>
          <p:nvPr/>
        </p:nvSpPr>
        <p:spPr>
          <a:xfrm>
            <a:off x="9332487" y="3654842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Impacto legal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629B205-6BF8-4DB6-3B14-F36AABDADD61}"/>
              </a:ext>
            </a:extLst>
          </p:cNvPr>
          <p:cNvSpPr txBox="1"/>
          <p:nvPr/>
        </p:nvSpPr>
        <p:spPr>
          <a:xfrm>
            <a:off x="3923197" y="4701495"/>
            <a:ext cx="24994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Mercado de la Seguridad Informática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980CB99-5BA3-0CAE-641F-F47969B96BA2}"/>
              </a:ext>
            </a:extLst>
          </p:cNvPr>
          <p:cNvSpPr txBox="1"/>
          <p:nvPr/>
        </p:nvSpPr>
        <p:spPr>
          <a:xfrm>
            <a:off x="3102696" y="5093843"/>
            <a:ext cx="13863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/>
              <a:t>Incremento de </a:t>
            </a:r>
          </a:p>
          <a:p>
            <a:pPr algn="ctr"/>
            <a:r>
              <a:rPr lang="es-ES" sz="1400" dirty="0"/>
              <a:t>Inversiones</a:t>
            </a:r>
          </a:p>
          <a:p>
            <a:pPr algn="ctr"/>
            <a:r>
              <a:rPr lang="es-ES" sz="1400" dirty="0"/>
              <a:t>+ 10% </a:t>
            </a:r>
          </a:p>
          <a:p>
            <a:pPr algn="ctr"/>
            <a:r>
              <a:rPr lang="es-ES" sz="1400" dirty="0"/>
              <a:t>por año</a:t>
            </a:r>
            <a:endParaRPr lang="es-PE" sz="14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E02F2D2-F821-0581-AACC-38D9DF10059C}"/>
              </a:ext>
            </a:extLst>
          </p:cNvPr>
          <p:cNvSpPr txBox="1"/>
          <p:nvPr/>
        </p:nvSpPr>
        <p:spPr>
          <a:xfrm>
            <a:off x="5671432" y="5664619"/>
            <a:ext cx="13366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/>
              <a:t>Incremento de</a:t>
            </a:r>
          </a:p>
          <a:p>
            <a:pPr algn="ctr"/>
            <a:r>
              <a:rPr lang="es-ES" sz="1400" dirty="0"/>
              <a:t>Amenazas</a:t>
            </a:r>
          </a:p>
          <a:p>
            <a:pPr algn="ctr"/>
            <a:r>
              <a:rPr lang="es-ES" sz="1400" dirty="0"/>
              <a:t>+ 100% </a:t>
            </a:r>
          </a:p>
          <a:p>
            <a:pPr algn="ctr"/>
            <a:r>
              <a:rPr lang="es-ES" sz="1400" dirty="0"/>
              <a:t>por año</a:t>
            </a:r>
            <a:endParaRPr lang="es-PE" sz="1400" dirty="0"/>
          </a:p>
        </p:txBody>
      </p:sp>
      <p:sp>
        <p:nvSpPr>
          <p:cNvPr id="33" name="Cerrar llave 32">
            <a:extLst>
              <a:ext uri="{FF2B5EF4-FFF2-40B4-BE49-F238E27FC236}">
                <a16:creationId xmlns:a16="http://schemas.microsoft.com/office/drawing/2014/main" id="{C04A608D-903D-BF01-65E2-35247FA34221}"/>
              </a:ext>
            </a:extLst>
          </p:cNvPr>
          <p:cNvSpPr/>
          <p:nvPr/>
        </p:nvSpPr>
        <p:spPr>
          <a:xfrm>
            <a:off x="7008080" y="5093843"/>
            <a:ext cx="232430" cy="5847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1EA3DF0-B4E4-2C8D-EA87-84C2AEEB09D6}"/>
              </a:ext>
            </a:extLst>
          </p:cNvPr>
          <p:cNvSpPr txBox="1"/>
          <p:nvPr/>
        </p:nvSpPr>
        <p:spPr>
          <a:xfrm>
            <a:off x="7284754" y="5255425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BRECHA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02ECD81-9346-1DC3-9A8A-10D165CE4F24}"/>
              </a:ext>
            </a:extLst>
          </p:cNvPr>
          <p:cNvSpPr txBox="1"/>
          <p:nvPr/>
        </p:nvSpPr>
        <p:spPr>
          <a:xfrm>
            <a:off x="8190475" y="4916870"/>
            <a:ext cx="3659976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El desarrollo de las amenazas tecnológicas (exponencial)</a:t>
            </a:r>
          </a:p>
          <a:p>
            <a:endParaRPr lang="es-ES" sz="1100" dirty="0"/>
          </a:p>
          <a:p>
            <a:r>
              <a:rPr lang="es-ES" sz="1100" dirty="0"/>
              <a:t>vs.</a:t>
            </a:r>
          </a:p>
          <a:p>
            <a:endParaRPr lang="es-ES" sz="1100" dirty="0"/>
          </a:p>
          <a:p>
            <a:r>
              <a:rPr lang="es-ES" sz="1100" dirty="0"/>
              <a:t>La inversión de las empresas en seguridad (lineal)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2D3DC206-C306-5ACE-B13D-62133DC93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608" y="5023030"/>
            <a:ext cx="11430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38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82A22D-1077-811F-0C11-28A58BECDE47}"/>
              </a:ext>
            </a:extLst>
          </p:cNvPr>
          <p:cNvSpPr txBox="1"/>
          <p:nvPr/>
        </p:nvSpPr>
        <p:spPr>
          <a:xfrm>
            <a:off x="1900509" y="138471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EB64567-497A-7A89-16B5-E70A55823142}"/>
              </a:ext>
            </a:extLst>
          </p:cNvPr>
          <p:cNvSpPr txBox="1"/>
          <p:nvPr/>
        </p:nvSpPr>
        <p:spPr>
          <a:xfrm>
            <a:off x="1896695" y="3531664"/>
            <a:ext cx="1467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Impacto en </a:t>
            </a:r>
          </a:p>
          <a:p>
            <a:r>
              <a:rPr lang="es-ES" b="1" dirty="0">
                <a:solidFill>
                  <a:srgbClr val="0000CC"/>
                </a:solidFill>
              </a:rPr>
              <a:t>el negocio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CB6F92-5515-8677-F7E2-75EAA091BFF4}"/>
              </a:ext>
            </a:extLst>
          </p:cNvPr>
          <p:cNvSpPr txBox="1"/>
          <p:nvPr/>
        </p:nvSpPr>
        <p:spPr>
          <a:xfrm>
            <a:off x="1896695" y="5678618"/>
            <a:ext cx="115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Los retos</a:t>
            </a:r>
            <a:endParaRPr lang="es-PE" b="1" dirty="0">
              <a:solidFill>
                <a:srgbClr val="0000CC"/>
              </a:solidFill>
            </a:endParaRPr>
          </a:p>
        </p:txBody>
      </p:sp>
      <p:grpSp>
        <p:nvGrpSpPr>
          <p:cNvPr id="9" name="Google Shape;13870;p77">
            <a:extLst>
              <a:ext uri="{FF2B5EF4-FFF2-40B4-BE49-F238E27FC236}">
                <a16:creationId xmlns:a16="http://schemas.microsoft.com/office/drawing/2014/main" id="{5727B21C-BF49-EE32-4A08-7FF21A3FEB2B}"/>
              </a:ext>
            </a:extLst>
          </p:cNvPr>
          <p:cNvGrpSpPr/>
          <p:nvPr/>
        </p:nvGrpSpPr>
        <p:grpSpPr>
          <a:xfrm>
            <a:off x="827971" y="1384710"/>
            <a:ext cx="607560" cy="588807"/>
            <a:chOff x="-62496925" y="1931475"/>
            <a:chExt cx="275675" cy="316825"/>
          </a:xfrm>
          <a:solidFill>
            <a:srgbClr val="FF0000"/>
          </a:solidFill>
        </p:grpSpPr>
        <p:sp>
          <p:nvSpPr>
            <p:cNvPr id="10" name="Google Shape;13871;p77">
              <a:extLst>
                <a:ext uri="{FF2B5EF4-FFF2-40B4-BE49-F238E27FC236}">
                  <a16:creationId xmlns:a16="http://schemas.microsoft.com/office/drawing/2014/main" id="{E9DD7B0B-F1BF-E10C-2ABA-81B8AAD2391D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3872;p77">
              <a:extLst>
                <a:ext uri="{FF2B5EF4-FFF2-40B4-BE49-F238E27FC236}">
                  <a16:creationId xmlns:a16="http://schemas.microsoft.com/office/drawing/2014/main" id="{AED34A54-F278-E4F8-C005-8F168D42839A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9761CF3-62E7-FB5E-885C-29BCD3230E41}"/>
              </a:ext>
            </a:extLst>
          </p:cNvPr>
          <p:cNvSpPr txBox="1"/>
          <p:nvPr/>
        </p:nvSpPr>
        <p:spPr>
          <a:xfrm>
            <a:off x="425048" y="1958561"/>
            <a:ext cx="1389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Ciberseguridad</a:t>
            </a:r>
            <a:endParaRPr lang="es-PE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18DA29-65A9-7C1A-80C2-C0FCFCD84F91}"/>
              </a:ext>
            </a:extLst>
          </p:cNvPr>
          <p:cNvSpPr txBox="1"/>
          <p:nvPr/>
        </p:nvSpPr>
        <p:spPr>
          <a:xfrm>
            <a:off x="3507588" y="2184681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Tecnología</a:t>
            </a:r>
          </a:p>
        </p:txBody>
      </p:sp>
      <p:grpSp>
        <p:nvGrpSpPr>
          <p:cNvPr id="14" name="Google Shape;5009;p69">
            <a:extLst>
              <a:ext uri="{FF2B5EF4-FFF2-40B4-BE49-F238E27FC236}">
                <a16:creationId xmlns:a16="http://schemas.microsoft.com/office/drawing/2014/main" id="{B277C6E6-9ECF-1C4E-881C-971872425343}"/>
              </a:ext>
            </a:extLst>
          </p:cNvPr>
          <p:cNvGrpSpPr/>
          <p:nvPr/>
        </p:nvGrpSpPr>
        <p:grpSpPr>
          <a:xfrm rot="3382375">
            <a:off x="4327205" y="1647087"/>
            <a:ext cx="1138161" cy="1073839"/>
            <a:chOff x="4815575" y="1416800"/>
            <a:chExt cx="73750" cy="71400"/>
          </a:xfrm>
        </p:grpSpPr>
        <p:sp>
          <p:nvSpPr>
            <p:cNvPr id="15" name="Google Shape;5010;p69">
              <a:extLst>
                <a:ext uri="{FF2B5EF4-FFF2-40B4-BE49-F238E27FC236}">
                  <a16:creationId xmlns:a16="http://schemas.microsoft.com/office/drawing/2014/main" id="{20D683AD-7138-1EBE-E820-9D03333F21D6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011;p69">
              <a:extLst>
                <a:ext uri="{FF2B5EF4-FFF2-40B4-BE49-F238E27FC236}">
                  <a16:creationId xmlns:a16="http://schemas.microsoft.com/office/drawing/2014/main" id="{8CDEAE47-0732-8113-D780-839B294ECF9C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012;p69">
              <a:extLst>
                <a:ext uri="{FF2B5EF4-FFF2-40B4-BE49-F238E27FC236}">
                  <a16:creationId xmlns:a16="http://schemas.microsoft.com/office/drawing/2014/main" id="{0FAD6CE4-5739-AD07-CCC1-095012FE969B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707EB78-FF44-912E-5DAC-2DF3F9C0F2A6}"/>
              </a:ext>
            </a:extLst>
          </p:cNvPr>
          <p:cNvSpPr txBox="1"/>
          <p:nvPr/>
        </p:nvSpPr>
        <p:spPr>
          <a:xfrm>
            <a:off x="5436797" y="2184681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Personas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015BFEB-07A0-E7C0-DB2D-13BEE8375DC5}"/>
              </a:ext>
            </a:extLst>
          </p:cNvPr>
          <p:cNvSpPr txBox="1"/>
          <p:nvPr/>
        </p:nvSpPr>
        <p:spPr>
          <a:xfrm>
            <a:off x="4554664" y="1436932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Riesgos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3CA875C-74F4-A721-32A2-D4E87D94A694}"/>
              </a:ext>
            </a:extLst>
          </p:cNvPr>
          <p:cNvSpPr txBox="1"/>
          <p:nvPr/>
        </p:nvSpPr>
        <p:spPr>
          <a:xfrm>
            <a:off x="7240510" y="1318795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Phishing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C90164C-75FE-E2B7-08DB-ABC5BE62B74C}"/>
              </a:ext>
            </a:extLst>
          </p:cNvPr>
          <p:cNvSpPr txBox="1"/>
          <p:nvPr/>
        </p:nvSpPr>
        <p:spPr>
          <a:xfrm>
            <a:off x="7240510" y="1677773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Malware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9C345C-2FF4-0711-42EC-326668D5057F}"/>
              </a:ext>
            </a:extLst>
          </p:cNvPr>
          <p:cNvSpPr txBox="1"/>
          <p:nvPr/>
        </p:nvSpPr>
        <p:spPr>
          <a:xfrm>
            <a:off x="7240510" y="2036751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DDoS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5AC8AD6-85C3-EA12-0425-90603B248809}"/>
              </a:ext>
            </a:extLst>
          </p:cNvPr>
          <p:cNvSpPr txBox="1"/>
          <p:nvPr/>
        </p:nvSpPr>
        <p:spPr>
          <a:xfrm>
            <a:off x="7240510" y="2395729"/>
            <a:ext cx="795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A.F.Bruta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208622F-AE87-41D3-E617-B20595AD451C}"/>
              </a:ext>
            </a:extLst>
          </p:cNvPr>
          <p:cNvSpPr txBox="1"/>
          <p:nvPr/>
        </p:nvSpPr>
        <p:spPr>
          <a:xfrm>
            <a:off x="7240510" y="2754708"/>
            <a:ext cx="1053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/>
              <a:t>Acceso Físico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A3126E7-8221-26A4-D8B2-398E4D97CFC2}"/>
              </a:ext>
            </a:extLst>
          </p:cNvPr>
          <p:cNvSpPr txBox="1"/>
          <p:nvPr/>
        </p:nvSpPr>
        <p:spPr>
          <a:xfrm>
            <a:off x="3961169" y="3654842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Robo de información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126BD22-314C-AA90-B3B5-0BF2AD4D2C8C}"/>
              </a:ext>
            </a:extLst>
          </p:cNvPr>
          <p:cNvSpPr txBox="1"/>
          <p:nvPr/>
        </p:nvSpPr>
        <p:spPr>
          <a:xfrm>
            <a:off x="5671432" y="3654842"/>
            <a:ext cx="18886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Impacto en las operaciones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8032D39-8BCC-5E83-D182-5CCB98EEE5DC}"/>
              </a:ext>
            </a:extLst>
          </p:cNvPr>
          <p:cNvSpPr txBox="1"/>
          <p:nvPr/>
        </p:nvSpPr>
        <p:spPr>
          <a:xfrm>
            <a:off x="7767257" y="3654842"/>
            <a:ext cx="13580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Pérdida de imagen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C13671-D885-7E0F-58F9-99EFE17682D9}"/>
              </a:ext>
            </a:extLst>
          </p:cNvPr>
          <p:cNvSpPr txBox="1"/>
          <p:nvPr/>
        </p:nvSpPr>
        <p:spPr>
          <a:xfrm>
            <a:off x="9332487" y="3654842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Impacto legal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81D6044-F5A1-CC10-BB6A-E408A3C837BC}"/>
              </a:ext>
            </a:extLst>
          </p:cNvPr>
          <p:cNvSpPr txBox="1"/>
          <p:nvPr/>
        </p:nvSpPr>
        <p:spPr>
          <a:xfrm>
            <a:off x="3358637" y="5704396"/>
            <a:ext cx="44294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Atender los riesgos cibernéticos de manera sostenible en el tiempo, </a:t>
            </a:r>
          </a:p>
          <a:p>
            <a:r>
              <a:rPr lang="es-ES" sz="1100" dirty="0"/>
              <a:t>demanda un enfoque organizacional, más que uno tecnológico.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0317120-1B39-CBCF-F3E9-E1287D5696AC}"/>
              </a:ext>
            </a:extLst>
          </p:cNvPr>
          <p:cNvGrpSpPr/>
          <p:nvPr/>
        </p:nvGrpSpPr>
        <p:grpSpPr>
          <a:xfrm>
            <a:off x="8294004" y="4177995"/>
            <a:ext cx="3450290" cy="2528092"/>
            <a:chOff x="8364104" y="4182910"/>
            <a:chExt cx="3450290" cy="2528092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437CBC83-1606-74B3-2F7F-DC687F7F6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4104" y="4182910"/>
              <a:ext cx="3450290" cy="2528092"/>
            </a:xfrm>
            <a:prstGeom prst="rect">
              <a:avLst/>
            </a:prstGeom>
          </p:spPr>
        </p:pic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85E990DE-C2E7-547F-53C6-0B610A06A548}"/>
                </a:ext>
              </a:extLst>
            </p:cNvPr>
            <p:cNvSpPr/>
            <p:nvPr/>
          </p:nvSpPr>
          <p:spPr>
            <a:xfrm>
              <a:off x="9707143" y="4365523"/>
              <a:ext cx="764212" cy="60814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b="1" dirty="0">
                  <a:solidFill>
                    <a:srgbClr val="FF0000"/>
                  </a:solidFill>
                </a:rPr>
                <a:t>28%</a:t>
              </a:r>
              <a:endParaRPr lang="es-PE" sz="11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65A9C9BB-5EF5-C276-8697-1D97299A1C3C}"/>
                </a:ext>
              </a:extLst>
            </p:cNvPr>
            <p:cNvSpPr txBox="1"/>
            <p:nvPr/>
          </p:nvSpPr>
          <p:spPr>
            <a:xfrm>
              <a:off x="10471355" y="4507823"/>
              <a:ext cx="1081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0000"/>
                  </a:solidFill>
                </a:rPr>
                <a:t>IT Security</a:t>
              </a:r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57626F6F-6CD4-E4ED-4440-14746BFDF923}"/>
                </a:ext>
              </a:extLst>
            </p:cNvPr>
            <p:cNvSpPr/>
            <p:nvPr/>
          </p:nvSpPr>
          <p:spPr>
            <a:xfrm>
              <a:off x="9712061" y="5284839"/>
              <a:ext cx="764212" cy="60814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b="1" dirty="0">
                  <a:solidFill>
                    <a:srgbClr val="FF0000"/>
                  </a:solidFill>
                </a:rPr>
                <a:t>72%</a:t>
              </a:r>
              <a:endParaRPr lang="es-PE" sz="1100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B7BCBDAD-40D5-6676-E560-8ADC8523990C}"/>
                </a:ext>
              </a:extLst>
            </p:cNvPr>
            <p:cNvSpPr txBox="1"/>
            <p:nvPr/>
          </p:nvSpPr>
          <p:spPr>
            <a:xfrm>
              <a:off x="10460809" y="5244052"/>
              <a:ext cx="129804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0000"/>
                  </a:solidFill>
                </a:rPr>
                <a:t>Organización</a:t>
              </a:r>
            </a:p>
            <a:p>
              <a:endParaRPr lang="es-ES" sz="1400" b="1" dirty="0">
                <a:solidFill>
                  <a:srgbClr val="FF0000"/>
                </a:solidFill>
              </a:endParaRPr>
            </a:p>
            <a:p>
              <a:endParaRPr lang="es-ES" sz="1400" b="1" dirty="0">
                <a:solidFill>
                  <a:srgbClr val="FF0000"/>
                </a:solidFill>
              </a:endParaRPr>
            </a:p>
            <a:p>
              <a:r>
                <a:rPr lang="es-ES" sz="1400" b="1" dirty="0">
                  <a:solidFill>
                    <a:srgbClr val="FF0000"/>
                  </a:solidFill>
                </a:rPr>
                <a:t>Personas</a:t>
              </a:r>
            </a:p>
          </p:txBody>
        </p:sp>
        <p:sp>
          <p:nvSpPr>
            <p:cNvPr id="36" name="Flecha: pentágono 35">
              <a:extLst>
                <a:ext uri="{FF2B5EF4-FFF2-40B4-BE49-F238E27FC236}">
                  <a16:creationId xmlns:a16="http://schemas.microsoft.com/office/drawing/2014/main" id="{AE9B0246-AD28-1E48-B060-04EB5422F01D}"/>
                </a:ext>
              </a:extLst>
            </p:cNvPr>
            <p:cNvSpPr/>
            <p:nvPr/>
          </p:nvSpPr>
          <p:spPr>
            <a:xfrm>
              <a:off x="10576709" y="5550507"/>
              <a:ext cx="1220756" cy="369332"/>
            </a:xfrm>
            <a:prstGeom prst="homePlat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Procesos</a:t>
              </a:r>
              <a:endParaRPr lang="es-PE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4375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Google Shape;13833;p77">
            <a:extLst>
              <a:ext uri="{FF2B5EF4-FFF2-40B4-BE49-F238E27FC236}">
                <a16:creationId xmlns:a16="http://schemas.microsoft.com/office/drawing/2014/main" id="{31B51AFD-DD0D-E5EA-B7DB-7DAEDA67C762}"/>
              </a:ext>
            </a:extLst>
          </p:cNvPr>
          <p:cNvSpPr/>
          <p:nvPr/>
        </p:nvSpPr>
        <p:spPr>
          <a:xfrm>
            <a:off x="1193006" y="1731499"/>
            <a:ext cx="607560" cy="540211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674B2E-2E32-904F-CB6E-C71F3A2F9B95}"/>
              </a:ext>
            </a:extLst>
          </p:cNvPr>
          <p:cNvSpPr txBox="1"/>
          <p:nvPr/>
        </p:nvSpPr>
        <p:spPr>
          <a:xfrm>
            <a:off x="601060" y="1181879"/>
            <a:ext cx="1791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Inteligencia Artificial</a:t>
            </a:r>
            <a:endParaRPr lang="es-PE" sz="1400" dirty="0"/>
          </a:p>
        </p:txBody>
      </p:sp>
      <p:grpSp>
        <p:nvGrpSpPr>
          <p:cNvPr id="8" name="Google Shape;12542;p73">
            <a:extLst>
              <a:ext uri="{FF2B5EF4-FFF2-40B4-BE49-F238E27FC236}">
                <a16:creationId xmlns:a16="http://schemas.microsoft.com/office/drawing/2014/main" id="{DCA19984-6D68-624E-634C-22DDC9C442AF}"/>
              </a:ext>
            </a:extLst>
          </p:cNvPr>
          <p:cNvGrpSpPr/>
          <p:nvPr/>
        </p:nvGrpSpPr>
        <p:grpSpPr>
          <a:xfrm>
            <a:off x="3691961" y="1225353"/>
            <a:ext cx="803544" cy="887001"/>
            <a:chOff x="4206459" y="1191441"/>
            <a:chExt cx="712557" cy="785901"/>
          </a:xfrm>
        </p:grpSpPr>
        <p:sp>
          <p:nvSpPr>
            <p:cNvPr id="9" name="Google Shape;12543;p73">
              <a:extLst>
                <a:ext uri="{FF2B5EF4-FFF2-40B4-BE49-F238E27FC236}">
                  <a16:creationId xmlns:a16="http://schemas.microsoft.com/office/drawing/2014/main" id="{FD3C787D-6C7F-0ABF-7287-4B94D50A2EFB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544;p73">
              <a:extLst>
                <a:ext uri="{FF2B5EF4-FFF2-40B4-BE49-F238E27FC236}">
                  <a16:creationId xmlns:a16="http://schemas.microsoft.com/office/drawing/2014/main" id="{CC7C10B9-7120-A8E8-9939-E8B7782BCEA2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545;p73">
              <a:extLst>
                <a:ext uri="{FF2B5EF4-FFF2-40B4-BE49-F238E27FC236}">
                  <a16:creationId xmlns:a16="http://schemas.microsoft.com/office/drawing/2014/main" id="{BF515108-A11A-4A54-2315-B5EF3E328058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546;p73">
              <a:extLst>
                <a:ext uri="{FF2B5EF4-FFF2-40B4-BE49-F238E27FC236}">
                  <a16:creationId xmlns:a16="http://schemas.microsoft.com/office/drawing/2014/main" id="{89A3D6F2-EC97-A254-38CE-F517FCD25FC6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2547;p73">
              <a:extLst>
                <a:ext uri="{FF2B5EF4-FFF2-40B4-BE49-F238E27FC236}">
                  <a16:creationId xmlns:a16="http://schemas.microsoft.com/office/drawing/2014/main" id="{1B8AB703-C3B4-F38E-6191-7C33805F87BF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43" name="Google Shape;12548;p73">
                <a:extLst>
                  <a:ext uri="{FF2B5EF4-FFF2-40B4-BE49-F238E27FC236}">
                    <a16:creationId xmlns:a16="http://schemas.microsoft.com/office/drawing/2014/main" id="{ECF8CD0C-DF75-E2CA-A99F-2D650C81ED61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2549;p73">
                <a:extLst>
                  <a:ext uri="{FF2B5EF4-FFF2-40B4-BE49-F238E27FC236}">
                    <a16:creationId xmlns:a16="http://schemas.microsoft.com/office/drawing/2014/main" id="{73FBB1BC-CEDA-2903-8C38-207B751FDD0F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2550;p73">
                <a:extLst>
                  <a:ext uri="{FF2B5EF4-FFF2-40B4-BE49-F238E27FC236}">
                    <a16:creationId xmlns:a16="http://schemas.microsoft.com/office/drawing/2014/main" id="{3346A62B-C90C-6956-D501-B236F39FB1F7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2551;p73">
                <a:extLst>
                  <a:ext uri="{FF2B5EF4-FFF2-40B4-BE49-F238E27FC236}">
                    <a16:creationId xmlns:a16="http://schemas.microsoft.com/office/drawing/2014/main" id="{8E08D6A2-F3D0-875F-2F6C-E61D09BDCA4F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2552;p73">
              <a:extLst>
                <a:ext uri="{FF2B5EF4-FFF2-40B4-BE49-F238E27FC236}">
                  <a16:creationId xmlns:a16="http://schemas.microsoft.com/office/drawing/2014/main" id="{2354B1B0-BE1F-D7AE-EE30-BB9231CB2C43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39" name="Google Shape;12553;p73">
                <a:extLst>
                  <a:ext uri="{FF2B5EF4-FFF2-40B4-BE49-F238E27FC236}">
                    <a16:creationId xmlns:a16="http://schemas.microsoft.com/office/drawing/2014/main" id="{2E0217AE-D0D5-38B5-189C-2FE97C4E2A30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2554;p73">
                <a:extLst>
                  <a:ext uri="{FF2B5EF4-FFF2-40B4-BE49-F238E27FC236}">
                    <a16:creationId xmlns:a16="http://schemas.microsoft.com/office/drawing/2014/main" id="{75B054DC-70A9-8A4F-4FC1-6C1C71B7CC78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2555;p73">
                <a:extLst>
                  <a:ext uri="{FF2B5EF4-FFF2-40B4-BE49-F238E27FC236}">
                    <a16:creationId xmlns:a16="http://schemas.microsoft.com/office/drawing/2014/main" id="{DDAD9C80-045D-8A0A-4150-D134A9AB8165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2556;p73">
                <a:extLst>
                  <a:ext uri="{FF2B5EF4-FFF2-40B4-BE49-F238E27FC236}">
                    <a16:creationId xmlns:a16="http://schemas.microsoft.com/office/drawing/2014/main" id="{27DCB71C-DA44-B021-F858-62396C9C055C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2557;p73">
              <a:extLst>
                <a:ext uri="{FF2B5EF4-FFF2-40B4-BE49-F238E27FC236}">
                  <a16:creationId xmlns:a16="http://schemas.microsoft.com/office/drawing/2014/main" id="{CC30301A-BB9F-CAF4-5AA7-C500EC5B9A15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35" name="Google Shape;12558;p73">
                <a:extLst>
                  <a:ext uri="{FF2B5EF4-FFF2-40B4-BE49-F238E27FC236}">
                    <a16:creationId xmlns:a16="http://schemas.microsoft.com/office/drawing/2014/main" id="{3431BC20-D3E7-A75A-39E8-355CA5B98072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2559;p73">
                <a:extLst>
                  <a:ext uri="{FF2B5EF4-FFF2-40B4-BE49-F238E27FC236}">
                    <a16:creationId xmlns:a16="http://schemas.microsoft.com/office/drawing/2014/main" id="{0B63233F-9F60-0232-CB69-4309BFD58C14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2560;p73">
                <a:extLst>
                  <a:ext uri="{FF2B5EF4-FFF2-40B4-BE49-F238E27FC236}">
                    <a16:creationId xmlns:a16="http://schemas.microsoft.com/office/drawing/2014/main" id="{4340D1E9-6708-21A8-5800-CFA24D063BBF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2561;p73">
                <a:extLst>
                  <a:ext uri="{FF2B5EF4-FFF2-40B4-BE49-F238E27FC236}">
                    <a16:creationId xmlns:a16="http://schemas.microsoft.com/office/drawing/2014/main" id="{B993275D-89E8-8A91-4CF0-E8FE76A7C5AE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2562;p73">
              <a:extLst>
                <a:ext uri="{FF2B5EF4-FFF2-40B4-BE49-F238E27FC236}">
                  <a16:creationId xmlns:a16="http://schemas.microsoft.com/office/drawing/2014/main" id="{FC440671-4AE0-37AF-64F2-C914830E3BBA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31" name="Google Shape;12563;p73">
                <a:extLst>
                  <a:ext uri="{FF2B5EF4-FFF2-40B4-BE49-F238E27FC236}">
                    <a16:creationId xmlns:a16="http://schemas.microsoft.com/office/drawing/2014/main" id="{A21B2A21-C627-4C8A-EDC0-2D42F1B6FD0F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2564;p73">
                <a:extLst>
                  <a:ext uri="{FF2B5EF4-FFF2-40B4-BE49-F238E27FC236}">
                    <a16:creationId xmlns:a16="http://schemas.microsoft.com/office/drawing/2014/main" id="{B0B07197-1DF0-825C-07DD-9F776E8D83C3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2565;p73">
                <a:extLst>
                  <a:ext uri="{FF2B5EF4-FFF2-40B4-BE49-F238E27FC236}">
                    <a16:creationId xmlns:a16="http://schemas.microsoft.com/office/drawing/2014/main" id="{C32D943F-1C33-2476-56A5-64CCE1169835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2566;p73">
                <a:extLst>
                  <a:ext uri="{FF2B5EF4-FFF2-40B4-BE49-F238E27FC236}">
                    <a16:creationId xmlns:a16="http://schemas.microsoft.com/office/drawing/2014/main" id="{52049456-76F3-70A5-852E-59A01ED21263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2567;p73">
              <a:extLst>
                <a:ext uri="{FF2B5EF4-FFF2-40B4-BE49-F238E27FC236}">
                  <a16:creationId xmlns:a16="http://schemas.microsoft.com/office/drawing/2014/main" id="{4677B31A-8800-B91D-DB2F-AA918508CD2B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568;p73">
              <a:extLst>
                <a:ext uri="{FF2B5EF4-FFF2-40B4-BE49-F238E27FC236}">
                  <a16:creationId xmlns:a16="http://schemas.microsoft.com/office/drawing/2014/main" id="{656A3B58-10DA-E3B7-1EFA-79DB47AD1A83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569;p73">
              <a:extLst>
                <a:ext uri="{FF2B5EF4-FFF2-40B4-BE49-F238E27FC236}">
                  <a16:creationId xmlns:a16="http://schemas.microsoft.com/office/drawing/2014/main" id="{F1108A49-5E7B-F7B8-2FB6-413AA841C094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570;p73">
              <a:extLst>
                <a:ext uri="{FF2B5EF4-FFF2-40B4-BE49-F238E27FC236}">
                  <a16:creationId xmlns:a16="http://schemas.microsoft.com/office/drawing/2014/main" id="{A10ED7A7-58AC-CB3A-4584-84EBDE6D4E11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" name="Google Shape;12571;p73">
              <a:extLst>
                <a:ext uri="{FF2B5EF4-FFF2-40B4-BE49-F238E27FC236}">
                  <a16:creationId xmlns:a16="http://schemas.microsoft.com/office/drawing/2014/main" id="{3F520435-DBA3-3EDA-5BBB-66BE9B3AC51A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27" name="Google Shape;12572;p73">
                <a:extLst>
                  <a:ext uri="{FF2B5EF4-FFF2-40B4-BE49-F238E27FC236}">
                    <a16:creationId xmlns:a16="http://schemas.microsoft.com/office/drawing/2014/main" id="{0745FEA5-925E-9D87-1A75-943C1000F306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2573;p73">
                <a:extLst>
                  <a:ext uri="{FF2B5EF4-FFF2-40B4-BE49-F238E27FC236}">
                    <a16:creationId xmlns:a16="http://schemas.microsoft.com/office/drawing/2014/main" id="{F2A4D58C-65CE-0AC7-4AF8-3315CAC6189F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2574;p73">
                <a:extLst>
                  <a:ext uri="{FF2B5EF4-FFF2-40B4-BE49-F238E27FC236}">
                    <a16:creationId xmlns:a16="http://schemas.microsoft.com/office/drawing/2014/main" id="{B2D3BE0D-CBCF-568F-698D-9888B514A25B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2575;p73">
                <a:extLst>
                  <a:ext uri="{FF2B5EF4-FFF2-40B4-BE49-F238E27FC236}">
                    <a16:creationId xmlns:a16="http://schemas.microsoft.com/office/drawing/2014/main" id="{0B699DD6-CFEC-6842-597A-5767AAD2D9E3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12576;p73">
              <a:extLst>
                <a:ext uri="{FF2B5EF4-FFF2-40B4-BE49-F238E27FC236}">
                  <a16:creationId xmlns:a16="http://schemas.microsoft.com/office/drawing/2014/main" id="{EE877DD6-6C45-0EAC-A3FC-71BA8893C177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23" name="Google Shape;12577;p73">
                <a:extLst>
                  <a:ext uri="{FF2B5EF4-FFF2-40B4-BE49-F238E27FC236}">
                    <a16:creationId xmlns:a16="http://schemas.microsoft.com/office/drawing/2014/main" id="{B7AE7CAC-19EF-1632-F501-121ACA08CCEA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2578;p73">
                <a:extLst>
                  <a:ext uri="{FF2B5EF4-FFF2-40B4-BE49-F238E27FC236}">
                    <a16:creationId xmlns:a16="http://schemas.microsoft.com/office/drawing/2014/main" id="{4B3A7B9D-7E1B-DB23-FA61-6AC6AC1FBA0C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2579;p73">
                <a:extLst>
                  <a:ext uri="{FF2B5EF4-FFF2-40B4-BE49-F238E27FC236}">
                    <a16:creationId xmlns:a16="http://schemas.microsoft.com/office/drawing/2014/main" id="{3AD20CE3-F0C9-FC20-8C1A-059D567FEDE7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2580;p73">
                <a:extLst>
                  <a:ext uri="{FF2B5EF4-FFF2-40B4-BE49-F238E27FC236}">
                    <a16:creationId xmlns:a16="http://schemas.microsoft.com/office/drawing/2014/main" id="{3B8F5B59-1A41-2787-90FF-BE2570A82BB5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98BA6BD-978A-0FBA-065E-003A3A25EFAA}"/>
              </a:ext>
            </a:extLst>
          </p:cNvPr>
          <p:cNvSpPr txBox="1"/>
          <p:nvPr/>
        </p:nvSpPr>
        <p:spPr>
          <a:xfrm>
            <a:off x="2284863" y="135510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grpSp>
        <p:nvGrpSpPr>
          <p:cNvPr id="48" name="Google Shape;15221;p81">
            <a:extLst>
              <a:ext uri="{FF2B5EF4-FFF2-40B4-BE49-F238E27FC236}">
                <a16:creationId xmlns:a16="http://schemas.microsoft.com/office/drawing/2014/main" id="{D9C88DDF-4358-F45C-00B8-F74FE1E9CDB8}"/>
              </a:ext>
            </a:extLst>
          </p:cNvPr>
          <p:cNvGrpSpPr/>
          <p:nvPr/>
        </p:nvGrpSpPr>
        <p:grpSpPr>
          <a:xfrm>
            <a:off x="5068919" y="1427454"/>
            <a:ext cx="576415" cy="563442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49" name="Google Shape;15222;p81">
              <a:extLst>
                <a:ext uri="{FF2B5EF4-FFF2-40B4-BE49-F238E27FC236}">
                  <a16:creationId xmlns:a16="http://schemas.microsoft.com/office/drawing/2014/main" id="{244669FE-157B-EEF1-9B84-40F17C8E3BFF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" name="Google Shape;15223;p81">
              <a:extLst>
                <a:ext uri="{FF2B5EF4-FFF2-40B4-BE49-F238E27FC236}">
                  <a16:creationId xmlns:a16="http://schemas.microsoft.com/office/drawing/2014/main" id="{DCBC308A-73D1-8F03-5EC5-E8C2FCE2A856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E5C947B-63EA-CFA3-8F26-65892C575082}"/>
              </a:ext>
            </a:extLst>
          </p:cNvPr>
          <p:cNvSpPr txBox="1"/>
          <p:nvPr/>
        </p:nvSpPr>
        <p:spPr>
          <a:xfrm>
            <a:off x="3557626" y="2161859"/>
            <a:ext cx="11079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Procesamiento</a:t>
            </a:r>
            <a:endParaRPr lang="es-PE" sz="1100" dirty="0"/>
          </a:p>
        </p:txBody>
      </p:sp>
      <p:sp>
        <p:nvSpPr>
          <p:cNvPr id="52" name="Signo más 51">
            <a:extLst>
              <a:ext uri="{FF2B5EF4-FFF2-40B4-BE49-F238E27FC236}">
                <a16:creationId xmlns:a16="http://schemas.microsoft.com/office/drawing/2014/main" id="{10FB7DCA-0C87-CC5C-0189-91E6C0CF6891}"/>
              </a:ext>
            </a:extLst>
          </p:cNvPr>
          <p:cNvSpPr/>
          <p:nvPr/>
        </p:nvSpPr>
        <p:spPr>
          <a:xfrm>
            <a:off x="4615223" y="1548650"/>
            <a:ext cx="280219" cy="287019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3" name="Signo más 52">
            <a:extLst>
              <a:ext uri="{FF2B5EF4-FFF2-40B4-BE49-F238E27FC236}">
                <a16:creationId xmlns:a16="http://schemas.microsoft.com/office/drawing/2014/main" id="{E31A0797-FE42-5123-F490-571CF4A72410}"/>
              </a:ext>
            </a:extLst>
          </p:cNvPr>
          <p:cNvSpPr/>
          <p:nvPr/>
        </p:nvSpPr>
        <p:spPr>
          <a:xfrm>
            <a:off x="5815781" y="1553684"/>
            <a:ext cx="280219" cy="287019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6B675A48-374F-F560-4A60-D10B5D97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013" y="1335767"/>
            <a:ext cx="1762125" cy="800100"/>
          </a:xfrm>
          <a:prstGeom prst="rect">
            <a:avLst/>
          </a:prstGeom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FAB9D855-11CE-6F79-EACE-29DC8A26362C}"/>
              </a:ext>
            </a:extLst>
          </p:cNvPr>
          <p:cNvSpPr txBox="1"/>
          <p:nvPr/>
        </p:nvSpPr>
        <p:spPr>
          <a:xfrm>
            <a:off x="6713337" y="2140905"/>
            <a:ext cx="813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Algoritmo</a:t>
            </a:r>
            <a:endParaRPr lang="es-PE" sz="1100" dirty="0"/>
          </a:p>
        </p:txBody>
      </p:sp>
      <p:sp>
        <p:nvSpPr>
          <p:cNvPr id="56" name="Es igual a 55">
            <a:extLst>
              <a:ext uri="{FF2B5EF4-FFF2-40B4-BE49-F238E27FC236}">
                <a16:creationId xmlns:a16="http://schemas.microsoft.com/office/drawing/2014/main" id="{0736391A-D99C-872E-C8E5-6705F0FA0620}"/>
              </a:ext>
            </a:extLst>
          </p:cNvPr>
          <p:cNvSpPr/>
          <p:nvPr/>
        </p:nvSpPr>
        <p:spPr>
          <a:xfrm>
            <a:off x="8276625" y="1526656"/>
            <a:ext cx="484456" cy="303390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D5E540B-4F1A-26F7-06B5-1B79990853DF}"/>
              </a:ext>
            </a:extLst>
          </p:cNvPr>
          <p:cNvSpPr txBox="1"/>
          <p:nvPr/>
        </p:nvSpPr>
        <p:spPr>
          <a:xfrm>
            <a:off x="8816045" y="2177166"/>
            <a:ext cx="1082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0000CC"/>
                </a:solidFill>
              </a:rPr>
              <a:t>Razonamiento</a:t>
            </a:r>
            <a:endParaRPr lang="es-PE" sz="1100" dirty="0">
              <a:solidFill>
                <a:srgbClr val="0000CC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65912614-5BEF-5E7A-E588-904C4C38F0D9}"/>
              </a:ext>
            </a:extLst>
          </p:cNvPr>
          <p:cNvSpPr txBox="1"/>
          <p:nvPr/>
        </p:nvSpPr>
        <p:spPr>
          <a:xfrm>
            <a:off x="8362814" y="2438776"/>
            <a:ext cx="20922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0000CC"/>
                </a:solidFill>
              </a:rPr>
              <a:t>Aprendizaje (de la experiencia)</a:t>
            </a:r>
            <a:endParaRPr lang="es-PE" sz="1100" dirty="0">
              <a:solidFill>
                <a:srgbClr val="0000CC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707CDA3-49FC-51B7-DE4A-1CE8416E9119}"/>
              </a:ext>
            </a:extLst>
          </p:cNvPr>
          <p:cNvSpPr txBox="1"/>
          <p:nvPr/>
        </p:nvSpPr>
        <p:spPr>
          <a:xfrm>
            <a:off x="9958380" y="1744347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0000CC"/>
                </a:solidFill>
              </a:rPr>
              <a:t>Específica (área de conocimiento)</a:t>
            </a:r>
            <a:endParaRPr lang="es-PE" sz="1100" dirty="0">
              <a:solidFill>
                <a:srgbClr val="0000CC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0292D9E0-32BA-7898-5769-0203FE705F14}"/>
              </a:ext>
            </a:extLst>
          </p:cNvPr>
          <p:cNvSpPr txBox="1"/>
          <p:nvPr/>
        </p:nvSpPr>
        <p:spPr>
          <a:xfrm>
            <a:off x="1755664" y="3436272"/>
            <a:ext cx="1689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solidFill>
                  <a:srgbClr val="0000CC"/>
                </a:solidFill>
              </a:rPr>
              <a:t>Aprendizaje Automático</a:t>
            </a:r>
          </a:p>
          <a:p>
            <a:pPr algn="ctr"/>
            <a:r>
              <a:rPr lang="es-ES" sz="1100" dirty="0">
                <a:solidFill>
                  <a:srgbClr val="0000CC"/>
                </a:solidFill>
              </a:rPr>
              <a:t>(machine learning)</a:t>
            </a:r>
            <a:endParaRPr lang="es-PE" sz="1100" dirty="0">
              <a:solidFill>
                <a:srgbClr val="0000CC"/>
              </a:solidFill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21BAC1D4-4243-FE0E-1579-FDD431B7EF19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 flipH="1">
            <a:off x="2600607" y="2402515"/>
            <a:ext cx="4519252" cy="1033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Imagen 61">
            <a:extLst>
              <a:ext uri="{FF2B5EF4-FFF2-40B4-BE49-F238E27FC236}">
                <a16:creationId xmlns:a16="http://schemas.microsoft.com/office/drawing/2014/main" id="{C08DCA23-9888-C173-0E48-E2C2190D8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566" y="4042338"/>
            <a:ext cx="1684137" cy="1195437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6F1A0FDF-47B4-D6F1-13C9-55D768BE02FD}"/>
              </a:ext>
            </a:extLst>
          </p:cNvPr>
          <p:cNvSpPr txBox="1"/>
          <p:nvPr/>
        </p:nvSpPr>
        <p:spPr>
          <a:xfrm>
            <a:off x="4409965" y="3427562"/>
            <a:ext cx="15456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solidFill>
                  <a:srgbClr val="0000CC"/>
                </a:solidFill>
              </a:rPr>
              <a:t>Aprendizaje Profundo</a:t>
            </a:r>
          </a:p>
          <a:p>
            <a:pPr algn="ctr"/>
            <a:r>
              <a:rPr lang="es-ES" sz="1100" dirty="0">
                <a:solidFill>
                  <a:srgbClr val="0000CC"/>
                </a:solidFill>
              </a:rPr>
              <a:t>(deep learning)</a:t>
            </a:r>
            <a:endParaRPr lang="es-PE" sz="1100" dirty="0">
              <a:solidFill>
                <a:srgbClr val="0000CC"/>
              </a:solidFill>
            </a:endParaRPr>
          </a:p>
        </p:txBody>
      </p: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6F00C16B-1376-4CDB-AF9D-69DAC2622749}"/>
              </a:ext>
            </a:extLst>
          </p:cNvPr>
          <p:cNvCxnSpPr>
            <a:cxnSpLocks/>
            <a:stCxn id="55" idx="2"/>
            <a:endCxn id="63" idx="0"/>
          </p:cNvCxnSpPr>
          <p:nvPr/>
        </p:nvCxnSpPr>
        <p:spPr>
          <a:xfrm flipH="1">
            <a:off x="5182773" y="2402515"/>
            <a:ext cx="1937086" cy="1025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Imagen 64">
            <a:extLst>
              <a:ext uri="{FF2B5EF4-FFF2-40B4-BE49-F238E27FC236}">
                <a16:creationId xmlns:a16="http://schemas.microsoft.com/office/drawing/2014/main" id="{F97AD7BD-9321-8121-C31E-22628A4D0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22" y="3995684"/>
            <a:ext cx="889940" cy="631699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23BCCEC0-3AF0-DA71-93CB-2D6EA6B45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454" y="4414926"/>
            <a:ext cx="889940" cy="631699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FED31E23-57CB-2E73-BF2D-CE422EFC6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026" y="4865585"/>
            <a:ext cx="889940" cy="631699"/>
          </a:xfrm>
          <a:prstGeom prst="rect">
            <a:avLst/>
          </a:prstGeom>
        </p:spPr>
      </p:pic>
      <p:sp>
        <p:nvSpPr>
          <p:cNvPr id="68" name="CuadroTexto 67">
            <a:extLst>
              <a:ext uri="{FF2B5EF4-FFF2-40B4-BE49-F238E27FC236}">
                <a16:creationId xmlns:a16="http://schemas.microsoft.com/office/drawing/2014/main" id="{9A8E5840-A38C-A0B7-BAED-01768A07B369}"/>
              </a:ext>
            </a:extLst>
          </p:cNvPr>
          <p:cNvSpPr txBox="1"/>
          <p:nvPr/>
        </p:nvSpPr>
        <p:spPr>
          <a:xfrm>
            <a:off x="7265810" y="3454690"/>
            <a:ext cx="18133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solidFill>
                  <a:srgbClr val="0000CC"/>
                </a:solidFill>
              </a:rPr>
              <a:t>Procesamiento Lingüístico</a:t>
            </a:r>
          </a:p>
          <a:p>
            <a:pPr algn="ctr"/>
            <a:r>
              <a:rPr lang="es-ES" sz="1100" dirty="0">
                <a:solidFill>
                  <a:srgbClr val="0000CC"/>
                </a:solidFill>
              </a:rPr>
              <a:t>Natural</a:t>
            </a:r>
            <a:endParaRPr lang="es-PE" sz="1100" dirty="0">
              <a:solidFill>
                <a:srgbClr val="0000CC"/>
              </a:solidFill>
            </a:endParaRPr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FEF4B593-2497-DA62-F1DB-D4D1D35BC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378" y="4020494"/>
            <a:ext cx="840140" cy="607425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7EE9C7E3-15CC-36F4-1595-8D1061A83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533" y="5004215"/>
            <a:ext cx="2340562" cy="360361"/>
          </a:xfrm>
          <a:prstGeom prst="rect">
            <a:avLst/>
          </a:prstGeom>
        </p:spPr>
      </p:pic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62E745A3-E9F6-0FE2-439A-C0DE97378F57}"/>
              </a:ext>
            </a:extLst>
          </p:cNvPr>
          <p:cNvCxnSpPr>
            <a:stCxn id="55" idx="2"/>
            <a:endCxn id="68" idx="0"/>
          </p:cNvCxnSpPr>
          <p:nvPr/>
        </p:nvCxnSpPr>
        <p:spPr>
          <a:xfrm>
            <a:off x="7119859" y="2402515"/>
            <a:ext cx="1052610" cy="105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912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DF3EFAA1-E27A-D313-D141-6C4314BBC563}"/>
              </a:ext>
            </a:extLst>
          </p:cNvPr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3" name="Google Shape;13833;p77">
            <a:extLst>
              <a:ext uri="{FF2B5EF4-FFF2-40B4-BE49-F238E27FC236}">
                <a16:creationId xmlns:a16="http://schemas.microsoft.com/office/drawing/2014/main" id="{6B7C30AE-06FD-592F-1189-9E22D25ACBDE}"/>
              </a:ext>
            </a:extLst>
          </p:cNvPr>
          <p:cNvSpPr/>
          <p:nvPr/>
        </p:nvSpPr>
        <p:spPr>
          <a:xfrm>
            <a:off x="1193006" y="1731499"/>
            <a:ext cx="607560" cy="540211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52478767-35DD-3226-F9C2-2BF25ABD8022}"/>
              </a:ext>
            </a:extLst>
          </p:cNvPr>
          <p:cNvSpPr txBox="1"/>
          <p:nvPr/>
        </p:nvSpPr>
        <p:spPr>
          <a:xfrm>
            <a:off x="601060" y="1181879"/>
            <a:ext cx="1791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Inteligencia Artificial</a:t>
            </a:r>
            <a:endParaRPr lang="es-PE" sz="1400" dirty="0"/>
          </a:p>
        </p:txBody>
      </p:sp>
      <p:grpSp>
        <p:nvGrpSpPr>
          <p:cNvPr id="75" name="Google Shape;12542;p73">
            <a:extLst>
              <a:ext uri="{FF2B5EF4-FFF2-40B4-BE49-F238E27FC236}">
                <a16:creationId xmlns:a16="http://schemas.microsoft.com/office/drawing/2014/main" id="{58B92E22-8CC8-A3FE-BF94-F25DD03E8F90}"/>
              </a:ext>
            </a:extLst>
          </p:cNvPr>
          <p:cNvGrpSpPr/>
          <p:nvPr/>
        </p:nvGrpSpPr>
        <p:grpSpPr>
          <a:xfrm>
            <a:off x="3691961" y="1225353"/>
            <a:ext cx="803544" cy="887001"/>
            <a:chOff x="4206459" y="1191441"/>
            <a:chExt cx="712557" cy="785901"/>
          </a:xfrm>
        </p:grpSpPr>
        <p:sp>
          <p:nvSpPr>
            <p:cNvPr id="76" name="Google Shape;12543;p73">
              <a:extLst>
                <a:ext uri="{FF2B5EF4-FFF2-40B4-BE49-F238E27FC236}">
                  <a16:creationId xmlns:a16="http://schemas.microsoft.com/office/drawing/2014/main" id="{6CB5890E-69F4-1121-DA58-7A923C370301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2544;p73">
              <a:extLst>
                <a:ext uri="{FF2B5EF4-FFF2-40B4-BE49-F238E27FC236}">
                  <a16:creationId xmlns:a16="http://schemas.microsoft.com/office/drawing/2014/main" id="{EF52B5C2-4520-77AE-1C77-A1B78C0E42BF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2545;p73">
              <a:extLst>
                <a:ext uri="{FF2B5EF4-FFF2-40B4-BE49-F238E27FC236}">
                  <a16:creationId xmlns:a16="http://schemas.microsoft.com/office/drawing/2014/main" id="{1C4FA3DA-2112-E3DA-C588-FF6153F445FA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2546;p73">
              <a:extLst>
                <a:ext uri="{FF2B5EF4-FFF2-40B4-BE49-F238E27FC236}">
                  <a16:creationId xmlns:a16="http://schemas.microsoft.com/office/drawing/2014/main" id="{7A6F6E7C-4396-3840-C4CA-65ADC6D0F144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" name="Google Shape;12547;p73">
              <a:extLst>
                <a:ext uri="{FF2B5EF4-FFF2-40B4-BE49-F238E27FC236}">
                  <a16:creationId xmlns:a16="http://schemas.microsoft.com/office/drawing/2014/main" id="{105FF7E6-D357-BFE8-ACE2-5C6D75F9D748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110" name="Google Shape;12548;p73">
                <a:extLst>
                  <a:ext uri="{FF2B5EF4-FFF2-40B4-BE49-F238E27FC236}">
                    <a16:creationId xmlns:a16="http://schemas.microsoft.com/office/drawing/2014/main" id="{995C1C31-9EF8-C2F6-7FE0-BA5DC395C333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2549;p73">
                <a:extLst>
                  <a:ext uri="{FF2B5EF4-FFF2-40B4-BE49-F238E27FC236}">
                    <a16:creationId xmlns:a16="http://schemas.microsoft.com/office/drawing/2014/main" id="{3D9C57CE-F91C-479D-0E0E-65B63614EE62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2550;p73">
                <a:extLst>
                  <a:ext uri="{FF2B5EF4-FFF2-40B4-BE49-F238E27FC236}">
                    <a16:creationId xmlns:a16="http://schemas.microsoft.com/office/drawing/2014/main" id="{CC915B29-A143-5A30-6976-838A72280A22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2551;p73">
                <a:extLst>
                  <a:ext uri="{FF2B5EF4-FFF2-40B4-BE49-F238E27FC236}">
                    <a16:creationId xmlns:a16="http://schemas.microsoft.com/office/drawing/2014/main" id="{149DD3BF-B3FB-BE58-2C30-982BD380BD6F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" name="Google Shape;12552;p73">
              <a:extLst>
                <a:ext uri="{FF2B5EF4-FFF2-40B4-BE49-F238E27FC236}">
                  <a16:creationId xmlns:a16="http://schemas.microsoft.com/office/drawing/2014/main" id="{04188902-5645-8730-A852-1BFF5C656608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106" name="Google Shape;12553;p73">
                <a:extLst>
                  <a:ext uri="{FF2B5EF4-FFF2-40B4-BE49-F238E27FC236}">
                    <a16:creationId xmlns:a16="http://schemas.microsoft.com/office/drawing/2014/main" id="{CFAF0170-2929-0416-E3B7-0DBB81496C22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2554;p73">
                <a:extLst>
                  <a:ext uri="{FF2B5EF4-FFF2-40B4-BE49-F238E27FC236}">
                    <a16:creationId xmlns:a16="http://schemas.microsoft.com/office/drawing/2014/main" id="{A1F62328-3C49-C9E3-2E7D-0AB7E22587E1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2555;p73">
                <a:extLst>
                  <a:ext uri="{FF2B5EF4-FFF2-40B4-BE49-F238E27FC236}">
                    <a16:creationId xmlns:a16="http://schemas.microsoft.com/office/drawing/2014/main" id="{653582BC-1448-7644-AC7F-64A3D2E16952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2556;p73">
                <a:extLst>
                  <a:ext uri="{FF2B5EF4-FFF2-40B4-BE49-F238E27FC236}">
                    <a16:creationId xmlns:a16="http://schemas.microsoft.com/office/drawing/2014/main" id="{87A083D1-F9ED-3A60-2138-83964ED09B46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12557;p73">
              <a:extLst>
                <a:ext uri="{FF2B5EF4-FFF2-40B4-BE49-F238E27FC236}">
                  <a16:creationId xmlns:a16="http://schemas.microsoft.com/office/drawing/2014/main" id="{53E426B6-4069-3DF5-5B83-AF3EF78FF2A0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102" name="Google Shape;12558;p73">
                <a:extLst>
                  <a:ext uri="{FF2B5EF4-FFF2-40B4-BE49-F238E27FC236}">
                    <a16:creationId xmlns:a16="http://schemas.microsoft.com/office/drawing/2014/main" id="{160D5691-6004-9938-DEC3-6EDEB7753FFE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2559;p73">
                <a:extLst>
                  <a:ext uri="{FF2B5EF4-FFF2-40B4-BE49-F238E27FC236}">
                    <a16:creationId xmlns:a16="http://schemas.microsoft.com/office/drawing/2014/main" id="{8FD8877F-C05E-7D5F-7AD1-FE808FE7F160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2560;p73">
                <a:extLst>
                  <a:ext uri="{FF2B5EF4-FFF2-40B4-BE49-F238E27FC236}">
                    <a16:creationId xmlns:a16="http://schemas.microsoft.com/office/drawing/2014/main" id="{55EDAEFA-1BF3-52FA-A80A-476DF971410A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2561;p73">
                <a:extLst>
                  <a:ext uri="{FF2B5EF4-FFF2-40B4-BE49-F238E27FC236}">
                    <a16:creationId xmlns:a16="http://schemas.microsoft.com/office/drawing/2014/main" id="{21EAAFD0-5DFD-7D11-A5A2-E4AB459128DB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" name="Google Shape;12562;p73">
              <a:extLst>
                <a:ext uri="{FF2B5EF4-FFF2-40B4-BE49-F238E27FC236}">
                  <a16:creationId xmlns:a16="http://schemas.microsoft.com/office/drawing/2014/main" id="{E1E1DAFE-A58C-AAE7-B4C8-86F7E2C5835D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98" name="Google Shape;12563;p73">
                <a:extLst>
                  <a:ext uri="{FF2B5EF4-FFF2-40B4-BE49-F238E27FC236}">
                    <a16:creationId xmlns:a16="http://schemas.microsoft.com/office/drawing/2014/main" id="{8B838265-C2D2-5682-35F3-ECF51E978EA9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2564;p73">
                <a:extLst>
                  <a:ext uri="{FF2B5EF4-FFF2-40B4-BE49-F238E27FC236}">
                    <a16:creationId xmlns:a16="http://schemas.microsoft.com/office/drawing/2014/main" id="{F4CFD440-C34E-F1FC-2681-E1D8EB5ABD59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2565;p73">
                <a:extLst>
                  <a:ext uri="{FF2B5EF4-FFF2-40B4-BE49-F238E27FC236}">
                    <a16:creationId xmlns:a16="http://schemas.microsoft.com/office/drawing/2014/main" id="{E71B65F6-6F4C-7BAE-7E9F-77C63E524B36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2566;p73">
                <a:extLst>
                  <a:ext uri="{FF2B5EF4-FFF2-40B4-BE49-F238E27FC236}">
                    <a16:creationId xmlns:a16="http://schemas.microsoft.com/office/drawing/2014/main" id="{D07D9C95-FF36-67FC-CB72-9B517AB66B3B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" name="Google Shape;12567;p73">
              <a:extLst>
                <a:ext uri="{FF2B5EF4-FFF2-40B4-BE49-F238E27FC236}">
                  <a16:creationId xmlns:a16="http://schemas.microsoft.com/office/drawing/2014/main" id="{6EC2CD28-3943-64B2-EF3F-876F96FD0B91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2568;p73">
              <a:extLst>
                <a:ext uri="{FF2B5EF4-FFF2-40B4-BE49-F238E27FC236}">
                  <a16:creationId xmlns:a16="http://schemas.microsoft.com/office/drawing/2014/main" id="{DA50F095-E44B-EF3D-6663-D2F73E493DF1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2569;p73">
              <a:extLst>
                <a:ext uri="{FF2B5EF4-FFF2-40B4-BE49-F238E27FC236}">
                  <a16:creationId xmlns:a16="http://schemas.microsoft.com/office/drawing/2014/main" id="{38ABE092-7B43-4310-EBEC-B70DFAC259AB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2570;p73">
              <a:extLst>
                <a:ext uri="{FF2B5EF4-FFF2-40B4-BE49-F238E27FC236}">
                  <a16:creationId xmlns:a16="http://schemas.microsoft.com/office/drawing/2014/main" id="{E09972E3-CFBB-701D-D3C2-0E725F008D48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12571;p73">
              <a:extLst>
                <a:ext uri="{FF2B5EF4-FFF2-40B4-BE49-F238E27FC236}">
                  <a16:creationId xmlns:a16="http://schemas.microsoft.com/office/drawing/2014/main" id="{6FDFF06F-1121-BBF3-CA8A-1B0678CE4D8A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94" name="Google Shape;12572;p73">
                <a:extLst>
                  <a:ext uri="{FF2B5EF4-FFF2-40B4-BE49-F238E27FC236}">
                    <a16:creationId xmlns:a16="http://schemas.microsoft.com/office/drawing/2014/main" id="{C7AE6B97-FDA5-C70C-E8C1-D5B8FDA57141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2573;p73">
                <a:extLst>
                  <a:ext uri="{FF2B5EF4-FFF2-40B4-BE49-F238E27FC236}">
                    <a16:creationId xmlns:a16="http://schemas.microsoft.com/office/drawing/2014/main" id="{C4057431-F3BB-CEE1-9C29-7766A05B54B8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2574;p73">
                <a:extLst>
                  <a:ext uri="{FF2B5EF4-FFF2-40B4-BE49-F238E27FC236}">
                    <a16:creationId xmlns:a16="http://schemas.microsoft.com/office/drawing/2014/main" id="{85E30B4E-975B-1852-2840-CEFD31A1599B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2575;p73">
                <a:extLst>
                  <a:ext uri="{FF2B5EF4-FFF2-40B4-BE49-F238E27FC236}">
                    <a16:creationId xmlns:a16="http://schemas.microsoft.com/office/drawing/2014/main" id="{F7754C66-C9AA-82A1-FD3E-188E193B83F7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" name="Google Shape;12576;p73">
              <a:extLst>
                <a:ext uri="{FF2B5EF4-FFF2-40B4-BE49-F238E27FC236}">
                  <a16:creationId xmlns:a16="http://schemas.microsoft.com/office/drawing/2014/main" id="{CD50E116-DC59-C8F7-149E-7975AE2EA3D4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90" name="Google Shape;12577;p73">
                <a:extLst>
                  <a:ext uri="{FF2B5EF4-FFF2-40B4-BE49-F238E27FC236}">
                    <a16:creationId xmlns:a16="http://schemas.microsoft.com/office/drawing/2014/main" id="{411651F4-3460-8573-7F23-E6EF32E2EA45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12578;p73">
                <a:extLst>
                  <a:ext uri="{FF2B5EF4-FFF2-40B4-BE49-F238E27FC236}">
                    <a16:creationId xmlns:a16="http://schemas.microsoft.com/office/drawing/2014/main" id="{7E994070-BD65-BC8B-564E-5947D017109F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12579;p73">
                <a:extLst>
                  <a:ext uri="{FF2B5EF4-FFF2-40B4-BE49-F238E27FC236}">
                    <a16:creationId xmlns:a16="http://schemas.microsoft.com/office/drawing/2014/main" id="{9D9FDEEC-7453-830D-D8C6-A2C30958449D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12580;p73">
                <a:extLst>
                  <a:ext uri="{FF2B5EF4-FFF2-40B4-BE49-F238E27FC236}">
                    <a16:creationId xmlns:a16="http://schemas.microsoft.com/office/drawing/2014/main" id="{067B9DD3-C506-F1AE-B6F5-21DBDF9F0BB7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91B5B551-4A8E-8E32-DCC9-854C9A1194D7}"/>
              </a:ext>
            </a:extLst>
          </p:cNvPr>
          <p:cNvSpPr txBox="1"/>
          <p:nvPr/>
        </p:nvSpPr>
        <p:spPr>
          <a:xfrm>
            <a:off x="2284863" y="135510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94A422AE-27AB-7D1C-D9A6-B474FD7E86C4}"/>
              </a:ext>
            </a:extLst>
          </p:cNvPr>
          <p:cNvSpPr txBox="1"/>
          <p:nvPr/>
        </p:nvSpPr>
        <p:spPr>
          <a:xfrm>
            <a:off x="2281049" y="3502054"/>
            <a:ext cx="1467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Impacto en </a:t>
            </a:r>
          </a:p>
          <a:p>
            <a:r>
              <a:rPr lang="es-ES" b="1" dirty="0">
                <a:solidFill>
                  <a:srgbClr val="0000CC"/>
                </a:solidFill>
              </a:rPr>
              <a:t>el negocio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E06E5911-8B1E-B765-4131-A4F26DB218F4}"/>
              </a:ext>
            </a:extLst>
          </p:cNvPr>
          <p:cNvSpPr txBox="1"/>
          <p:nvPr/>
        </p:nvSpPr>
        <p:spPr>
          <a:xfrm>
            <a:off x="2281049" y="5649008"/>
            <a:ext cx="115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Los retos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985A0432-E0D4-B0DF-FBFD-91357896B9B6}"/>
              </a:ext>
            </a:extLst>
          </p:cNvPr>
          <p:cNvSpPr txBox="1"/>
          <p:nvPr/>
        </p:nvSpPr>
        <p:spPr>
          <a:xfrm>
            <a:off x="4917159" y="1093490"/>
            <a:ext cx="712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Big Data</a:t>
            </a:r>
            <a:endParaRPr lang="es-PE" sz="1100" dirty="0"/>
          </a:p>
        </p:txBody>
      </p:sp>
      <p:grpSp>
        <p:nvGrpSpPr>
          <p:cNvPr id="118" name="Google Shape;15221;p81">
            <a:extLst>
              <a:ext uri="{FF2B5EF4-FFF2-40B4-BE49-F238E27FC236}">
                <a16:creationId xmlns:a16="http://schemas.microsoft.com/office/drawing/2014/main" id="{95B81976-2EC8-0C74-0C3C-53CD6CD51A90}"/>
              </a:ext>
            </a:extLst>
          </p:cNvPr>
          <p:cNvGrpSpPr/>
          <p:nvPr/>
        </p:nvGrpSpPr>
        <p:grpSpPr>
          <a:xfrm>
            <a:off x="5068919" y="1427454"/>
            <a:ext cx="576415" cy="563442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119" name="Google Shape;15222;p81">
              <a:extLst>
                <a:ext uri="{FF2B5EF4-FFF2-40B4-BE49-F238E27FC236}">
                  <a16:creationId xmlns:a16="http://schemas.microsoft.com/office/drawing/2014/main" id="{B1485D6F-8F63-E3E6-10C7-BFE3C3262F59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0" name="Google Shape;15223;p81">
              <a:extLst>
                <a:ext uri="{FF2B5EF4-FFF2-40B4-BE49-F238E27FC236}">
                  <a16:creationId xmlns:a16="http://schemas.microsoft.com/office/drawing/2014/main" id="{337EDBA8-D483-0BC6-7E52-E7D4BAACDB19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79F87914-63FB-6705-D110-19CFC539E0CE}"/>
              </a:ext>
            </a:extLst>
          </p:cNvPr>
          <p:cNvSpPr txBox="1"/>
          <p:nvPr/>
        </p:nvSpPr>
        <p:spPr>
          <a:xfrm>
            <a:off x="3557626" y="2161859"/>
            <a:ext cx="11079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Procesamiento</a:t>
            </a:r>
            <a:endParaRPr lang="es-PE" sz="1100" dirty="0"/>
          </a:p>
        </p:txBody>
      </p:sp>
      <p:sp>
        <p:nvSpPr>
          <p:cNvPr id="122" name="Signo más 121">
            <a:extLst>
              <a:ext uri="{FF2B5EF4-FFF2-40B4-BE49-F238E27FC236}">
                <a16:creationId xmlns:a16="http://schemas.microsoft.com/office/drawing/2014/main" id="{7EC2EC60-D6E7-4E3F-E4DC-9B678A9BA700}"/>
              </a:ext>
            </a:extLst>
          </p:cNvPr>
          <p:cNvSpPr/>
          <p:nvPr/>
        </p:nvSpPr>
        <p:spPr>
          <a:xfrm>
            <a:off x="4615223" y="1548650"/>
            <a:ext cx="280219" cy="287019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3" name="Signo más 122">
            <a:extLst>
              <a:ext uri="{FF2B5EF4-FFF2-40B4-BE49-F238E27FC236}">
                <a16:creationId xmlns:a16="http://schemas.microsoft.com/office/drawing/2014/main" id="{EE89F922-7F76-D2A8-85C4-6E6BA7A4874D}"/>
              </a:ext>
            </a:extLst>
          </p:cNvPr>
          <p:cNvSpPr/>
          <p:nvPr/>
        </p:nvSpPr>
        <p:spPr>
          <a:xfrm>
            <a:off x="5815781" y="1553684"/>
            <a:ext cx="280219" cy="287019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24" name="Imagen 123">
            <a:extLst>
              <a:ext uri="{FF2B5EF4-FFF2-40B4-BE49-F238E27FC236}">
                <a16:creationId xmlns:a16="http://schemas.microsoft.com/office/drawing/2014/main" id="{4F0EB3B0-29A1-E38A-AB79-F36C70091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013" y="1335767"/>
            <a:ext cx="1762125" cy="800100"/>
          </a:xfrm>
          <a:prstGeom prst="rect">
            <a:avLst/>
          </a:prstGeom>
        </p:spPr>
      </p:pic>
      <p:sp>
        <p:nvSpPr>
          <p:cNvPr id="125" name="CuadroTexto 124">
            <a:extLst>
              <a:ext uri="{FF2B5EF4-FFF2-40B4-BE49-F238E27FC236}">
                <a16:creationId xmlns:a16="http://schemas.microsoft.com/office/drawing/2014/main" id="{CFC21410-F39B-9CBA-CB7E-710C7C77FCF1}"/>
              </a:ext>
            </a:extLst>
          </p:cNvPr>
          <p:cNvSpPr txBox="1"/>
          <p:nvPr/>
        </p:nvSpPr>
        <p:spPr>
          <a:xfrm>
            <a:off x="6713337" y="2140905"/>
            <a:ext cx="813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Algoritmo</a:t>
            </a:r>
            <a:endParaRPr lang="es-PE" sz="1100" dirty="0"/>
          </a:p>
        </p:txBody>
      </p:sp>
      <p:grpSp>
        <p:nvGrpSpPr>
          <p:cNvPr id="126" name="Google Shape;14622;p79">
            <a:extLst>
              <a:ext uri="{FF2B5EF4-FFF2-40B4-BE49-F238E27FC236}">
                <a16:creationId xmlns:a16="http://schemas.microsoft.com/office/drawing/2014/main" id="{CF664F77-EEE5-EEF7-7C69-771E232933CE}"/>
              </a:ext>
            </a:extLst>
          </p:cNvPr>
          <p:cNvGrpSpPr/>
          <p:nvPr/>
        </p:nvGrpSpPr>
        <p:grpSpPr>
          <a:xfrm>
            <a:off x="8916261" y="1075724"/>
            <a:ext cx="1001775" cy="1086135"/>
            <a:chOff x="-48237000" y="2342650"/>
            <a:chExt cx="256800" cy="300225"/>
          </a:xfrm>
        </p:grpSpPr>
        <p:sp>
          <p:nvSpPr>
            <p:cNvPr id="127" name="Google Shape;14623;p79">
              <a:extLst>
                <a:ext uri="{FF2B5EF4-FFF2-40B4-BE49-F238E27FC236}">
                  <a16:creationId xmlns:a16="http://schemas.microsoft.com/office/drawing/2014/main" id="{5CDAAC89-197A-29B1-C256-76F0C8A101AE}"/>
                </a:ext>
              </a:extLst>
            </p:cNvPr>
            <p:cNvSpPr/>
            <p:nvPr/>
          </p:nvSpPr>
          <p:spPr>
            <a:xfrm>
              <a:off x="-48237000" y="2342650"/>
              <a:ext cx="256800" cy="300225"/>
            </a:xfrm>
            <a:custGeom>
              <a:avLst/>
              <a:gdLst/>
              <a:ahLst/>
              <a:cxnLst/>
              <a:rect l="l" t="t" r="r" b="b"/>
              <a:pathLst>
                <a:path w="10272" h="12009" extrusionOk="0">
                  <a:moveTo>
                    <a:pt x="4507" y="679"/>
                  </a:moveTo>
                  <a:cubicBezTo>
                    <a:pt x="4774" y="679"/>
                    <a:pt x="5048" y="706"/>
                    <a:pt x="5325" y="762"/>
                  </a:cubicBezTo>
                  <a:cubicBezTo>
                    <a:pt x="6774" y="1077"/>
                    <a:pt x="7940" y="2274"/>
                    <a:pt x="8255" y="3723"/>
                  </a:cubicBezTo>
                  <a:cubicBezTo>
                    <a:pt x="8381" y="4227"/>
                    <a:pt x="8381" y="4763"/>
                    <a:pt x="8318" y="5267"/>
                  </a:cubicBezTo>
                  <a:cubicBezTo>
                    <a:pt x="8318" y="5330"/>
                    <a:pt x="8318" y="5424"/>
                    <a:pt x="8350" y="5487"/>
                  </a:cubicBezTo>
                  <a:lnTo>
                    <a:pt x="9263" y="7220"/>
                  </a:lnTo>
                  <a:cubicBezTo>
                    <a:pt x="9389" y="7441"/>
                    <a:pt x="9232" y="7756"/>
                    <a:pt x="8980" y="7756"/>
                  </a:cubicBezTo>
                  <a:lnTo>
                    <a:pt x="8034" y="7756"/>
                  </a:lnTo>
                  <a:cubicBezTo>
                    <a:pt x="7845" y="7756"/>
                    <a:pt x="7688" y="7913"/>
                    <a:pt x="7688" y="8102"/>
                  </a:cubicBezTo>
                  <a:lnTo>
                    <a:pt x="7688" y="9867"/>
                  </a:lnTo>
                  <a:lnTo>
                    <a:pt x="5892" y="9867"/>
                  </a:lnTo>
                  <a:cubicBezTo>
                    <a:pt x="5703" y="9867"/>
                    <a:pt x="5546" y="10024"/>
                    <a:pt x="5546" y="10213"/>
                  </a:cubicBezTo>
                  <a:lnTo>
                    <a:pt x="5546" y="11284"/>
                  </a:lnTo>
                  <a:lnTo>
                    <a:pt x="2049" y="11284"/>
                  </a:lnTo>
                  <a:lnTo>
                    <a:pt x="2049" y="7693"/>
                  </a:lnTo>
                  <a:cubicBezTo>
                    <a:pt x="2049" y="7598"/>
                    <a:pt x="2017" y="7504"/>
                    <a:pt x="1923" y="7441"/>
                  </a:cubicBezTo>
                  <a:cubicBezTo>
                    <a:pt x="1103" y="6685"/>
                    <a:pt x="631" y="5645"/>
                    <a:pt x="631" y="4542"/>
                  </a:cubicBezTo>
                  <a:cubicBezTo>
                    <a:pt x="631" y="2387"/>
                    <a:pt x="2372" y="679"/>
                    <a:pt x="4507" y="679"/>
                  </a:cubicBezTo>
                  <a:close/>
                  <a:moveTo>
                    <a:pt x="4570" y="0"/>
                  </a:moveTo>
                  <a:cubicBezTo>
                    <a:pt x="2059" y="0"/>
                    <a:pt x="1" y="1999"/>
                    <a:pt x="1" y="4542"/>
                  </a:cubicBezTo>
                  <a:cubicBezTo>
                    <a:pt x="1" y="5802"/>
                    <a:pt x="505" y="7000"/>
                    <a:pt x="1418" y="7850"/>
                  </a:cubicBezTo>
                  <a:lnTo>
                    <a:pt x="1418" y="11631"/>
                  </a:lnTo>
                  <a:cubicBezTo>
                    <a:pt x="1418" y="11851"/>
                    <a:pt x="1576" y="12009"/>
                    <a:pt x="1765" y="12009"/>
                  </a:cubicBezTo>
                  <a:lnTo>
                    <a:pt x="5987" y="12009"/>
                  </a:lnTo>
                  <a:cubicBezTo>
                    <a:pt x="6176" y="12009"/>
                    <a:pt x="6333" y="11851"/>
                    <a:pt x="6333" y="11631"/>
                  </a:cubicBezTo>
                  <a:lnTo>
                    <a:pt x="6333" y="10591"/>
                  </a:lnTo>
                  <a:lnTo>
                    <a:pt x="8097" y="10591"/>
                  </a:lnTo>
                  <a:cubicBezTo>
                    <a:pt x="8287" y="10591"/>
                    <a:pt x="8444" y="10434"/>
                    <a:pt x="8444" y="10213"/>
                  </a:cubicBezTo>
                  <a:lnTo>
                    <a:pt x="8444" y="8449"/>
                  </a:lnTo>
                  <a:lnTo>
                    <a:pt x="9043" y="8449"/>
                  </a:lnTo>
                  <a:cubicBezTo>
                    <a:pt x="9799" y="8417"/>
                    <a:pt x="10271" y="7598"/>
                    <a:pt x="9925" y="6874"/>
                  </a:cubicBezTo>
                  <a:lnTo>
                    <a:pt x="9043" y="5267"/>
                  </a:lnTo>
                  <a:cubicBezTo>
                    <a:pt x="9137" y="4700"/>
                    <a:pt x="9137" y="4164"/>
                    <a:pt x="9011" y="3597"/>
                  </a:cubicBezTo>
                  <a:cubicBezTo>
                    <a:pt x="8665" y="1864"/>
                    <a:pt x="7247" y="510"/>
                    <a:pt x="5546" y="100"/>
                  </a:cubicBezTo>
                  <a:cubicBezTo>
                    <a:pt x="5215" y="33"/>
                    <a:pt x="4889" y="0"/>
                    <a:pt x="45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4624;p79">
              <a:extLst>
                <a:ext uri="{FF2B5EF4-FFF2-40B4-BE49-F238E27FC236}">
                  <a16:creationId xmlns:a16="http://schemas.microsoft.com/office/drawing/2014/main" id="{0EB62FBF-4A4B-936A-624F-26F88D08EFAF}"/>
                </a:ext>
              </a:extLst>
            </p:cNvPr>
            <p:cNvSpPr/>
            <p:nvPr/>
          </p:nvSpPr>
          <p:spPr>
            <a:xfrm>
              <a:off x="-48195250" y="2377425"/>
              <a:ext cx="144150" cy="140225"/>
            </a:xfrm>
            <a:custGeom>
              <a:avLst/>
              <a:gdLst/>
              <a:ahLst/>
              <a:cxnLst/>
              <a:rect l="l" t="t" r="r" b="b"/>
              <a:pathLst>
                <a:path w="5766" h="5609" extrusionOk="0">
                  <a:moveTo>
                    <a:pt x="3214" y="757"/>
                  </a:moveTo>
                  <a:lnTo>
                    <a:pt x="3214" y="883"/>
                  </a:lnTo>
                  <a:cubicBezTo>
                    <a:pt x="3214" y="1040"/>
                    <a:pt x="3277" y="1135"/>
                    <a:pt x="3435" y="1198"/>
                  </a:cubicBezTo>
                  <a:cubicBezTo>
                    <a:pt x="3624" y="1261"/>
                    <a:pt x="3844" y="1387"/>
                    <a:pt x="4002" y="1513"/>
                  </a:cubicBezTo>
                  <a:cubicBezTo>
                    <a:pt x="4061" y="1553"/>
                    <a:pt x="4146" y="1593"/>
                    <a:pt x="4233" y="1593"/>
                  </a:cubicBezTo>
                  <a:cubicBezTo>
                    <a:pt x="4283" y="1593"/>
                    <a:pt x="4333" y="1579"/>
                    <a:pt x="4380" y="1545"/>
                  </a:cubicBezTo>
                  <a:lnTo>
                    <a:pt x="4506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32" y="2206"/>
                    <a:pt x="4537" y="2364"/>
                    <a:pt x="4569" y="2490"/>
                  </a:cubicBezTo>
                  <a:cubicBezTo>
                    <a:pt x="4632" y="2710"/>
                    <a:pt x="4632" y="2899"/>
                    <a:pt x="4569" y="3120"/>
                  </a:cubicBezTo>
                  <a:cubicBezTo>
                    <a:pt x="4537" y="3277"/>
                    <a:pt x="4632" y="3403"/>
                    <a:pt x="4726" y="3466"/>
                  </a:cubicBezTo>
                  <a:lnTo>
                    <a:pt x="4852" y="3561"/>
                  </a:lnTo>
                  <a:lnTo>
                    <a:pt x="4506" y="4159"/>
                  </a:lnTo>
                  <a:lnTo>
                    <a:pt x="4380" y="4065"/>
                  </a:lnTo>
                  <a:cubicBezTo>
                    <a:pt x="4323" y="4037"/>
                    <a:pt x="4260" y="4021"/>
                    <a:pt x="4199" y="4021"/>
                  </a:cubicBezTo>
                  <a:cubicBezTo>
                    <a:pt x="4125" y="4021"/>
                    <a:pt x="4054" y="4044"/>
                    <a:pt x="4002" y="4096"/>
                  </a:cubicBezTo>
                  <a:cubicBezTo>
                    <a:pt x="3844" y="4254"/>
                    <a:pt x="3624" y="4348"/>
                    <a:pt x="3435" y="4411"/>
                  </a:cubicBezTo>
                  <a:cubicBezTo>
                    <a:pt x="3277" y="4475"/>
                    <a:pt x="3214" y="4632"/>
                    <a:pt x="3214" y="4727"/>
                  </a:cubicBezTo>
                  <a:lnTo>
                    <a:pt x="3214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426" y="4475"/>
                    <a:pt x="2269" y="4411"/>
                  </a:cubicBezTo>
                  <a:cubicBezTo>
                    <a:pt x="2048" y="4348"/>
                    <a:pt x="1859" y="4222"/>
                    <a:pt x="1702" y="4096"/>
                  </a:cubicBezTo>
                  <a:cubicBezTo>
                    <a:pt x="1622" y="4057"/>
                    <a:pt x="1530" y="4017"/>
                    <a:pt x="1449" y="4017"/>
                  </a:cubicBezTo>
                  <a:cubicBezTo>
                    <a:pt x="1402" y="4017"/>
                    <a:pt x="1358" y="4030"/>
                    <a:pt x="1324" y="4065"/>
                  </a:cubicBezTo>
                  <a:lnTo>
                    <a:pt x="1198" y="4159"/>
                  </a:lnTo>
                  <a:lnTo>
                    <a:pt x="851" y="3561"/>
                  </a:lnTo>
                  <a:lnTo>
                    <a:pt x="946" y="3466"/>
                  </a:lnTo>
                  <a:cubicBezTo>
                    <a:pt x="1072" y="3403"/>
                    <a:pt x="1166" y="3246"/>
                    <a:pt x="1103" y="3120"/>
                  </a:cubicBezTo>
                  <a:cubicBezTo>
                    <a:pt x="1072" y="2899"/>
                    <a:pt x="1072" y="2710"/>
                    <a:pt x="1103" y="2490"/>
                  </a:cubicBezTo>
                  <a:cubicBezTo>
                    <a:pt x="1166" y="2332"/>
                    <a:pt x="1072" y="2206"/>
                    <a:pt x="946" y="2143"/>
                  </a:cubicBezTo>
                  <a:lnTo>
                    <a:pt x="851" y="2049"/>
                  </a:lnTo>
                  <a:lnTo>
                    <a:pt x="1198" y="1482"/>
                  </a:lnTo>
                  <a:lnTo>
                    <a:pt x="1324" y="1545"/>
                  </a:lnTo>
                  <a:cubicBezTo>
                    <a:pt x="1366" y="1573"/>
                    <a:pt x="1421" y="1588"/>
                    <a:pt x="1481" y="1588"/>
                  </a:cubicBezTo>
                  <a:cubicBezTo>
                    <a:pt x="1553" y="1588"/>
                    <a:pt x="1632" y="1565"/>
                    <a:pt x="1702" y="1513"/>
                  </a:cubicBezTo>
                  <a:cubicBezTo>
                    <a:pt x="1859" y="1356"/>
                    <a:pt x="2048" y="1261"/>
                    <a:pt x="2269" y="1198"/>
                  </a:cubicBezTo>
                  <a:cubicBezTo>
                    <a:pt x="2426" y="1135"/>
                    <a:pt x="2489" y="977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85" y="1"/>
                    <a:pt x="1828" y="158"/>
                    <a:pt x="1828" y="379"/>
                  </a:cubicBezTo>
                  <a:lnTo>
                    <a:pt x="1828" y="599"/>
                  </a:lnTo>
                  <a:cubicBezTo>
                    <a:pt x="1702" y="631"/>
                    <a:pt x="1576" y="725"/>
                    <a:pt x="1513" y="788"/>
                  </a:cubicBezTo>
                  <a:lnTo>
                    <a:pt x="1324" y="694"/>
                  </a:lnTo>
                  <a:cubicBezTo>
                    <a:pt x="1265" y="658"/>
                    <a:pt x="1192" y="641"/>
                    <a:pt x="1122" y="641"/>
                  </a:cubicBezTo>
                  <a:cubicBezTo>
                    <a:pt x="1004" y="641"/>
                    <a:pt x="890" y="690"/>
                    <a:pt x="851" y="788"/>
                  </a:cubicBezTo>
                  <a:lnTo>
                    <a:pt x="126" y="2017"/>
                  </a:lnTo>
                  <a:cubicBezTo>
                    <a:pt x="63" y="2175"/>
                    <a:pt x="95" y="2427"/>
                    <a:pt x="253" y="2490"/>
                  </a:cubicBezTo>
                  <a:lnTo>
                    <a:pt x="442" y="2616"/>
                  </a:lnTo>
                  <a:lnTo>
                    <a:pt x="442" y="2994"/>
                  </a:lnTo>
                  <a:lnTo>
                    <a:pt x="253" y="3120"/>
                  </a:lnTo>
                  <a:cubicBezTo>
                    <a:pt x="95" y="3214"/>
                    <a:pt x="0" y="3435"/>
                    <a:pt x="126" y="3592"/>
                  </a:cubicBezTo>
                  <a:lnTo>
                    <a:pt x="851" y="4821"/>
                  </a:lnTo>
                  <a:cubicBezTo>
                    <a:pt x="894" y="4928"/>
                    <a:pt x="1024" y="4991"/>
                    <a:pt x="1152" y="4991"/>
                  </a:cubicBezTo>
                  <a:cubicBezTo>
                    <a:pt x="1213" y="4991"/>
                    <a:pt x="1273" y="4977"/>
                    <a:pt x="1324" y="4947"/>
                  </a:cubicBezTo>
                  <a:lnTo>
                    <a:pt x="1513" y="4821"/>
                  </a:lnTo>
                  <a:cubicBezTo>
                    <a:pt x="1639" y="4884"/>
                    <a:pt x="1733" y="4979"/>
                    <a:pt x="1828" y="5010"/>
                  </a:cubicBezTo>
                  <a:lnTo>
                    <a:pt x="1828" y="5262"/>
                  </a:lnTo>
                  <a:cubicBezTo>
                    <a:pt x="1828" y="5451"/>
                    <a:pt x="1985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9" y="5451"/>
                    <a:pt x="3939" y="5262"/>
                  </a:cubicBezTo>
                  <a:lnTo>
                    <a:pt x="3939" y="5010"/>
                  </a:lnTo>
                  <a:cubicBezTo>
                    <a:pt x="4065" y="4979"/>
                    <a:pt x="4191" y="4884"/>
                    <a:pt x="4254" y="4821"/>
                  </a:cubicBezTo>
                  <a:lnTo>
                    <a:pt x="4474" y="4947"/>
                  </a:lnTo>
                  <a:cubicBezTo>
                    <a:pt x="4524" y="4967"/>
                    <a:pt x="4580" y="4978"/>
                    <a:pt x="4637" y="4978"/>
                  </a:cubicBezTo>
                  <a:cubicBezTo>
                    <a:pt x="4759" y="4978"/>
                    <a:pt x="4882" y="4929"/>
                    <a:pt x="4947" y="4821"/>
                  </a:cubicBezTo>
                  <a:lnTo>
                    <a:pt x="5640" y="3592"/>
                  </a:lnTo>
                  <a:cubicBezTo>
                    <a:pt x="5734" y="3435"/>
                    <a:pt x="5671" y="3214"/>
                    <a:pt x="5514" y="3120"/>
                  </a:cubicBezTo>
                  <a:lnTo>
                    <a:pt x="5325" y="2994"/>
                  </a:lnTo>
                  <a:lnTo>
                    <a:pt x="5325" y="2616"/>
                  </a:lnTo>
                  <a:lnTo>
                    <a:pt x="5514" y="2490"/>
                  </a:lnTo>
                  <a:cubicBezTo>
                    <a:pt x="5671" y="2427"/>
                    <a:pt x="5766" y="2206"/>
                    <a:pt x="5640" y="2017"/>
                  </a:cubicBezTo>
                  <a:lnTo>
                    <a:pt x="4947" y="788"/>
                  </a:lnTo>
                  <a:cubicBezTo>
                    <a:pt x="4887" y="689"/>
                    <a:pt x="4777" y="627"/>
                    <a:pt x="4664" y="627"/>
                  </a:cubicBezTo>
                  <a:cubicBezTo>
                    <a:pt x="4598" y="627"/>
                    <a:pt x="4532" y="648"/>
                    <a:pt x="4474" y="694"/>
                  </a:cubicBezTo>
                  <a:lnTo>
                    <a:pt x="4254" y="788"/>
                  </a:lnTo>
                  <a:cubicBezTo>
                    <a:pt x="4159" y="725"/>
                    <a:pt x="4033" y="631"/>
                    <a:pt x="3939" y="599"/>
                  </a:cubicBezTo>
                  <a:lnTo>
                    <a:pt x="3939" y="379"/>
                  </a:lnTo>
                  <a:cubicBezTo>
                    <a:pt x="3939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4625;p79">
              <a:extLst>
                <a:ext uri="{FF2B5EF4-FFF2-40B4-BE49-F238E27FC236}">
                  <a16:creationId xmlns:a16="http://schemas.microsoft.com/office/drawing/2014/main" id="{DE88C958-FB36-973C-A6A8-4AAA412DA718}"/>
                </a:ext>
              </a:extLst>
            </p:cNvPr>
            <p:cNvSpPr/>
            <p:nvPr/>
          </p:nvSpPr>
          <p:spPr>
            <a:xfrm>
              <a:off x="-48150350" y="2422325"/>
              <a:ext cx="52775" cy="52800"/>
            </a:xfrm>
            <a:custGeom>
              <a:avLst/>
              <a:gdLst/>
              <a:ahLst/>
              <a:cxnLst/>
              <a:rect l="l" t="t" r="r" b="b"/>
              <a:pathLst>
                <a:path w="2111" h="2112" extrusionOk="0">
                  <a:moveTo>
                    <a:pt x="1040" y="662"/>
                  </a:moveTo>
                  <a:cubicBezTo>
                    <a:pt x="1260" y="662"/>
                    <a:pt x="1418" y="820"/>
                    <a:pt x="1418" y="1009"/>
                  </a:cubicBezTo>
                  <a:cubicBezTo>
                    <a:pt x="1418" y="1198"/>
                    <a:pt x="1260" y="1355"/>
                    <a:pt x="1040" y="1355"/>
                  </a:cubicBezTo>
                  <a:cubicBezTo>
                    <a:pt x="851" y="1355"/>
                    <a:pt x="693" y="1198"/>
                    <a:pt x="693" y="1009"/>
                  </a:cubicBezTo>
                  <a:cubicBezTo>
                    <a:pt x="693" y="820"/>
                    <a:pt x="851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1"/>
                    <a:pt x="1040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Es igual a 129">
            <a:extLst>
              <a:ext uri="{FF2B5EF4-FFF2-40B4-BE49-F238E27FC236}">
                <a16:creationId xmlns:a16="http://schemas.microsoft.com/office/drawing/2014/main" id="{2202DACF-3158-BE5F-7CAD-D20F49FB1EDD}"/>
              </a:ext>
            </a:extLst>
          </p:cNvPr>
          <p:cNvSpPr/>
          <p:nvPr/>
        </p:nvSpPr>
        <p:spPr>
          <a:xfrm>
            <a:off x="8276625" y="1526656"/>
            <a:ext cx="484456" cy="303390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C3F58865-0DA8-9A5F-51DF-9652A89758F8}"/>
              </a:ext>
            </a:extLst>
          </p:cNvPr>
          <p:cNvSpPr txBox="1"/>
          <p:nvPr/>
        </p:nvSpPr>
        <p:spPr>
          <a:xfrm>
            <a:off x="8816045" y="2177166"/>
            <a:ext cx="1082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Razonamiento</a:t>
            </a:r>
            <a:endParaRPr lang="es-PE" sz="1100"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261F93F6-DB68-0F5C-198A-9E50141162B9}"/>
              </a:ext>
            </a:extLst>
          </p:cNvPr>
          <p:cNvSpPr txBox="1"/>
          <p:nvPr/>
        </p:nvSpPr>
        <p:spPr>
          <a:xfrm>
            <a:off x="8362814" y="2438776"/>
            <a:ext cx="20922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Aprendizaje (de la experiencia)</a:t>
            </a:r>
            <a:endParaRPr lang="es-PE" sz="11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9D723C5C-A02A-CEEC-8B6B-8058841771C3}"/>
              </a:ext>
            </a:extLst>
          </p:cNvPr>
          <p:cNvSpPr txBox="1"/>
          <p:nvPr/>
        </p:nvSpPr>
        <p:spPr>
          <a:xfrm>
            <a:off x="9991979" y="1110643"/>
            <a:ext cx="13244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General (películas)</a:t>
            </a:r>
            <a:endParaRPr lang="es-PE" sz="1100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1D3B8E51-FAE2-9DF3-A794-7C1DE46AC127}"/>
              </a:ext>
            </a:extLst>
          </p:cNvPr>
          <p:cNvSpPr txBox="1"/>
          <p:nvPr/>
        </p:nvSpPr>
        <p:spPr>
          <a:xfrm>
            <a:off x="9958380" y="1744347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Específica (área de conocimiento)</a:t>
            </a:r>
            <a:endParaRPr lang="es-PE" sz="1100" dirty="0"/>
          </a:p>
        </p:txBody>
      </p:sp>
      <p:pic>
        <p:nvPicPr>
          <p:cNvPr id="135" name="Imagen 134">
            <a:extLst>
              <a:ext uri="{FF2B5EF4-FFF2-40B4-BE49-F238E27FC236}">
                <a16:creationId xmlns:a16="http://schemas.microsoft.com/office/drawing/2014/main" id="{A12385D5-7005-556A-4167-C0148C2C3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99" y="3080451"/>
            <a:ext cx="1272389" cy="662520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88418C36-D1E9-C24F-2BAB-9B04FFF44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792" y="3836924"/>
            <a:ext cx="1152833" cy="1237941"/>
          </a:xfrm>
          <a:prstGeom prst="rect">
            <a:avLst/>
          </a:prstGeom>
        </p:spPr>
      </p:pic>
      <p:cxnSp>
        <p:nvCxnSpPr>
          <p:cNvPr id="137" name="Conector recto de flecha 136">
            <a:extLst>
              <a:ext uri="{FF2B5EF4-FFF2-40B4-BE49-F238E27FC236}">
                <a16:creationId xmlns:a16="http://schemas.microsoft.com/office/drawing/2014/main" id="{3B59C33E-5963-2D51-9698-3CA34E0E2D93}"/>
              </a:ext>
            </a:extLst>
          </p:cNvPr>
          <p:cNvCxnSpPr>
            <a:cxnSpLocks/>
            <a:stCxn id="121" idx="2"/>
          </p:cNvCxnSpPr>
          <p:nvPr/>
        </p:nvCxnSpPr>
        <p:spPr>
          <a:xfrm>
            <a:off x="4111624" y="2423469"/>
            <a:ext cx="1966025" cy="82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Google Shape;13383;p75">
            <a:extLst>
              <a:ext uri="{FF2B5EF4-FFF2-40B4-BE49-F238E27FC236}">
                <a16:creationId xmlns:a16="http://schemas.microsoft.com/office/drawing/2014/main" id="{660A3E84-115D-0ED1-D285-F74156245B75}"/>
              </a:ext>
            </a:extLst>
          </p:cNvPr>
          <p:cNvSpPr/>
          <p:nvPr/>
        </p:nvSpPr>
        <p:spPr>
          <a:xfrm>
            <a:off x="6050279" y="3204236"/>
            <a:ext cx="946033" cy="520438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D2DC3435-0C33-049D-0DED-ADF16705758C}"/>
              </a:ext>
            </a:extLst>
          </p:cNvPr>
          <p:cNvSpPr txBox="1"/>
          <p:nvPr/>
        </p:nvSpPr>
        <p:spPr>
          <a:xfrm>
            <a:off x="5891403" y="3744347"/>
            <a:ext cx="12907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Cloud Computing</a:t>
            </a:r>
            <a:endParaRPr lang="es-PE" sz="1100" dirty="0"/>
          </a:p>
        </p:txBody>
      </p:sp>
      <p:cxnSp>
        <p:nvCxnSpPr>
          <p:cNvPr id="140" name="Conector recto de flecha 139">
            <a:extLst>
              <a:ext uri="{FF2B5EF4-FFF2-40B4-BE49-F238E27FC236}">
                <a16:creationId xmlns:a16="http://schemas.microsoft.com/office/drawing/2014/main" id="{74C6ACAA-8C03-0D8C-C807-E5C0C374F87C}"/>
              </a:ext>
            </a:extLst>
          </p:cNvPr>
          <p:cNvCxnSpPr>
            <a:cxnSpLocks/>
            <a:stCxn id="125" idx="2"/>
          </p:cNvCxnSpPr>
          <p:nvPr/>
        </p:nvCxnSpPr>
        <p:spPr>
          <a:xfrm>
            <a:off x="7119859" y="2402515"/>
            <a:ext cx="2161618" cy="801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E10DD541-96F0-3600-37CC-281946833543}"/>
              </a:ext>
            </a:extLst>
          </p:cNvPr>
          <p:cNvSpPr txBox="1"/>
          <p:nvPr/>
        </p:nvSpPr>
        <p:spPr>
          <a:xfrm>
            <a:off x="9154783" y="3267372"/>
            <a:ext cx="1843774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Campo de Investigación</a:t>
            </a:r>
          </a:p>
          <a:p>
            <a:pPr algn="ctr"/>
            <a:r>
              <a:rPr lang="es-ES" sz="1100" dirty="0"/>
              <a:t>(talento adecuado)</a:t>
            </a:r>
          </a:p>
          <a:p>
            <a:pPr marL="171450" indent="-171450">
              <a:buFontTx/>
              <a:buChar char="-"/>
            </a:pPr>
            <a:r>
              <a:rPr lang="es-ES" sz="1100" dirty="0"/>
              <a:t>Ciencia de datos</a:t>
            </a:r>
          </a:p>
          <a:p>
            <a:pPr marL="171450" indent="-171450">
              <a:buFontTx/>
              <a:buChar char="-"/>
            </a:pPr>
            <a:r>
              <a:rPr lang="es-ES" sz="1100" dirty="0"/>
              <a:t>Aprendizaje automático</a:t>
            </a:r>
          </a:p>
          <a:p>
            <a:pPr marL="171450" indent="-171450">
              <a:buFontTx/>
              <a:buChar char="-"/>
            </a:pPr>
            <a:r>
              <a:rPr lang="es-ES" sz="1100" dirty="0"/>
              <a:t>Mejorar fuerza laboral</a:t>
            </a:r>
            <a:endParaRPr lang="es-PE" sz="1100" dirty="0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C7BD991A-E7F6-C171-EE9A-89F1AEC61E4F}"/>
              </a:ext>
            </a:extLst>
          </p:cNvPr>
          <p:cNvSpPr txBox="1"/>
          <p:nvPr/>
        </p:nvSpPr>
        <p:spPr>
          <a:xfrm>
            <a:off x="7528774" y="3274987"/>
            <a:ext cx="11833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s-ES" sz="1100" dirty="0"/>
              <a:t>Los correctos</a:t>
            </a:r>
          </a:p>
          <a:p>
            <a:pPr marL="171450" indent="-171450">
              <a:buFontTx/>
              <a:buChar char="-"/>
            </a:pPr>
            <a:r>
              <a:rPr lang="es-ES" sz="1100" dirty="0"/>
              <a:t>Con calidad</a:t>
            </a:r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E443B228-6D75-DE01-F071-DF46DF192C4B}"/>
              </a:ext>
            </a:extLst>
          </p:cNvPr>
          <p:cNvCxnSpPr/>
          <p:nvPr/>
        </p:nvCxnSpPr>
        <p:spPr>
          <a:xfrm>
            <a:off x="5629213" y="2402515"/>
            <a:ext cx="2187432" cy="872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Imagen 143">
            <a:extLst>
              <a:ext uri="{FF2B5EF4-FFF2-40B4-BE49-F238E27FC236}">
                <a16:creationId xmlns:a16="http://schemas.microsoft.com/office/drawing/2014/main" id="{EBFDA6D8-CBC4-A601-745F-FD6B839BF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167" y="5515771"/>
            <a:ext cx="1800605" cy="982665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52818CD4-97B9-FF7E-AC6B-E61D1724B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694" y="5515771"/>
            <a:ext cx="1678465" cy="982665"/>
          </a:xfrm>
          <a:prstGeom prst="rect">
            <a:avLst/>
          </a:prstGeom>
        </p:spPr>
      </p:pic>
      <p:sp>
        <p:nvSpPr>
          <p:cNvPr id="146" name="Flecha: pentágono 145">
            <a:extLst>
              <a:ext uri="{FF2B5EF4-FFF2-40B4-BE49-F238E27FC236}">
                <a16:creationId xmlns:a16="http://schemas.microsoft.com/office/drawing/2014/main" id="{A43166B9-2EA8-F253-4718-19F61FE5EF45}"/>
              </a:ext>
            </a:extLst>
          </p:cNvPr>
          <p:cNvSpPr/>
          <p:nvPr/>
        </p:nvSpPr>
        <p:spPr>
          <a:xfrm>
            <a:off x="6022646" y="4366988"/>
            <a:ext cx="5171379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618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645B65-E07C-D9A8-722E-A1DDB260A7C0}"/>
              </a:ext>
            </a:extLst>
          </p:cNvPr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Google Shape;14305;p78">
            <a:extLst>
              <a:ext uri="{FF2B5EF4-FFF2-40B4-BE49-F238E27FC236}">
                <a16:creationId xmlns:a16="http://schemas.microsoft.com/office/drawing/2014/main" id="{5F360A4B-5C14-7ABA-A49A-E8D02083C01A}"/>
              </a:ext>
            </a:extLst>
          </p:cNvPr>
          <p:cNvSpPr/>
          <p:nvPr/>
        </p:nvSpPr>
        <p:spPr>
          <a:xfrm>
            <a:off x="736358" y="1294238"/>
            <a:ext cx="465172" cy="437261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1AC4AD-0E1E-1633-A9C4-D8E81FE674E6}"/>
              </a:ext>
            </a:extLst>
          </p:cNvPr>
          <p:cNvSpPr txBox="1"/>
          <p:nvPr/>
        </p:nvSpPr>
        <p:spPr>
          <a:xfrm>
            <a:off x="173376" y="1765207"/>
            <a:ext cx="1709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Cadena de Bloques</a:t>
            </a:r>
            <a:endParaRPr lang="es-PE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A58A22-CCE8-41C3-DF11-7346A4EA4430}"/>
              </a:ext>
            </a:extLst>
          </p:cNvPr>
          <p:cNvSpPr txBox="1"/>
          <p:nvPr/>
        </p:nvSpPr>
        <p:spPr>
          <a:xfrm>
            <a:off x="2284863" y="135510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Definición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AD314D-973B-A4B0-D3BA-D436B6372E52}"/>
              </a:ext>
            </a:extLst>
          </p:cNvPr>
          <p:cNvSpPr txBox="1"/>
          <p:nvPr/>
        </p:nvSpPr>
        <p:spPr>
          <a:xfrm>
            <a:off x="2281049" y="3856016"/>
            <a:ext cx="1467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Impacto en </a:t>
            </a:r>
          </a:p>
          <a:p>
            <a:r>
              <a:rPr lang="es-ES" b="1" dirty="0">
                <a:solidFill>
                  <a:srgbClr val="0000CC"/>
                </a:solidFill>
              </a:rPr>
              <a:t>el negocio</a:t>
            </a:r>
            <a:endParaRPr lang="es-PE" b="1" dirty="0">
              <a:solidFill>
                <a:srgbClr val="0000CC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1C9202E-F4FE-6FDF-7E26-046D66B81E33}"/>
              </a:ext>
            </a:extLst>
          </p:cNvPr>
          <p:cNvSpPr txBox="1"/>
          <p:nvPr/>
        </p:nvSpPr>
        <p:spPr>
          <a:xfrm>
            <a:off x="2281049" y="5649008"/>
            <a:ext cx="115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00CC"/>
                </a:solidFill>
              </a:rPr>
              <a:t>Los retos</a:t>
            </a:r>
            <a:endParaRPr lang="es-PE" b="1" dirty="0">
              <a:solidFill>
                <a:srgbClr val="0000CC"/>
              </a:solidFill>
            </a:endParaRPr>
          </a:p>
        </p:txBody>
      </p:sp>
      <p:grpSp>
        <p:nvGrpSpPr>
          <p:cNvPr id="12" name="Google Shape;14372;p78">
            <a:extLst>
              <a:ext uri="{FF2B5EF4-FFF2-40B4-BE49-F238E27FC236}">
                <a16:creationId xmlns:a16="http://schemas.microsoft.com/office/drawing/2014/main" id="{B8BBF04F-6B33-070F-56C2-683224F80FB0}"/>
              </a:ext>
            </a:extLst>
          </p:cNvPr>
          <p:cNvGrpSpPr/>
          <p:nvPr/>
        </p:nvGrpSpPr>
        <p:grpSpPr>
          <a:xfrm>
            <a:off x="5287689" y="1533182"/>
            <a:ext cx="361998" cy="361090"/>
            <a:chOff x="-57578225" y="1904075"/>
            <a:chExt cx="319025" cy="318225"/>
          </a:xfrm>
        </p:grpSpPr>
        <p:sp>
          <p:nvSpPr>
            <p:cNvPr id="13" name="Google Shape;14373;p78">
              <a:extLst>
                <a:ext uri="{FF2B5EF4-FFF2-40B4-BE49-F238E27FC236}">
                  <a16:creationId xmlns:a16="http://schemas.microsoft.com/office/drawing/2014/main" id="{1017FAB6-310F-2994-2A66-E372F1065C7D}"/>
                </a:ext>
              </a:extLst>
            </p:cNvPr>
            <p:cNvSpPr/>
            <p:nvPr/>
          </p:nvSpPr>
          <p:spPr>
            <a:xfrm>
              <a:off x="-57578225" y="190407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374;p78">
              <a:extLst>
                <a:ext uri="{FF2B5EF4-FFF2-40B4-BE49-F238E27FC236}">
                  <a16:creationId xmlns:a16="http://schemas.microsoft.com/office/drawing/2014/main" id="{CBDF98AB-FC9E-9E09-5C83-0D1762B27BCC}"/>
                </a:ext>
              </a:extLst>
            </p:cNvPr>
            <p:cNvSpPr/>
            <p:nvPr/>
          </p:nvSpPr>
          <p:spPr>
            <a:xfrm>
              <a:off x="-57446675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375;p78">
              <a:extLst>
                <a:ext uri="{FF2B5EF4-FFF2-40B4-BE49-F238E27FC236}">
                  <a16:creationId xmlns:a16="http://schemas.microsoft.com/office/drawing/2014/main" id="{8B6A60B9-A0A2-2D1F-215F-EECBB1872494}"/>
                </a:ext>
              </a:extLst>
            </p:cNvPr>
            <p:cNvSpPr/>
            <p:nvPr/>
          </p:nvSpPr>
          <p:spPr>
            <a:xfrm>
              <a:off x="-57371850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376;p78">
              <a:extLst>
                <a:ext uri="{FF2B5EF4-FFF2-40B4-BE49-F238E27FC236}">
                  <a16:creationId xmlns:a16="http://schemas.microsoft.com/office/drawing/2014/main" id="{3D1A638B-D9D8-90F0-6041-85B96E778D71}"/>
                </a:ext>
              </a:extLst>
            </p:cNvPr>
            <p:cNvSpPr/>
            <p:nvPr/>
          </p:nvSpPr>
          <p:spPr>
            <a:xfrm>
              <a:off x="-57436450" y="2136625"/>
              <a:ext cx="72500" cy="29750"/>
            </a:xfrm>
            <a:custGeom>
              <a:avLst/>
              <a:gdLst/>
              <a:ahLst/>
              <a:cxnLst/>
              <a:rect l="l" t="t" r="r" b="b"/>
              <a:pathLst>
                <a:path w="2900" h="1190" extrusionOk="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4503;p78">
            <a:extLst>
              <a:ext uri="{FF2B5EF4-FFF2-40B4-BE49-F238E27FC236}">
                <a16:creationId xmlns:a16="http://schemas.microsoft.com/office/drawing/2014/main" id="{005BF814-D0EC-C232-A54B-6ACFFF20FFBE}"/>
              </a:ext>
            </a:extLst>
          </p:cNvPr>
          <p:cNvGrpSpPr/>
          <p:nvPr/>
        </p:nvGrpSpPr>
        <p:grpSpPr>
          <a:xfrm>
            <a:off x="7482561" y="1527966"/>
            <a:ext cx="318170" cy="359303"/>
            <a:chOff x="-51722225" y="1915100"/>
            <a:chExt cx="280400" cy="316650"/>
          </a:xfrm>
        </p:grpSpPr>
        <p:sp>
          <p:nvSpPr>
            <p:cNvPr id="18" name="Google Shape;14504;p78">
              <a:extLst>
                <a:ext uri="{FF2B5EF4-FFF2-40B4-BE49-F238E27FC236}">
                  <a16:creationId xmlns:a16="http://schemas.microsoft.com/office/drawing/2014/main" id="{4950CC15-BC3C-10D5-EEBA-FAE426D4D108}"/>
                </a:ext>
              </a:extLst>
            </p:cNvPr>
            <p:cNvSpPr/>
            <p:nvPr/>
          </p:nvSpPr>
          <p:spPr>
            <a:xfrm>
              <a:off x="-51618275" y="214607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410" y="0"/>
                  </a:moveTo>
                  <a:cubicBezTo>
                    <a:pt x="316" y="0"/>
                    <a:pt x="221" y="40"/>
                    <a:pt x="158" y="118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05" y="1001"/>
                    <a:pt x="978" y="1190"/>
                    <a:pt x="1450" y="1190"/>
                  </a:cubicBezTo>
                  <a:cubicBezTo>
                    <a:pt x="1923" y="1190"/>
                    <a:pt x="2458" y="1001"/>
                    <a:pt x="2773" y="654"/>
                  </a:cubicBezTo>
                  <a:cubicBezTo>
                    <a:pt x="2931" y="496"/>
                    <a:pt x="2931" y="244"/>
                    <a:pt x="2773" y="118"/>
                  </a:cubicBezTo>
                  <a:cubicBezTo>
                    <a:pt x="2710" y="40"/>
                    <a:pt x="2616" y="0"/>
                    <a:pt x="2517" y="0"/>
                  </a:cubicBezTo>
                  <a:cubicBezTo>
                    <a:pt x="2419" y="0"/>
                    <a:pt x="2317" y="40"/>
                    <a:pt x="2238" y="118"/>
                  </a:cubicBezTo>
                  <a:cubicBezTo>
                    <a:pt x="2049" y="339"/>
                    <a:pt x="1734" y="433"/>
                    <a:pt x="1450" y="433"/>
                  </a:cubicBezTo>
                  <a:cubicBezTo>
                    <a:pt x="1198" y="433"/>
                    <a:pt x="883" y="339"/>
                    <a:pt x="663" y="118"/>
                  </a:cubicBezTo>
                  <a:cubicBezTo>
                    <a:pt x="600" y="40"/>
                    <a:pt x="505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505;p78">
              <a:extLst>
                <a:ext uri="{FF2B5EF4-FFF2-40B4-BE49-F238E27FC236}">
                  <a16:creationId xmlns:a16="http://schemas.microsoft.com/office/drawing/2014/main" id="{614AF74A-834C-34E5-93F6-E0E56D79E987}"/>
                </a:ext>
              </a:extLst>
            </p:cNvPr>
            <p:cNvSpPr/>
            <p:nvPr/>
          </p:nvSpPr>
          <p:spPr>
            <a:xfrm>
              <a:off x="-51627725" y="20820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4506;p78">
              <a:extLst>
                <a:ext uri="{FF2B5EF4-FFF2-40B4-BE49-F238E27FC236}">
                  <a16:creationId xmlns:a16="http://schemas.microsoft.com/office/drawing/2014/main" id="{FFE7B00D-7254-45B2-8E19-31EB64C3E640}"/>
                </a:ext>
              </a:extLst>
            </p:cNvPr>
            <p:cNvSpPr/>
            <p:nvPr/>
          </p:nvSpPr>
          <p:spPr>
            <a:xfrm>
              <a:off x="-51552900" y="20820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507;p78">
              <a:extLst>
                <a:ext uri="{FF2B5EF4-FFF2-40B4-BE49-F238E27FC236}">
                  <a16:creationId xmlns:a16="http://schemas.microsoft.com/office/drawing/2014/main" id="{64B01509-74E2-42F3-B61C-C70CDDBA0733}"/>
                </a:ext>
              </a:extLst>
            </p:cNvPr>
            <p:cNvSpPr/>
            <p:nvPr/>
          </p:nvSpPr>
          <p:spPr>
            <a:xfrm>
              <a:off x="-51722225" y="1915100"/>
              <a:ext cx="280400" cy="316650"/>
            </a:xfrm>
            <a:custGeom>
              <a:avLst/>
              <a:gdLst/>
              <a:ahLst/>
              <a:cxnLst/>
              <a:rect l="l" t="t" r="r" b="b"/>
              <a:pathLst>
                <a:path w="11216" h="12666" extrusionOk="0">
                  <a:moveTo>
                    <a:pt x="5608" y="662"/>
                  </a:moveTo>
                  <a:cubicBezTo>
                    <a:pt x="5766" y="662"/>
                    <a:pt x="6081" y="914"/>
                    <a:pt x="6333" y="1544"/>
                  </a:cubicBezTo>
                  <a:cubicBezTo>
                    <a:pt x="6585" y="2111"/>
                    <a:pt x="6679" y="2867"/>
                    <a:pt x="6711" y="3655"/>
                  </a:cubicBezTo>
                  <a:lnTo>
                    <a:pt x="4505" y="3655"/>
                  </a:lnTo>
                  <a:cubicBezTo>
                    <a:pt x="4568" y="2836"/>
                    <a:pt x="4663" y="2080"/>
                    <a:pt x="4915" y="1544"/>
                  </a:cubicBezTo>
                  <a:cubicBezTo>
                    <a:pt x="5199" y="914"/>
                    <a:pt x="5451" y="662"/>
                    <a:pt x="5608" y="662"/>
                  </a:cubicBezTo>
                  <a:close/>
                  <a:moveTo>
                    <a:pt x="4411" y="946"/>
                  </a:moveTo>
                  <a:lnTo>
                    <a:pt x="4411" y="946"/>
                  </a:lnTo>
                  <a:cubicBezTo>
                    <a:pt x="4348" y="1072"/>
                    <a:pt x="4285" y="1166"/>
                    <a:pt x="4253" y="1292"/>
                  </a:cubicBezTo>
                  <a:cubicBezTo>
                    <a:pt x="3970" y="1954"/>
                    <a:pt x="3812" y="2804"/>
                    <a:pt x="3781" y="3687"/>
                  </a:cubicBezTo>
                  <a:lnTo>
                    <a:pt x="2269" y="3687"/>
                  </a:lnTo>
                  <a:cubicBezTo>
                    <a:pt x="2426" y="2426"/>
                    <a:pt x="3245" y="1387"/>
                    <a:pt x="4411" y="946"/>
                  </a:cubicBezTo>
                  <a:close/>
                  <a:moveTo>
                    <a:pt x="6837" y="946"/>
                  </a:moveTo>
                  <a:cubicBezTo>
                    <a:pt x="8034" y="1387"/>
                    <a:pt x="8853" y="2426"/>
                    <a:pt x="8979" y="3687"/>
                  </a:cubicBezTo>
                  <a:lnTo>
                    <a:pt x="7467" y="3687"/>
                  </a:lnTo>
                  <a:cubicBezTo>
                    <a:pt x="7435" y="2804"/>
                    <a:pt x="7278" y="1954"/>
                    <a:pt x="6994" y="1292"/>
                  </a:cubicBezTo>
                  <a:cubicBezTo>
                    <a:pt x="6963" y="1166"/>
                    <a:pt x="6868" y="1072"/>
                    <a:pt x="6837" y="946"/>
                  </a:cubicBezTo>
                  <a:close/>
                  <a:moveTo>
                    <a:pt x="9357" y="4443"/>
                  </a:moveTo>
                  <a:cubicBezTo>
                    <a:pt x="9830" y="4443"/>
                    <a:pt x="10271" y="4758"/>
                    <a:pt x="10428" y="5199"/>
                  </a:cubicBezTo>
                  <a:lnTo>
                    <a:pt x="851" y="5199"/>
                  </a:lnTo>
                  <a:cubicBezTo>
                    <a:pt x="1008" y="4758"/>
                    <a:pt x="1418" y="4443"/>
                    <a:pt x="1922" y="4443"/>
                  </a:cubicBezTo>
                  <a:close/>
                  <a:moveTo>
                    <a:pt x="1512" y="6680"/>
                  </a:moveTo>
                  <a:lnTo>
                    <a:pt x="1512" y="8192"/>
                  </a:lnTo>
                  <a:cubicBezTo>
                    <a:pt x="1134" y="8192"/>
                    <a:pt x="788" y="7814"/>
                    <a:pt x="788" y="7436"/>
                  </a:cubicBezTo>
                  <a:cubicBezTo>
                    <a:pt x="788" y="7058"/>
                    <a:pt x="1134" y="6680"/>
                    <a:pt x="1512" y="6680"/>
                  </a:cubicBezTo>
                  <a:close/>
                  <a:moveTo>
                    <a:pt x="9767" y="6680"/>
                  </a:moveTo>
                  <a:cubicBezTo>
                    <a:pt x="10145" y="6680"/>
                    <a:pt x="10491" y="6995"/>
                    <a:pt x="10491" y="7436"/>
                  </a:cubicBezTo>
                  <a:cubicBezTo>
                    <a:pt x="10460" y="7814"/>
                    <a:pt x="10145" y="8192"/>
                    <a:pt x="9767" y="8192"/>
                  </a:cubicBezTo>
                  <a:lnTo>
                    <a:pt x="9767" y="6680"/>
                  </a:lnTo>
                  <a:close/>
                  <a:moveTo>
                    <a:pt x="9011" y="5955"/>
                  </a:moveTo>
                  <a:lnTo>
                    <a:pt x="9011" y="8538"/>
                  </a:lnTo>
                  <a:cubicBezTo>
                    <a:pt x="9011" y="10397"/>
                    <a:pt x="7467" y="11941"/>
                    <a:pt x="5608" y="11941"/>
                  </a:cubicBezTo>
                  <a:cubicBezTo>
                    <a:pt x="3781" y="11941"/>
                    <a:pt x="2269" y="10397"/>
                    <a:pt x="2269" y="8538"/>
                  </a:cubicBezTo>
                  <a:lnTo>
                    <a:pt x="2269" y="5955"/>
                  </a:lnTo>
                  <a:close/>
                  <a:moveTo>
                    <a:pt x="5608" y="1"/>
                  </a:moveTo>
                  <a:cubicBezTo>
                    <a:pt x="3466" y="1"/>
                    <a:pt x="1733" y="1639"/>
                    <a:pt x="1544" y="3781"/>
                  </a:cubicBezTo>
                  <a:cubicBezTo>
                    <a:pt x="662" y="3939"/>
                    <a:pt x="32" y="4695"/>
                    <a:pt x="32" y="5577"/>
                  </a:cubicBezTo>
                  <a:cubicBezTo>
                    <a:pt x="32" y="5797"/>
                    <a:pt x="189" y="5955"/>
                    <a:pt x="378" y="5955"/>
                  </a:cubicBezTo>
                  <a:lnTo>
                    <a:pt x="1481" y="5955"/>
                  </a:lnTo>
                  <a:cubicBezTo>
                    <a:pt x="662" y="5955"/>
                    <a:pt x="0" y="6617"/>
                    <a:pt x="0" y="7436"/>
                  </a:cubicBezTo>
                  <a:cubicBezTo>
                    <a:pt x="0" y="8255"/>
                    <a:pt x="662" y="8948"/>
                    <a:pt x="1481" y="8948"/>
                  </a:cubicBezTo>
                  <a:cubicBezTo>
                    <a:pt x="1670" y="11027"/>
                    <a:pt x="3403" y="12665"/>
                    <a:pt x="5577" y="12665"/>
                  </a:cubicBezTo>
                  <a:cubicBezTo>
                    <a:pt x="7750" y="12665"/>
                    <a:pt x="9483" y="11027"/>
                    <a:pt x="9672" y="8948"/>
                  </a:cubicBezTo>
                  <a:cubicBezTo>
                    <a:pt x="10491" y="8948"/>
                    <a:pt x="11185" y="8255"/>
                    <a:pt x="11185" y="7436"/>
                  </a:cubicBezTo>
                  <a:cubicBezTo>
                    <a:pt x="11216" y="6617"/>
                    <a:pt x="10554" y="5955"/>
                    <a:pt x="9767" y="5955"/>
                  </a:cubicBezTo>
                  <a:lnTo>
                    <a:pt x="10869" y="5955"/>
                  </a:lnTo>
                  <a:cubicBezTo>
                    <a:pt x="11058" y="5955"/>
                    <a:pt x="11216" y="5797"/>
                    <a:pt x="11216" y="5577"/>
                  </a:cubicBezTo>
                  <a:cubicBezTo>
                    <a:pt x="11216" y="4695"/>
                    <a:pt x="10586" y="3939"/>
                    <a:pt x="9704" y="3781"/>
                  </a:cubicBezTo>
                  <a:cubicBezTo>
                    <a:pt x="9546" y="1639"/>
                    <a:pt x="7782" y="1"/>
                    <a:pt x="56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3F1F58D-AD3C-0CD8-54C7-B608C508A71C}"/>
              </a:ext>
            </a:extLst>
          </p:cNvPr>
          <p:cNvSpPr txBox="1"/>
          <p:nvPr/>
        </p:nvSpPr>
        <p:spPr>
          <a:xfrm>
            <a:off x="6146205" y="1527966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00CC"/>
                </a:solidFill>
              </a:rPr>
              <a:t>TRUST</a:t>
            </a:r>
            <a:endParaRPr lang="es-PE" dirty="0">
              <a:solidFill>
                <a:srgbClr val="0000CC"/>
              </a:solidFill>
            </a:endParaRPr>
          </a:p>
        </p:txBody>
      </p:sp>
      <p:grpSp>
        <p:nvGrpSpPr>
          <p:cNvPr id="23" name="Google Shape;14357;p78">
            <a:extLst>
              <a:ext uri="{FF2B5EF4-FFF2-40B4-BE49-F238E27FC236}">
                <a16:creationId xmlns:a16="http://schemas.microsoft.com/office/drawing/2014/main" id="{F8FBCEAB-AF83-A858-1E84-5D9610DFB7F3}"/>
              </a:ext>
            </a:extLst>
          </p:cNvPr>
          <p:cNvGrpSpPr/>
          <p:nvPr/>
        </p:nvGrpSpPr>
        <p:grpSpPr>
          <a:xfrm>
            <a:off x="6410111" y="2072984"/>
            <a:ext cx="317290" cy="360211"/>
            <a:chOff x="-54063050" y="2296300"/>
            <a:chExt cx="279625" cy="317450"/>
          </a:xfrm>
        </p:grpSpPr>
        <p:sp>
          <p:nvSpPr>
            <p:cNvPr id="24" name="Google Shape;14358;p78">
              <a:extLst>
                <a:ext uri="{FF2B5EF4-FFF2-40B4-BE49-F238E27FC236}">
                  <a16:creationId xmlns:a16="http://schemas.microsoft.com/office/drawing/2014/main" id="{5F8F3451-958E-F298-808C-550F4B39ED34}"/>
                </a:ext>
              </a:extLst>
            </p:cNvPr>
            <p:cNvSpPr/>
            <p:nvPr/>
          </p:nvSpPr>
          <p:spPr>
            <a:xfrm>
              <a:off x="-53959075" y="252727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359;p78">
              <a:extLst>
                <a:ext uri="{FF2B5EF4-FFF2-40B4-BE49-F238E27FC236}">
                  <a16:creationId xmlns:a16="http://schemas.microsoft.com/office/drawing/2014/main" id="{1D2448A6-D5E4-047B-BBCF-D736958C291E}"/>
                </a:ext>
              </a:extLst>
            </p:cNvPr>
            <p:cNvSpPr/>
            <p:nvPr/>
          </p:nvSpPr>
          <p:spPr>
            <a:xfrm>
              <a:off x="-53969325" y="2482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360;p78">
              <a:extLst>
                <a:ext uri="{FF2B5EF4-FFF2-40B4-BE49-F238E27FC236}">
                  <a16:creationId xmlns:a16="http://schemas.microsoft.com/office/drawing/2014/main" id="{F8425761-5320-046A-79B0-9A261206F167}"/>
                </a:ext>
              </a:extLst>
            </p:cNvPr>
            <p:cNvSpPr/>
            <p:nvPr/>
          </p:nvSpPr>
          <p:spPr>
            <a:xfrm>
              <a:off x="-53894500" y="248297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361;p78">
              <a:extLst>
                <a:ext uri="{FF2B5EF4-FFF2-40B4-BE49-F238E27FC236}">
                  <a16:creationId xmlns:a16="http://schemas.microsoft.com/office/drawing/2014/main" id="{14A3A7B0-3CB6-88F1-076D-8B73DD298304}"/>
                </a:ext>
              </a:extLst>
            </p:cNvPr>
            <p:cNvSpPr/>
            <p:nvPr/>
          </p:nvSpPr>
          <p:spPr>
            <a:xfrm>
              <a:off x="-54063050" y="2296300"/>
              <a:ext cx="279625" cy="317450"/>
            </a:xfrm>
            <a:custGeom>
              <a:avLst/>
              <a:gdLst/>
              <a:ahLst/>
              <a:cxnLst/>
              <a:rect l="l" t="t" r="r" b="b"/>
              <a:pathLst>
                <a:path w="11185" h="12698" extrusionOk="0">
                  <a:moveTo>
                    <a:pt x="5640" y="694"/>
                  </a:moveTo>
                  <a:cubicBezTo>
                    <a:pt x="7026" y="694"/>
                    <a:pt x="8286" y="883"/>
                    <a:pt x="9232" y="1198"/>
                  </a:cubicBezTo>
                  <a:cubicBezTo>
                    <a:pt x="10177" y="1576"/>
                    <a:pt x="10523" y="1923"/>
                    <a:pt x="10523" y="2206"/>
                  </a:cubicBezTo>
                  <a:cubicBezTo>
                    <a:pt x="10523" y="2427"/>
                    <a:pt x="10114" y="2647"/>
                    <a:pt x="9358" y="2931"/>
                  </a:cubicBezTo>
                  <a:lnTo>
                    <a:pt x="2017" y="2931"/>
                  </a:lnTo>
                  <a:cubicBezTo>
                    <a:pt x="1198" y="2679"/>
                    <a:pt x="757" y="2427"/>
                    <a:pt x="757" y="2206"/>
                  </a:cubicBezTo>
                  <a:cubicBezTo>
                    <a:pt x="757" y="1954"/>
                    <a:pt x="1103" y="1576"/>
                    <a:pt x="2048" y="1198"/>
                  </a:cubicBezTo>
                  <a:cubicBezTo>
                    <a:pt x="2994" y="851"/>
                    <a:pt x="4254" y="694"/>
                    <a:pt x="5640" y="694"/>
                  </a:cubicBezTo>
                  <a:close/>
                  <a:moveTo>
                    <a:pt x="8948" y="3687"/>
                  </a:moveTo>
                  <a:lnTo>
                    <a:pt x="8948" y="4475"/>
                  </a:lnTo>
                  <a:lnTo>
                    <a:pt x="2206" y="4475"/>
                  </a:lnTo>
                  <a:lnTo>
                    <a:pt x="2206" y="3687"/>
                  </a:lnTo>
                  <a:close/>
                  <a:moveTo>
                    <a:pt x="8633" y="5231"/>
                  </a:moveTo>
                  <a:cubicBezTo>
                    <a:pt x="8192" y="5703"/>
                    <a:pt x="7562" y="5987"/>
                    <a:pt x="6932" y="5987"/>
                  </a:cubicBezTo>
                  <a:lnTo>
                    <a:pt x="4317" y="5987"/>
                  </a:lnTo>
                  <a:cubicBezTo>
                    <a:pt x="3624" y="5987"/>
                    <a:pt x="3057" y="5703"/>
                    <a:pt x="2615" y="5231"/>
                  </a:cubicBezTo>
                  <a:close/>
                  <a:moveTo>
                    <a:pt x="9704" y="6680"/>
                  </a:moveTo>
                  <a:cubicBezTo>
                    <a:pt x="10082" y="6680"/>
                    <a:pt x="10460" y="6995"/>
                    <a:pt x="10460" y="7436"/>
                  </a:cubicBezTo>
                  <a:cubicBezTo>
                    <a:pt x="10460" y="7877"/>
                    <a:pt x="10145" y="8192"/>
                    <a:pt x="9704" y="8192"/>
                  </a:cubicBezTo>
                  <a:lnTo>
                    <a:pt x="9704" y="6680"/>
                  </a:lnTo>
                  <a:close/>
                  <a:moveTo>
                    <a:pt x="1513" y="6711"/>
                  </a:moveTo>
                  <a:lnTo>
                    <a:pt x="1513" y="8224"/>
                  </a:lnTo>
                  <a:cubicBezTo>
                    <a:pt x="1072" y="8192"/>
                    <a:pt x="757" y="7877"/>
                    <a:pt x="757" y="7467"/>
                  </a:cubicBezTo>
                  <a:cubicBezTo>
                    <a:pt x="757" y="7089"/>
                    <a:pt x="1103" y="6711"/>
                    <a:pt x="1513" y="6711"/>
                  </a:cubicBezTo>
                  <a:close/>
                  <a:moveTo>
                    <a:pt x="8979" y="5924"/>
                  </a:moveTo>
                  <a:lnTo>
                    <a:pt x="8979" y="8570"/>
                  </a:lnTo>
                  <a:cubicBezTo>
                    <a:pt x="8948" y="10429"/>
                    <a:pt x="7467" y="11910"/>
                    <a:pt x="5608" y="11910"/>
                  </a:cubicBezTo>
                  <a:cubicBezTo>
                    <a:pt x="3750" y="11910"/>
                    <a:pt x="2269" y="10429"/>
                    <a:pt x="2269" y="8570"/>
                  </a:cubicBezTo>
                  <a:lnTo>
                    <a:pt x="2269" y="5924"/>
                  </a:lnTo>
                  <a:cubicBezTo>
                    <a:pt x="2805" y="6459"/>
                    <a:pt x="3561" y="6711"/>
                    <a:pt x="4317" y="6711"/>
                  </a:cubicBezTo>
                  <a:lnTo>
                    <a:pt x="6932" y="6711"/>
                  </a:lnTo>
                  <a:cubicBezTo>
                    <a:pt x="7688" y="6711"/>
                    <a:pt x="8444" y="6459"/>
                    <a:pt x="8979" y="5924"/>
                  </a:cubicBezTo>
                  <a:close/>
                  <a:moveTo>
                    <a:pt x="5608" y="1"/>
                  </a:moveTo>
                  <a:cubicBezTo>
                    <a:pt x="4191" y="1"/>
                    <a:pt x="2805" y="190"/>
                    <a:pt x="1796" y="536"/>
                  </a:cubicBezTo>
                  <a:cubicBezTo>
                    <a:pt x="316" y="1040"/>
                    <a:pt x="1" y="1734"/>
                    <a:pt x="1" y="2206"/>
                  </a:cubicBezTo>
                  <a:cubicBezTo>
                    <a:pt x="1" y="2931"/>
                    <a:pt x="788" y="3309"/>
                    <a:pt x="1513" y="3561"/>
                  </a:cubicBezTo>
                  <a:lnTo>
                    <a:pt x="1513" y="5955"/>
                  </a:lnTo>
                  <a:cubicBezTo>
                    <a:pt x="694" y="5955"/>
                    <a:pt x="1" y="6648"/>
                    <a:pt x="1" y="7467"/>
                  </a:cubicBezTo>
                  <a:cubicBezTo>
                    <a:pt x="1" y="8287"/>
                    <a:pt x="694" y="8980"/>
                    <a:pt x="1513" y="8980"/>
                  </a:cubicBezTo>
                  <a:cubicBezTo>
                    <a:pt x="1702" y="11059"/>
                    <a:pt x="3466" y="12697"/>
                    <a:pt x="5608" y="12697"/>
                  </a:cubicBezTo>
                  <a:cubicBezTo>
                    <a:pt x="7719" y="12697"/>
                    <a:pt x="9515" y="11059"/>
                    <a:pt x="9704" y="8980"/>
                  </a:cubicBezTo>
                  <a:cubicBezTo>
                    <a:pt x="10523" y="8980"/>
                    <a:pt x="11185" y="8287"/>
                    <a:pt x="11185" y="7467"/>
                  </a:cubicBezTo>
                  <a:cubicBezTo>
                    <a:pt x="11185" y="6648"/>
                    <a:pt x="10523" y="5955"/>
                    <a:pt x="9704" y="5955"/>
                  </a:cubicBezTo>
                  <a:lnTo>
                    <a:pt x="9704" y="3561"/>
                  </a:lnTo>
                  <a:cubicBezTo>
                    <a:pt x="10397" y="3309"/>
                    <a:pt x="11185" y="2931"/>
                    <a:pt x="11185" y="2206"/>
                  </a:cubicBezTo>
                  <a:cubicBezTo>
                    <a:pt x="11185" y="1734"/>
                    <a:pt x="10870" y="1040"/>
                    <a:pt x="9421" y="536"/>
                  </a:cubicBezTo>
                  <a:cubicBezTo>
                    <a:pt x="8412" y="190"/>
                    <a:pt x="7058" y="1"/>
                    <a:pt x="56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82C5309-7346-58C4-99E0-183B6274E3CA}"/>
              </a:ext>
            </a:extLst>
          </p:cNvPr>
          <p:cNvSpPr txBox="1"/>
          <p:nvPr/>
        </p:nvSpPr>
        <p:spPr>
          <a:xfrm>
            <a:off x="5871985" y="2485537"/>
            <a:ext cx="14766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Registro Digital</a:t>
            </a:r>
          </a:p>
          <a:p>
            <a:pPr algn="ctr"/>
            <a:r>
              <a:rPr lang="es-ES" sz="1100" dirty="0"/>
              <a:t>Público y Distribuido</a:t>
            </a:r>
            <a:endParaRPr lang="es-PE" sz="110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11E8BD0-1978-73C1-49EE-73F0CDBE5B67}"/>
              </a:ext>
            </a:extLst>
          </p:cNvPr>
          <p:cNvCxnSpPr/>
          <p:nvPr/>
        </p:nvCxnSpPr>
        <p:spPr>
          <a:xfrm flipH="1" flipV="1">
            <a:off x="5649687" y="1894272"/>
            <a:ext cx="618378" cy="358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C6CC391C-5A55-DDEC-456D-8AAC9C8408EA}"/>
              </a:ext>
            </a:extLst>
          </p:cNvPr>
          <p:cNvCxnSpPr/>
          <p:nvPr/>
        </p:nvCxnSpPr>
        <p:spPr>
          <a:xfrm flipV="1">
            <a:off x="6858000" y="1919095"/>
            <a:ext cx="624561" cy="365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46F24FC-3BB1-927C-4FDE-64533AA62CD3}"/>
              </a:ext>
            </a:extLst>
          </p:cNvPr>
          <p:cNvCxnSpPr/>
          <p:nvPr/>
        </p:nvCxnSpPr>
        <p:spPr>
          <a:xfrm>
            <a:off x="5730225" y="1355100"/>
            <a:ext cx="16770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oogle Shape;14357;p78">
            <a:extLst>
              <a:ext uri="{FF2B5EF4-FFF2-40B4-BE49-F238E27FC236}">
                <a16:creationId xmlns:a16="http://schemas.microsoft.com/office/drawing/2014/main" id="{2B015D3C-3C43-7D71-D1E1-1425425084A7}"/>
              </a:ext>
            </a:extLst>
          </p:cNvPr>
          <p:cNvGrpSpPr/>
          <p:nvPr/>
        </p:nvGrpSpPr>
        <p:grpSpPr>
          <a:xfrm>
            <a:off x="5649687" y="2398037"/>
            <a:ext cx="317290" cy="360211"/>
            <a:chOff x="-54063050" y="2296300"/>
            <a:chExt cx="279625" cy="317450"/>
          </a:xfrm>
        </p:grpSpPr>
        <p:sp>
          <p:nvSpPr>
            <p:cNvPr id="33" name="Google Shape;14358;p78">
              <a:extLst>
                <a:ext uri="{FF2B5EF4-FFF2-40B4-BE49-F238E27FC236}">
                  <a16:creationId xmlns:a16="http://schemas.microsoft.com/office/drawing/2014/main" id="{4D2A23D9-6D78-0D86-3537-168D861F5ED5}"/>
                </a:ext>
              </a:extLst>
            </p:cNvPr>
            <p:cNvSpPr/>
            <p:nvPr/>
          </p:nvSpPr>
          <p:spPr>
            <a:xfrm>
              <a:off x="-53959075" y="252727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359;p78">
              <a:extLst>
                <a:ext uri="{FF2B5EF4-FFF2-40B4-BE49-F238E27FC236}">
                  <a16:creationId xmlns:a16="http://schemas.microsoft.com/office/drawing/2014/main" id="{8DFB4100-7EE9-B67B-60B5-C1BEC64C67AD}"/>
                </a:ext>
              </a:extLst>
            </p:cNvPr>
            <p:cNvSpPr/>
            <p:nvPr/>
          </p:nvSpPr>
          <p:spPr>
            <a:xfrm>
              <a:off x="-53969325" y="2482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360;p78">
              <a:extLst>
                <a:ext uri="{FF2B5EF4-FFF2-40B4-BE49-F238E27FC236}">
                  <a16:creationId xmlns:a16="http://schemas.microsoft.com/office/drawing/2014/main" id="{F8803E45-8FD1-82C7-74A6-20820A2BC443}"/>
                </a:ext>
              </a:extLst>
            </p:cNvPr>
            <p:cNvSpPr/>
            <p:nvPr/>
          </p:nvSpPr>
          <p:spPr>
            <a:xfrm>
              <a:off x="-53894500" y="248297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361;p78">
              <a:extLst>
                <a:ext uri="{FF2B5EF4-FFF2-40B4-BE49-F238E27FC236}">
                  <a16:creationId xmlns:a16="http://schemas.microsoft.com/office/drawing/2014/main" id="{97448A9A-0169-B4DE-9EBC-BAAB09BAB67F}"/>
                </a:ext>
              </a:extLst>
            </p:cNvPr>
            <p:cNvSpPr/>
            <p:nvPr/>
          </p:nvSpPr>
          <p:spPr>
            <a:xfrm>
              <a:off x="-54063050" y="2296300"/>
              <a:ext cx="279625" cy="317450"/>
            </a:xfrm>
            <a:custGeom>
              <a:avLst/>
              <a:gdLst/>
              <a:ahLst/>
              <a:cxnLst/>
              <a:rect l="l" t="t" r="r" b="b"/>
              <a:pathLst>
                <a:path w="11185" h="12698" extrusionOk="0">
                  <a:moveTo>
                    <a:pt x="5640" y="694"/>
                  </a:moveTo>
                  <a:cubicBezTo>
                    <a:pt x="7026" y="694"/>
                    <a:pt x="8286" y="883"/>
                    <a:pt x="9232" y="1198"/>
                  </a:cubicBezTo>
                  <a:cubicBezTo>
                    <a:pt x="10177" y="1576"/>
                    <a:pt x="10523" y="1923"/>
                    <a:pt x="10523" y="2206"/>
                  </a:cubicBezTo>
                  <a:cubicBezTo>
                    <a:pt x="10523" y="2427"/>
                    <a:pt x="10114" y="2647"/>
                    <a:pt x="9358" y="2931"/>
                  </a:cubicBezTo>
                  <a:lnTo>
                    <a:pt x="2017" y="2931"/>
                  </a:lnTo>
                  <a:cubicBezTo>
                    <a:pt x="1198" y="2679"/>
                    <a:pt x="757" y="2427"/>
                    <a:pt x="757" y="2206"/>
                  </a:cubicBezTo>
                  <a:cubicBezTo>
                    <a:pt x="757" y="1954"/>
                    <a:pt x="1103" y="1576"/>
                    <a:pt x="2048" y="1198"/>
                  </a:cubicBezTo>
                  <a:cubicBezTo>
                    <a:pt x="2994" y="851"/>
                    <a:pt x="4254" y="694"/>
                    <a:pt x="5640" y="694"/>
                  </a:cubicBezTo>
                  <a:close/>
                  <a:moveTo>
                    <a:pt x="8948" y="3687"/>
                  </a:moveTo>
                  <a:lnTo>
                    <a:pt x="8948" y="4475"/>
                  </a:lnTo>
                  <a:lnTo>
                    <a:pt x="2206" y="4475"/>
                  </a:lnTo>
                  <a:lnTo>
                    <a:pt x="2206" y="3687"/>
                  </a:lnTo>
                  <a:close/>
                  <a:moveTo>
                    <a:pt x="8633" y="5231"/>
                  </a:moveTo>
                  <a:cubicBezTo>
                    <a:pt x="8192" y="5703"/>
                    <a:pt x="7562" y="5987"/>
                    <a:pt x="6932" y="5987"/>
                  </a:cubicBezTo>
                  <a:lnTo>
                    <a:pt x="4317" y="5987"/>
                  </a:lnTo>
                  <a:cubicBezTo>
                    <a:pt x="3624" y="5987"/>
                    <a:pt x="3057" y="5703"/>
                    <a:pt x="2615" y="5231"/>
                  </a:cubicBezTo>
                  <a:close/>
                  <a:moveTo>
                    <a:pt x="9704" y="6680"/>
                  </a:moveTo>
                  <a:cubicBezTo>
                    <a:pt x="10082" y="6680"/>
                    <a:pt x="10460" y="6995"/>
                    <a:pt x="10460" y="7436"/>
                  </a:cubicBezTo>
                  <a:cubicBezTo>
                    <a:pt x="10460" y="7877"/>
                    <a:pt x="10145" y="8192"/>
                    <a:pt x="9704" y="8192"/>
                  </a:cubicBezTo>
                  <a:lnTo>
                    <a:pt x="9704" y="6680"/>
                  </a:lnTo>
                  <a:close/>
                  <a:moveTo>
                    <a:pt x="1513" y="6711"/>
                  </a:moveTo>
                  <a:lnTo>
                    <a:pt x="1513" y="8224"/>
                  </a:lnTo>
                  <a:cubicBezTo>
                    <a:pt x="1072" y="8192"/>
                    <a:pt x="757" y="7877"/>
                    <a:pt x="757" y="7467"/>
                  </a:cubicBezTo>
                  <a:cubicBezTo>
                    <a:pt x="757" y="7089"/>
                    <a:pt x="1103" y="6711"/>
                    <a:pt x="1513" y="6711"/>
                  </a:cubicBezTo>
                  <a:close/>
                  <a:moveTo>
                    <a:pt x="8979" y="5924"/>
                  </a:moveTo>
                  <a:lnTo>
                    <a:pt x="8979" y="8570"/>
                  </a:lnTo>
                  <a:cubicBezTo>
                    <a:pt x="8948" y="10429"/>
                    <a:pt x="7467" y="11910"/>
                    <a:pt x="5608" y="11910"/>
                  </a:cubicBezTo>
                  <a:cubicBezTo>
                    <a:pt x="3750" y="11910"/>
                    <a:pt x="2269" y="10429"/>
                    <a:pt x="2269" y="8570"/>
                  </a:cubicBezTo>
                  <a:lnTo>
                    <a:pt x="2269" y="5924"/>
                  </a:lnTo>
                  <a:cubicBezTo>
                    <a:pt x="2805" y="6459"/>
                    <a:pt x="3561" y="6711"/>
                    <a:pt x="4317" y="6711"/>
                  </a:cubicBezTo>
                  <a:lnTo>
                    <a:pt x="6932" y="6711"/>
                  </a:lnTo>
                  <a:cubicBezTo>
                    <a:pt x="7688" y="6711"/>
                    <a:pt x="8444" y="6459"/>
                    <a:pt x="8979" y="5924"/>
                  </a:cubicBezTo>
                  <a:close/>
                  <a:moveTo>
                    <a:pt x="5608" y="1"/>
                  </a:moveTo>
                  <a:cubicBezTo>
                    <a:pt x="4191" y="1"/>
                    <a:pt x="2805" y="190"/>
                    <a:pt x="1796" y="536"/>
                  </a:cubicBezTo>
                  <a:cubicBezTo>
                    <a:pt x="316" y="1040"/>
                    <a:pt x="1" y="1734"/>
                    <a:pt x="1" y="2206"/>
                  </a:cubicBezTo>
                  <a:cubicBezTo>
                    <a:pt x="1" y="2931"/>
                    <a:pt x="788" y="3309"/>
                    <a:pt x="1513" y="3561"/>
                  </a:cubicBezTo>
                  <a:lnTo>
                    <a:pt x="1513" y="5955"/>
                  </a:lnTo>
                  <a:cubicBezTo>
                    <a:pt x="694" y="5955"/>
                    <a:pt x="1" y="6648"/>
                    <a:pt x="1" y="7467"/>
                  </a:cubicBezTo>
                  <a:cubicBezTo>
                    <a:pt x="1" y="8287"/>
                    <a:pt x="694" y="8980"/>
                    <a:pt x="1513" y="8980"/>
                  </a:cubicBezTo>
                  <a:cubicBezTo>
                    <a:pt x="1702" y="11059"/>
                    <a:pt x="3466" y="12697"/>
                    <a:pt x="5608" y="12697"/>
                  </a:cubicBezTo>
                  <a:cubicBezTo>
                    <a:pt x="7719" y="12697"/>
                    <a:pt x="9515" y="11059"/>
                    <a:pt x="9704" y="8980"/>
                  </a:cubicBezTo>
                  <a:cubicBezTo>
                    <a:pt x="10523" y="8980"/>
                    <a:pt x="11185" y="8287"/>
                    <a:pt x="11185" y="7467"/>
                  </a:cubicBezTo>
                  <a:cubicBezTo>
                    <a:pt x="11185" y="6648"/>
                    <a:pt x="10523" y="5955"/>
                    <a:pt x="9704" y="5955"/>
                  </a:cubicBezTo>
                  <a:lnTo>
                    <a:pt x="9704" y="3561"/>
                  </a:lnTo>
                  <a:cubicBezTo>
                    <a:pt x="10397" y="3309"/>
                    <a:pt x="11185" y="2931"/>
                    <a:pt x="11185" y="2206"/>
                  </a:cubicBezTo>
                  <a:cubicBezTo>
                    <a:pt x="11185" y="1734"/>
                    <a:pt x="10870" y="1040"/>
                    <a:pt x="9421" y="536"/>
                  </a:cubicBezTo>
                  <a:cubicBezTo>
                    <a:pt x="8412" y="190"/>
                    <a:pt x="7058" y="1"/>
                    <a:pt x="56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14357;p78">
            <a:extLst>
              <a:ext uri="{FF2B5EF4-FFF2-40B4-BE49-F238E27FC236}">
                <a16:creationId xmlns:a16="http://schemas.microsoft.com/office/drawing/2014/main" id="{9FB4285B-C123-707C-5007-4BB8436F9B93}"/>
              </a:ext>
            </a:extLst>
          </p:cNvPr>
          <p:cNvGrpSpPr/>
          <p:nvPr/>
        </p:nvGrpSpPr>
        <p:grpSpPr>
          <a:xfrm>
            <a:off x="7282343" y="2398037"/>
            <a:ext cx="317290" cy="360211"/>
            <a:chOff x="-54063050" y="2296300"/>
            <a:chExt cx="279625" cy="317450"/>
          </a:xfrm>
        </p:grpSpPr>
        <p:sp>
          <p:nvSpPr>
            <p:cNvPr id="38" name="Google Shape;14358;p78">
              <a:extLst>
                <a:ext uri="{FF2B5EF4-FFF2-40B4-BE49-F238E27FC236}">
                  <a16:creationId xmlns:a16="http://schemas.microsoft.com/office/drawing/2014/main" id="{F78399C6-1131-6B33-EA94-5EFA18EC41E1}"/>
                </a:ext>
              </a:extLst>
            </p:cNvPr>
            <p:cNvSpPr/>
            <p:nvPr/>
          </p:nvSpPr>
          <p:spPr>
            <a:xfrm>
              <a:off x="-53959075" y="252727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359;p78">
              <a:extLst>
                <a:ext uri="{FF2B5EF4-FFF2-40B4-BE49-F238E27FC236}">
                  <a16:creationId xmlns:a16="http://schemas.microsoft.com/office/drawing/2014/main" id="{B47C20CB-75B6-007B-C746-1C4BDABE30D5}"/>
                </a:ext>
              </a:extLst>
            </p:cNvPr>
            <p:cNvSpPr/>
            <p:nvPr/>
          </p:nvSpPr>
          <p:spPr>
            <a:xfrm>
              <a:off x="-53969325" y="2482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360;p78">
              <a:extLst>
                <a:ext uri="{FF2B5EF4-FFF2-40B4-BE49-F238E27FC236}">
                  <a16:creationId xmlns:a16="http://schemas.microsoft.com/office/drawing/2014/main" id="{F2CCE667-82CF-436B-2056-140410E9B320}"/>
                </a:ext>
              </a:extLst>
            </p:cNvPr>
            <p:cNvSpPr/>
            <p:nvPr/>
          </p:nvSpPr>
          <p:spPr>
            <a:xfrm>
              <a:off x="-53894500" y="248297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361;p78">
              <a:extLst>
                <a:ext uri="{FF2B5EF4-FFF2-40B4-BE49-F238E27FC236}">
                  <a16:creationId xmlns:a16="http://schemas.microsoft.com/office/drawing/2014/main" id="{1FAFFDBD-19C4-DB84-7B43-EA328DED7D66}"/>
                </a:ext>
              </a:extLst>
            </p:cNvPr>
            <p:cNvSpPr/>
            <p:nvPr/>
          </p:nvSpPr>
          <p:spPr>
            <a:xfrm>
              <a:off x="-54063050" y="2296300"/>
              <a:ext cx="279625" cy="317450"/>
            </a:xfrm>
            <a:custGeom>
              <a:avLst/>
              <a:gdLst/>
              <a:ahLst/>
              <a:cxnLst/>
              <a:rect l="l" t="t" r="r" b="b"/>
              <a:pathLst>
                <a:path w="11185" h="12698" extrusionOk="0">
                  <a:moveTo>
                    <a:pt x="5640" y="694"/>
                  </a:moveTo>
                  <a:cubicBezTo>
                    <a:pt x="7026" y="694"/>
                    <a:pt x="8286" y="883"/>
                    <a:pt x="9232" y="1198"/>
                  </a:cubicBezTo>
                  <a:cubicBezTo>
                    <a:pt x="10177" y="1576"/>
                    <a:pt x="10523" y="1923"/>
                    <a:pt x="10523" y="2206"/>
                  </a:cubicBezTo>
                  <a:cubicBezTo>
                    <a:pt x="10523" y="2427"/>
                    <a:pt x="10114" y="2647"/>
                    <a:pt x="9358" y="2931"/>
                  </a:cubicBezTo>
                  <a:lnTo>
                    <a:pt x="2017" y="2931"/>
                  </a:lnTo>
                  <a:cubicBezTo>
                    <a:pt x="1198" y="2679"/>
                    <a:pt x="757" y="2427"/>
                    <a:pt x="757" y="2206"/>
                  </a:cubicBezTo>
                  <a:cubicBezTo>
                    <a:pt x="757" y="1954"/>
                    <a:pt x="1103" y="1576"/>
                    <a:pt x="2048" y="1198"/>
                  </a:cubicBezTo>
                  <a:cubicBezTo>
                    <a:pt x="2994" y="851"/>
                    <a:pt x="4254" y="694"/>
                    <a:pt x="5640" y="694"/>
                  </a:cubicBezTo>
                  <a:close/>
                  <a:moveTo>
                    <a:pt x="8948" y="3687"/>
                  </a:moveTo>
                  <a:lnTo>
                    <a:pt x="8948" y="4475"/>
                  </a:lnTo>
                  <a:lnTo>
                    <a:pt x="2206" y="4475"/>
                  </a:lnTo>
                  <a:lnTo>
                    <a:pt x="2206" y="3687"/>
                  </a:lnTo>
                  <a:close/>
                  <a:moveTo>
                    <a:pt x="8633" y="5231"/>
                  </a:moveTo>
                  <a:cubicBezTo>
                    <a:pt x="8192" y="5703"/>
                    <a:pt x="7562" y="5987"/>
                    <a:pt x="6932" y="5987"/>
                  </a:cubicBezTo>
                  <a:lnTo>
                    <a:pt x="4317" y="5987"/>
                  </a:lnTo>
                  <a:cubicBezTo>
                    <a:pt x="3624" y="5987"/>
                    <a:pt x="3057" y="5703"/>
                    <a:pt x="2615" y="5231"/>
                  </a:cubicBezTo>
                  <a:close/>
                  <a:moveTo>
                    <a:pt x="9704" y="6680"/>
                  </a:moveTo>
                  <a:cubicBezTo>
                    <a:pt x="10082" y="6680"/>
                    <a:pt x="10460" y="6995"/>
                    <a:pt x="10460" y="7436"/>
                  </a:cubicBezTo>
                  <a:cubicBezTo>
                    <a:pt x="10460" y="7877"/>
                    <a:pt x="10145" y="8192"/>
                    <a:pt x="9704" y="8192"/>
                  </a:cubicBezTo>
                  <a:lnTo>
                    <a:pt x="9704" y="6680"/>
                  </a:lnTo>
                  <a:close/>
                  <a:moveTo>
                    <a:pt x="1513" y="6711"/>
                  </a:moveTo>
                  <a:lnTo>
                    <a:pt x="1513" y="8224"/>
                  </a:lnTo>
                  <a:cubicBezTo>
                    <a:pt x="1072" y="8192"/>
                    <a:pt x="757" y="7877"/>
                    <a:pt x="757" y="7467"/>
                  </a:cubicBezTo>
                  <a:cubicBezTo>
                    <a:pt x="757" y="7089"/>
                    <a:pt x="1103" y="6711"/>
                    <a:pt x="1513" y="6711"/>
                  </a:cubicBezTo>
                  <a:close/>
                  <a:moveTo>
                    <a:pt x="8979" y="5924"/>
                  </a:moveTo>
                  <a:lnTo>
                    <a:pt x="8979" y="8570"/>
                  </a:lnTo>
                  <a:cubicBezTo>
                    <a:pt x="8948" y="10429"/>
                    <a:pt x="7467" y="11910"/>
                    <a:pt x="5608" y="11910"/>
                  </a:cubicBezTo>
                  <a:cubicBezTo>
                    <a:pt x="3750" y="11910"/>
                    <a:pt x="2269" y="10429"/>
                    <a:pt x="2269" y="8570"/>
                  </a:cubicBezTo>
                  <a:lnTo>
                    <a:pt x="2269" y="5924"/>
                  </a:lnTo>
                  <a:cubicBezTo>
                    <a:pt x="2805" y="6459"/>
                    <a:pt x="3561" y="6711"/>
                    <a:pt x="4317" y="6711"/>
                  </a:cubicBezTo>
                  <a:lnTo>
                    <a:pt x="6932" y="6711"/>
                  </a:lnTo>
                  <a:cubicBezTo>
                    <a:pt x="7688" y="6711"/>
                    <a:pt x="8444" y="6459"/>
                    <a:pt x="8979" y="5924"/>
                  </a:cubicBezTo>
                  <a:close/>
                  <a:moveTo>
                    <a:pt x="5608" y="1"/>
                  </a:moveTo>
                  <a:cubicBezTo>
                    <a:pt x="4191" y="1"/>
                    <a:pt x="2805" y="190"/>
                    <a:pt x="1796" y="536"/>
                  </a:cubicBezTo>
                  <a:cubicBezTo>
                    <a:pt x="316" y="1040"/>
                    <a:pt x="1" y="1734"/>
                    <a:pt x="1" y="2206"/>
                  </a:cubicBezTo>
                  <a:cubicBezTo>
                    <a:pt x="1" y="2931"/>
                    <a:pt x="788" y="3309"/>
                    <a:pt x="1513" y="3561"/>
                  </a:cubicBezTo>
                  <a:lnTo>
                    <a:pt x="1513" y="5955"/>
                  </a:lnTo>
                  <a:cubicBezTo>
                    <a:pt x="694" y="5955"/>
                    <a:pt x="1" y="6648"/>
                    <a:pt x="1" y="7467"/>
                  </a:cubicBezTo>
                  <a:cubicBezTo>
                    <a:pt x="1" y="8287"/>
                    <a:pt x="694" y="8980"/>
                    <a:pt x="1513" y="8980"/>
                  </a:cubicBezTo>
                  <a:cubicBezTo>
                    <a:pt x="1702" y="11059"/>
                    <a:pt x="3466" y="12697"/>
                    <a:pt x="5608" y="12697"/>
                  </a:cubicBezTo>
                  <a:cubicBezTo>
                    <a:pt x="7719" y="12697"/>
                    <a:pt x="9515" y="11059"/>
                    <a:pt x="9704" y="8980"/>
                  </a:cubicBezTo>
                  <a:cubicBezTo>
                    <a:pt x="10523" y="8980"/>
                    <a:pt x="11185" y="8287"/>
                    <a:pt x="11185" y="7467"/>
                  </a:cubicBezTo>
                  <a:cubicBezTo>
                    <a:pt x="11185" y="6648"/>
                    <a:pt x="10523" y="5955"/>
                    <a:pt x="9704" y="5955"/>
                  </a:cubicBezTo>
                  <a:lnTo>
                    <a:pt x="9704" y="3561"/>
                  </a:lnTo>
                  <a:cubicBezTo>
                    <a:pt x="10397" y="3309"/>
                    <a:pt x="11185" y="2931"/>
                    <a:pt x="11185" y="2206"/>
                  </a:cubicBezTo>
                  <a:cubicBezTo>
                    <a:pt x="11185" y="1734"/>
                    <a:pt x="10870" y="1040"/>
                    <a:pt x="9421" y="536"/>
                  </a:cubicBezTo>
                  <a:cubicBezTo>
                    <a:pt x="8412" y="190"/>
                    <a:pt x="7058" y="1"/>
                    <a:pt x="56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C23344E-135C-89BA-4427-4FE0BBE7C016}"/>
              </a:ext>
            </a:extLst>
          </p:cNvPr>
          <p:cNvCxnSpPr/>
          <p:nvPr/>
        </p:nvCxnSpPr>
        <p:spPr>
          <a:xfrm flipV="1">
            <a:off x="5468688" y="2072984"/>
            <a:ext cx="0" cy="360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347C77-B0AB-3EC6-485D-09884C381A01}"/>
              </a:ext>
            </a:extLst>
          </p:cNvPr>
          <p:cNvCxnSpPr/>
          <p:nvPr/>
        </p:nvCxnSpPr>
        <p:spPr>
          <a:xfrm flipV="1">
            <a:off x="7694381" y="2072983"/>
            <a:ext cx="0" cy="360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errar llave 43">
            <a:extLst>
              <a:ext uri="{FF2B5EF4-FFF2-40B4-BE49-F238E27FC236}">
                <a16:creationId xmlns:a16="http://schemas.microsoft.com/office/drawing/2014/main" id="{30DF3F02-195A-2CDB-B9BB-498C6296062B}"/>
              </a:ext>
            </a:extLst>
          </p:cNvPr>
          <p:cNvSpPr/>
          <p:nvPr/>
        </p:nvSpPr>
        <p:spPr>
          <a:xfrm>
            <a:off x="7964129" y="1797057"/>
            <a:ext cx="451568" cy="11193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E7224F-40CE-B4D6-9E60-0E4B4C4317A7}"/>
              </a:ext>
            </a:extLst>
          </p:cNvPr>
          <p:cNvSpPr txBox="1"/>
          <p:nvPr/>
        </p:nvSpPr>
        <p:spPr>
          <a:xfrm>
            <a:off x="8238155" y="1788290"/>
            <a:ext cx="29851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BLOQUE: Conjunto de Transacciones y firmas</a:t>
            </a:r>
            <a:endParaRPr lang="es-PE" sz="11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4C8CA3C-EB1C-BF51-A3F0-F766D1265B4C}"/>
              </a:ext>
            </a:extLst>
          </p:cNvPr>
          <p:cNvSpPr txBox="1"/>
          <p:nvPr/>
        </p:nvSpPr>
        <p:spPr>
          <a:xfrm>
            <a:off x="8398166" y="2017509"/>
            <a:ext cx="29851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BLOQUE: Conjunto de Transacciones y firmas</a:t>
            </a:r>
            <a:endParaRPr lang="es-PE" sz="11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BD240E5-76CE-9567-764B-E79040FD4045}"/>
              </a:ext>
            </a:extLst>
          </p:cNvPr>
          <p:cNvSpPr txBox="1"/>
          <p:nvPr/>
        </p:nvSpPr>
        <p:spPr>
          <a:xfrm>
            <a:off x="8622878" y="2260110"/>
            <a:ext cx="29851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BLOQUE: Conjunto de Transacciones y firmas</a:t>
            </a:r>
            <a:endParaRPr lang="es-PE" sz="11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22C4CA4-A71B-3272-B0FA-CD380A64BE76}"/>
              </a:ext>
            </a:extLst>
          </p:cNvPr>
          <p:cNvSpPr txBox="1"/>
          <p:nvPr/>
        </p:nvSpPr>
        <p:spPr>
          <a:xfrm>
            <a:off x="9031155" y="2482189"/>
            <a:ext cx="29851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BLOQUE: Conjunto de Transacciones y firmas</a:t>
            </a:r>
            <a:endParaRPr lang="es-PE" sz="11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CEDD813-747C-F3B8-7FDC-36B8D07C3692}"/>
              </a:ext>
            </a:extLst>
          </p:cNvPr>
          <p:cNvSpPr txBox="1"/>
          <p:nvPr/>
        </p:nvSpPr>
        <p:spPr>
          <a:xfrm>
            <a:off x="5365542" y="2993846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00CC"/>
                </a:solidFill>
              </a:rPr>
              <a:t>SIN INTERMEDIARIOS</a:t>
            </a:r>
            <a:endParaRPr lang="es-PE" dirty="0">
              <a:solidFill>
                <a:srgbClr val="0000CC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9C2B9E9-8842-9478-A4D6-6017C6DC782D}"/>
              </a:ext>
            </a:extLst>
          </p:cNvPr>
          <p:cNvSpPr txBox="1"/>
          <p:nvPr/>
        </p:nvSpPr>
        <p:spPr>
          <a:xfrm>
            <a:off x="4509168" y="3865131"/>
            <a:ext cx="12009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Indicadores KPIs</a:t>
            </a:r>
            <a:endParaRPr lang="es-PE" sz="1100" dirty="0"/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2E9CB169-7AB8-B03D-057B-948CE2E383A8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flipH="1">
            <a:off x="5109654" y="3363178"/>
            <a:ext cx="1459102" cy="50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lecha: pentágono 51">
            <a:extLst>
              <a:ext uri="{FF2B5EF4-FFF2-40B4-BE49-F238E27FC236}">
                <a16:creationId xmlns:a16="http://schemas.microsoft.com/office/drawing/2014/main" id="{6825B056-1DBC-6D03-9635-F3A252BDDC3E}"/>
              </a:ext>
            </a:extLst>
          </p:cNvPr>
          <p:cNvSpPr/>
          <p:nvPr/>
        </p:nvSpPr>
        <p:spPr>
          <a:xfrm>
            <a:off x="4389990" y="4101298"/>
            <a:ext cx="1450950" cy="369332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E13F83A-0A56-6D5D-8F1B-7D2F28AFC3F6}"/>
              </a:ext>
            </a:extLst>
          </p:cNvPr>
          <p:cNvSpPr txBox="1"/>
          <p:nvPr/>
        </p:nvSpPr>
        <p:spPr>
          <a:xfrm>
            <a:off x="5926048" y="3928513"/>
            <a:ext cx="11897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Menores Costos</a:t>
            </a:r>
            <a:endParaRPr lang="es-PE" sz="11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3E2155C-6830-D620-A7E5-5B48B04FF622}"/>
              </a:ext>
            </a:extLst>
          </p:cNvPr>
          <p:cNvSpPr txBox="1"/>
          <p:nvPr/>
        </p:nvSpPr>
        <p:spPr>
          <a:xfrm>
            <a:off x="5926048" y="4142518"/>
            <a:ext cx="12987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Menores Tiempos</a:t>
            </a:r>
            <a:endParaRPr lang="es-PE" sz="11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F8FA01E-305B-183C-2B23-154566EB488A}"/>
              </a:ext>
            </a:extLst>
          </p:cNvPr>
          <p:cNvSpPr txBox="1"/>
          <p:nvPr/>
        </p:nvSpPr>
        <p:spPr>
          <a:xfrm>
            <a:off x="5926048" y="4386030"/>
            <a:ext cx="14253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Menor Complejidad</a:t>
            </a:r>
            <a:endParaRPr lang="es-PE" sz="1100" dirty="0"/>
          </a:p>
        </p:txBody>
      </p:sp>
      <p:sp>
        <p:nvSpPr>
          <p:cNvPr id="56" name="Google Shape;14305;p78">
            <a:extLst>
              <a:ext uri="{FF2B5EF4-FFF2-40B4-BE49-F238E27FC236}">
                <a16:creationId xmlns:a16="http://schemas.microsoft.com/office/drawing/2014/main" id="{0AEFB541-FD12-C853-2355-92B3BCEAB657}"/>
              </a:ext>
            </a:extLst>
          </p:cNvPr>
          <p:cNvSpPr/>
          <p:nvPr/>
        </p:nvSpPr>
        <p:spPr>
          <a:xfrm>
            <a:off x="9755942" y="4150189"/>
            <a:ext cx="465172" cy="437261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A01AC62-510B-44FC-D6F6-5026DB2E338F}"/>
              </a:ext>
            </a:extLst>
          </p:cNvPr>
          <p:cNvSpPr txBox="1"/>
          <p:nvPr/>
        </p:nvSpPr>
        <p:spPr>
          <a:xfrm>
            <a:off x="7859909" y="3969818"/>
            <a:ext cx="1225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dirty="0"/>
              <a:t>Criptomonedas</a:t>
            </a:r>
            <a:endParaRPr lang="es-PE" sz="12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DE68E23-C432-5205-4A57-F080569209B6}"/>
              </a:ext>
            </a:extLst>
          </p:cNvPr>
          <p:cNvSpPr txBox="1"/>
          <p:nvPr/>
        </p:nvSpPr>
        <p:spPr>
          <a:xfrm>
            <a:off x="9419977" y="3130766"/>
            <a:ext cx="1239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/>
              <a:t>Aplicaciones</a:t>
            </a:r>
            <a:endParaRPr lang="es-PE" sz="1400" b="1" dirty="0"/>
          </a:p>
        </p:txBody>
      </p:sp>
      <p:grpSp>
        <p:nvGrpSpPr>
          <p:cNvPr id="59" name="Google Shape;12726;p73">
            <a:extLst>
              <a:ext uri="{FF2B5EF4-FFF2-40B4-BE49-F238E27FC236}">
                <a16:creationId xmlns:a16="http://schemas.microsoft.com/office/drawing/2014/main" id="{1FE021A9-4E33-25B0-0CB9-6C4F4E8E500E}"/>
              </a:ext>
            </a:extLst>
          </p:cNvPr>
          <p:cNvGrpSpPr/>
          <p:nvPr/>
        </p:nvGrpSpPr>
        <p:grpSpPr>
          <a:xfrm>
            <a:off x="9132787" y="3545038"/>
            <a:ext cx="1709122" cy="1730289"/>
            <a:chOff x="649648" y="271400"/>
            <a:chExt cx="6215377" cy="5455143"/>
          </a:xfrm>
          <a:solidFill>
            <a:schemeClr val="tx1"/>
          </a:solidFill>
        </p:grpSpPr>
        <p:sp>
          <p:nvSpPr>
            <p:cNvPr id="60" name="Google Shape;12727;p73">
              <a:extLst>
                <a:ext uri="{FF2B5EF4-FFF2-40B4-BE49-F238E27FC236}">
                  <a16:creationId xmlns:a16="http://schemas.microsoft.com/office/drawing/2014/main" id="{15DA18BA-517B-28A2-AAC9-3D89F9A13A3B}"/>
                </a:ext>
              </a:extLst>
            </p:cNvPr>
            <p:cNvSpPr/>
            <p:nvPr/>
          </p:nvSpPr>
          <p:spPr>
            <a:xfrm>
              <a:off x="2641907" y="3717593"/>
              <a:ext cx="3573900" cy="2008950"/>
            </a:xfrm>
            <a:custGeom>
              <a:avLst/>
              <a:gdLst/>
              <a:ahLst/>
              <a:cxnLst/>
              <a:rect l="l" t="t" r="r" b="b"/>
              <a:pathLst>
                <a:path w="142956" h="80358" fill="none" extrusionOk="0">
                  <a:moveTo>
                    <a:pt x="0" y="50612"/>
                  </a:moveTo>
                  <a:cubicBezTo>
                    <a:pt x="53053" y="80357"/>
                    <a:pt x="120314" y="56605"/>
                    <a:pt x="142956" y="0"/>
                  </a:cubicBezTo>
                </a:path>
              </a:pathLst>
            </a:custGeom>
            <a:grpFill/>
            <a:ln w="9525" cap="flat" cmpd="sng">
              <a:solidFill>
                <a:srgbClr val="325D79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728;p73">
              <a:extLst>
                <a:ext uri="{FF2B5EF4-FFF2-40B4-BE49-F238E27FC236}">
                  <a16:creationId xmlns:a16="http://schemas.microsoft.com/office/drawing/2014/main" id="{B0383068-4E46-EA4F-7BC0-8B3883684554}"/>
                </a:ext>
              </a:extLst>
            </p:cNvPr>
            <p:cNvSpPr/>
            <p:nvPr/>
          </p:nvSpPr>
          <p:spPr>
            <a:xfrm>
              <a:off x="1359875" y="2446825"/>
              <a:ext cx="338550" cy="1598275"/>
            </a:xfrm>
            <a:custGeom>
              <a:avLst/>
              <a:gdLst/>
              <a:ahLst/>
              <a:cxnLst/>
              <a:rect l="l" t="t" r="r" b="b"/>
              <a:pathLst>
                <a:path w="13542" h="63931" fill="none" extrusionOk="0">
                  <a:moveTo>
                    <a:pt x="888" y="0"/>
                  </a:moveTo>
                  <a:cubicBezTo>
                    <a:pt x="223" y="4440"/>
                    <a:pt x="1" y="9102"/>
                    <a:pt x="1" y="13763"/>
                  </a:cubicBezTo>
                  <a:cubicBezTo>
                    <a:pt x="1" y="31300"/>
                    <a:pt x="4662" y="48614"/>
                    <a:pt x="13541" y="63931"/>
                  </a:cubicBezTo>
                </a:path>
              </a:pathLst>
            </a:custGeom>
            <a:grpFill/>
            <a:ln w="9525" cap="flat" cmpd="sng">
              <a:solidFill>
                <a:srgbClr val="325D79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729;p73">
              <a:extLst>
                <a:ext uri="{FF2B5EF4-FFF2-40B4-BE49-F238E27FC236}">
                  <a16:creationId xmlns:a16="http://schemas.microsoft.com/office/drawing/2014/main" id="{44CD681D-A501-83EC-B7EC-684ED6337962}"/>
                </a:ext>
              </a:extLst>
            </p:cNvPr>
            <p:cNvSpPr/>
            <p:nvPr/>
          </p:nvSpPr>
          <p:spPr>
            <a:xfrm>
              <a:off x="1709500" y="271400"/>
              <a:ext cx="5149975" cy="2519525"/>
            </a:xfrm>
            <a:custGeom>
              <a:avLst/>
              <a:gdLst/>
              <a:ahLst/>
              <a:cxnLst/>
              <a:rect l="l" t="t" r="r" b="b"/>
              <a:pathLst>
                <a:path w="205999" h="100781" fill="none" extrusionOk="0">
                  <a:moveTo>
                    <a:pt x="187352" y="100780"/>
                  </a:moveTo>
                  <a:cubicBezTo>
                    <a:pt x="187352" y="77694"/>
                    <a:pt x="179361" y="55496"/>
                    <a:pt x="165154" y="37738"/>
                  </a:cubicBezTo>
                  <a:lnTo>
                    <a:pt x="187352" y="37738"/>
                  </a:lnTo>
                  <a:cubicBezTo>
                    <a:pt x="197563" y="37738"/>
                    <a:pt x="205998" y="29302"/>
                    <a:pt x="205998" y="18869"/>
                  </a:cubicBezTo>
                  <a:cubicBezTo>
                    <a:pt x="205998" y="8436"/>
                    <a:pt x="197563" y="1"/>
                    <a:pt x="187352" y="1"/>
                  </a:cubicBezTo>
                  <a:lnTo>
                    <a:pt x="91012" y="1"/>
                  </a:lnTo>
                  <a:lnTo>
                    <a:pt x="89681" y="1"/>
                  </a:lnTo>
                  <a:lnTo>
                    <a:pt x="86573" y="1"/>
                  </a:lnTo>
                  <a:cubicBezTo>
                    <a:pt x="51056" y="1"/>
                    <a:pt x="17981" y="18869"/>
                    <a:pt x="0" y="49725"/>
                  </a:cubicBezTo>
                </a:path>
              </a:pathLst>
            </a:custGeom>
            <a:grpFill/>
            <a:ln w="9525" cap="flat" cmpd="sng">
              <a:solidFill>
                <a:srgbClr val="325D79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730;p73">
              <a:extLst>
                <a:ext uri="{FF2B5EF4-FFF2-40B4-BE49-F238E27FC236}">
                  <a16:creationId xmlns:a16="http://schemas.microsoft.com/office/drawing/2014/main" id="{42A8B4C6-5375-EC53-C2D9-57E26E6D9B36}"/>
                </a:ext>
              </a:extLst>
            </p:cNvPr>
            <p:cNvSpPr/>
            <p:nvPr/>
          </p:nvSpPr>
          <p:spPr>
            <a:xfrm>
              <a:off x="5965975" y="415700"/>
              <a:ext cx="754750" cy="754750"/>
            </a:xfrm>
            <a:custGeom>
              <a:avLst/>
              <a:gdLst/>
              <a:ahLst/>
              <a:cxnLst/>
              <a:rect l="l" t="t" r="r" b="b"/>
              <a:pathLst>
                <a:path w="30190" h="30190" fill="none" extrusionOk="0">
                  <a:moveTo>
                    <a:pt x="17315" y="0"/>
                  </a:moveTo>
                  <a:cubicBezTo>
                    <a:pt x="5772" y="0"/>
                    <a:pt x="0" y="13763"/>
                    <a:pt x="7992" y="21977"/>
                  </a:cubicBezTo>
                  <a:cubicBezTo>
                    <a:pt x="16205" y="30190"/>
                    <a:pt x="30190" y="24418"/>
                    <a:pt x="30190" y="12875"/>
                  </a:cubicBezTo>
                  <a:cubicBezTo>
                    <a:pt x="30190" y="5772"/>
                    <a:pt x="24418" y="0"/>
                    <a:pt x="1731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2731;p73">
              <a:extLst>
                <a:ext uri="{FF2B5EF4-FFF2-40B4-BE49-F238E27FC236}">
                  <a16:creationId xmlns:a16="http://schemas.microsoft.com/office/drawing/2014/main" id="{D9106FE7-EED8-5946-FE21-8BFD8A908B60}"/>
                </a:ext>
              </a:extLst>
            </p:cNvPr>
            <p:cNvSpPr/>
            <p:nvPr/>
          </p:nvSpPr>
          <p:spPr>
            <a:xfrm>
              <a:off x="699475" y="2457925"/>
              <a:ext cx="5183275" cy="2647150"/>
            </a:xfrm>
            <a:custGeom>
              <a:avLst/>
              <a:gdLst/>
              <a:ahLst/>
              <a:cxnLst/>
              <a:rect l="l" t="t" r="r" b="b"/>
              <a:pathLst>
                <a:path w="207331" h="105886" fill="none" extrusionOk="0">
                  <a:moveTo>
                    <a:pt x="39513" y="0"/>
                  </a:moveTo>
                  <a:cubicBezTo>
                    <a:pt x="38847" y="4440"/>
                    <a:pt x="38404" y="8880"/>
                    <a:pt x="38626" y="13319"/>
                  </a:cubicBezTo>
                  <a:cubicBezTo>
                    <a:pt x="38404" y="31300"/>
                    <a:pt x="43953" y="48836"/>
                    <a:pt x="54164" y="63487"/>
                  </a:cubicBezTo>
                  <a:lnTo>
                    <a:pt x="18869" y="63487"/>
                  </a:lnTo>
                  <a:cubicBezTo>
                    <a:pt x="8436" y="63487"/>
                    <a:pt x="1" y="71922"/>
                    <a:pt x="1" y="82355"/>
                  </a:cubicBezTo>
                  <a:cubicBezTo>
                    <a:pt x="1" y="92566"/>
                    <a:pt x="8436" y="101002"/>
                    <a:pt x="18869" y="101002"/>
                  </a:cubicBezTo>
                  <a:lnTo>
                    <a:pt x="116097" y="101002"/>
                  </a:lnTo>
                  <a:cubicBezTo>
                    <a:pt x="154277" y="105885"/>
                    <a:pt x="191126" y="85463"/>
                    <a:pt x="207331" y="50390"/>
                  </a:cubicBezTo>
                </a:path>
              </a:pathLst>
            </a:custGeom>
            <a:grpFill/>
            <a:ln w="9525" cap="flat" cmpd="sng">
              <a:solidFill>
                <a:srgbClr val="667E92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2732;p73">
              <a:extLst>
                <a:ext uri="{FF2B5EF4-FFF2-40B4-BE49-F238E27FC236}">
                  <a16:creationId xmlns:a16="http://schemas.microsoft.com/office/drawing/2014/main" id="{C4B43691-30EB-AEBE-5697-7C95FB1D93AE}"/>
                </a:ext>
              </a:extLst>
            </p:cNvPr>
            <p:cNvSpPr/>
            <p:nvPr/>
          </p:nvSpPr>
          <p:spPr>
            <a:xfrm>
              <a:off x="2075775" y="387950"/>
              <a:ext cx="4012325" cy="2402975"/>
            </a:xfrm>
            <a:custGeom>
              <a:avLst/>
              <a:gdLst/>
              <a:ahLst/>
              <a:cxnLst/>
              <a:rect l="l" t="t" r="r" b="b"/>
              <a:pathLst>
                <a:path w="160493" h="96119" fill="none" extrusionOk="0">
                  <a:moveTo>
                    <a:pt x="160492" y="96118"/>
                  </a:moveTo>
                  <a:cubicBezTo>
                    <a:pt x="160492" y="57494"/>
                    <a:pt x="135630" y="23530"/>
                    <a:pt x="99003" y="11765"/>
                  </a:cubicBezTo>
                  <a:cubicBezTo>
                    <a:pt x="62377" y="0"/>
                    <a:pt x="22420" y="13097"/>
                    <a:pt x="0" y="44397"/>
                  </a:cubicBezTo>
                </a:path>
              </a:pathLst>
            </a:custGeom>
            <a:grpFill/>
            <a:ln w="9525" cap="flat" cmpd="sng">
              <a:solidFill>
                <a:srgbClr val="667E92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2733;p73">
              <a:extLst>
                <a:ext uri="{FF2B5EF4-FFF2-40B4-BE49-F238E27FC236}">
                  <a16:creationId xmlns:a16="http://schemas.microsoft.com/office/drawing/2014/main" id="{D7BFAFD4-EA1E-FE03-CC3F-EB77CF55D05C}"/>
                </a:ext>
              </a:extLst>
            </p:cNvPr>
            <p:cNvSpPr/>
            <p:nvPr/>
          </p:nvSpPr>
          <p:spPr>
            <a:xfrm>
              <a:off x="649648" y="670971"/>
              <a:ext cx="5183118" cy="4298214"/>
            </a:xfrm>
            <a:custGeom>
              <a:avLst/>
              <a:gdLst/>
              <a:ahLst/>
              <a:cxnLst/>
              <a:rect l="l" t="t" r="r" b="b"/>
              <a:pathLst>
                <a:path w="205333" h="170260" fill="none" extrusionOk="0">
                  <a:moveTo>
                    <a:pt x="205333" y="84575"/>
                  </a:moveTo>
                  <a:cubicBezTo>
                    <a:pt x="205333" y="51944"/>
                    <a:pt x="185133" y="22865"/>
                    <a:pt x="154721" y="11322"/>
                  </a:cubicBezTo>
                  <a:cubicBezTo>
                    <a:pt x="124088" y="1"/>
                    <a:pt x="89681" y="8880"/>
                    <a:pt x="68371" y="33520"/>
                  </a:cubicBezTo>
                  <a:lnTo>
                    <a:pt x="18869" y="33520"/>
                  </a:lnTo>
                  <a:cubicBezTo>
                    <a:pt x="8436" y="33520"/>
                    <a:pt x="1" y="41955"/>
                    <a:pt x="1" y="52388"/>
                  </a:cubicBezTo>
                  <a:cubicBezTo>
                    <a:pt x="1" y="62599"/>
                    <a:pt x="8436" y="71034"/>
                    <a:pt x="18869" y="71034"/>
                  </a:cubicBezTo>
                  <a:lnTo>
                    <a:pt x="50612" y="71034"/>
                  </a:lnTo>
                  <a:cubicBezTo>
                    <a:pt x="44175" y="108549"/>
                    <a:pt x="65929" y="145176"/>
                    <a:pt x="101668" y="157607"/>
                  </a:cubicBezTo>
                  <a:cubicBezTo>
                    <a:pt x="137629" y="170260"/>
                    <a:pt x="177363" y="155165"/>
                    <a:pt x="195788" y="121868"/>
                  </a:cubicBezTo>
                </a:path>
              </a:pathLst>
            </a:custGeom>
            <a:grpFill/>
            <a:ln w="9525" cap="flat" cmpd="sng">
              <a:solidFill>
                <a:srgbClr val="445D73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2734;p73">
              <a:extLst>
                <a:ext uri="{FF2B5EF4-FFF2-40B4-BE49-F238E27FC236}">
                  <a16:creationId xmlns:a16="http://schemas.microsoft.com/office/drawing/2014/main" id="{A06A48D3-DA92-A4C9-1888-CCE3400A9522}"/>
                </a:ext>
              </a:extLst>
            </p:cNvPr>
            <p:cNvSpPr/>
            <p:nvPr/>
          </p:nvSpPr>
          <p:spPr>
            <a:xfrm>
              <a:off x="1731700" y="1059450"/>
              <a:ext cx="5133325" cy="3762600"/>
            </a:xfrm>
            <a:custGeom>
              <a:avLst/>
              <a:gdLst/>
              <a:ahLst/>
              <a:cxnLst/>
              <a:rect l="l" t="t" r="r" b="b"/>
              <a:pathLst>
                <a:path w="205333" h="150504" fill="none" extrusionOk="0">
                  <a:moveTo>
                    <a:pt x="85685" y="0"/>
                  </a:moveTo>
                  <a:cubicBezTo>
                    <a:pt x="33297" y="222"/>
                    <a:pt x="0" y="56383"/>
                    <a:pt x="25306" y="102333"/>
                  </a:cubicBezTo>
                  <a:cubicBezTo>
                    <a:pt x="50390" y="148283"/>
                    <a:pt x="115652" y="150503"/>
                    <a:pt x="144066" y="106551"/>
                  </a:cubicBezTo>
                  <a:lnTo>
                    <a:pt x="186464" y="106551"/>
                  </a:lnTo>
                  <a:cubicBezTo>
                    <a:pt x="196897" y="106551"/>
                    <a:pt x="205332" y="98116"/>
                    <a:pt x="205332" y="87683"/>
                  </a:cubicBezTo>
                  <a:cubicBezTo>
                    <a:pt x="205332" y="77250"/>
                    <a:pt x="196897" y="68814"/>
                    <a:pt x="186464" y="68814"/>
                  </a:cubicBezTo>
                  <a:lnTo>
                    <a:pt x="154943" y="68814"/>
                  </a:lnTo>
                  <a:cubicBezTo>
                    <a:pt x="154721" y="30856"/>
                    <a:pt x="123865" y="0"/>
                    <a:pt x="85685" y="0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869FB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2735;p73">
              <a:extLst>
                <a:ext uri="{FF2B5EF4-FFF2-40B4-BE49-F238E27FC236}">
                  <a16:creationId xmlns:a16="http://schemas.microsoft.com/office/drawing/2014/main" id="{B2EFB34D-9420-C79F-A73E-F0BBE519FB3C}"/>
                </a:ext>
              </a:extLst>
            </p:cNvPr>
            <p:cNvSpPr/>
            <p:nvPr/>
          </p:nvSpPr>
          <p:spPr>
            <a:xfrm>
              <a:off x="5965975" y="2912975"/>
              <a:ext cx="754750" cy="754775"/>
            </a:xfrm>
            <a:custGeom>
              <a:avLst/>
              <a:gdLst/>
              <a:ahLst/>
              <a:cxnLst/>
              <a:rect l="l" t="t" r="r" b="b"/>
              <a:pathLst>
                <a:path w="30190" h="30191" fill="none" extrusionOk="0">
                  <a:moveTo>
                    <a:pt x="17315" y="1"/>
                  </a:moveTo>
                  <a:cubicBezTo>
                    <a:pt x="5772" y="1"/>
                    <a:pt x="0" y="13764"/>
                    <a:pt x="7992" y="21977"/>
                  </a:cubicBezTo>
                  <a:cubicBezTo>
                    <a:pt x="16205" y="30190"/>
                    <a:pt x="30190" y="24419"/>
                    <a:pt x="30190" y="12876"/>
                  </a:cubicBezTo>
                  <a:cubicBezTo>
                    <a:pt x="30190" y="5772"/>
                    <a:pt x="24418" y="1"/>
                    <a:pt x="17315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2736;p73">
              <a:extLst>
                <a:ext uri="{FF2B5EF4-FFF2-40B4-BE49-F238E27FC236}">
                  <a16:creationId xmlns:a16="http://schemas.microsoft.com/office/drawing/2014/main" id="{5473B28C-5793-921D-2CEA-5C441D5B2F46}"/>
                </a:ext>
              </a:extLst>
            </p:cNvPr>
            <p:cNvSpPr/>
            <p:nvPr/>
          </p:nvSpPr>
          <p:spPr>
            <a:xfrm>
              <a:off x="2453125" y="1464550"/>
              <a:ext cx="2874675" cy="2785900"/>
            </a:xfrm>
            <a:custGeom>
              <a:avLst/>
              <a:gdLst/>
              <a:ahLst/>
              <a:cxnLst/>
              <a:rect l="l" t="t" r="r" b="b"/>
              <a:pathLst>
                <a:path w="114987" h="111436" fill="none" extrusionOk="0">
                  <a:moveTo>
                    <a:pt x="56828" y="1"/>
                  </a:moveTo>
                  <a:cubicBezTo>
                    <a:pt x="31744" y="1"/>
                    <a:pt x="9990" y="17759"/>
                    <a:pt x="4884" y="42621"/>
                  </a:cubicBezTo>
                  <a:cubicBezTo>
                    <a:pt x="1" y="67483"/>
                    <a:pt x="13320" y="92123"/>
                    <a:pt x="36628" y="101890"/>
                  </a:cubicBezTo>
                  <a:cubicBezTo>
                    <a:pt x="59936" y="111435"/>
                    <a:pt x="87017" y="103444"/>
                    <a:pt x="101002" y="82356"/>
                  </a:cubicBezTo>
                  <a:cubicBezTo>
                    <a:pt x="114987" y="61268"/>
                    <a:pt x="112323" y="33298"/>
                    <a:pt x="94343" y="15539"/>
                  </a:cubicBezTo>
                  <a:cubicBezTo>
                    <a:pt x="84353" y="5550"/>
                    <a:pt x="71035" y="1"/>
                    <a:pt x="56828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E3E9ED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2737;p73">
              <a:extLst>
                <a:ext uri="{FF2B5EF4-FFF2-40B4-BE49-F238E27FC236}">
                  <a16:creationId xmlns:a16="http://schemas.microsoft.com/office/drawing/2014/main" id="{C4D516A1-EA96-97A6-0F7D-5832B79BB8B7}"/>
                </a:ext>
              </a:extLst>
            </p:cNvPr>
            <p:cNvSpPr/>
            <p:nvPr/>
          </p:nvSpPr>
          <p:spPr>
            <a:xfrm>
              <a:off x="732775" y="4183825"/>
              <a:ext cx="754775" cy="760300"/>
            </a:xfrm>
            <a:custGeom>
              <a:avLst/>
              <a:gdLst/>
              <a:ahLst/>
              <a:cxnLst/>
              <a:rect l="l" t="t" r="r" b="b"/>
              <a:pathLst>
                <a:path w="30191" h="30412" fill="none" extrusionOk="0">
                  <a:moveTo>
                    <a:pt x="17315" y="0"/>
                  </a:moveTo>
                  <a:cubicBezTo>
                    <a:pt x="5772" y="0"/>
                    <a:pt x="1" y="13985"/>
                    <a:pt x="7992" y="22199"/>
                  </a:cubicBezTo>
                  <a:cubicBezTo>
                    <a:pt x="16205" y="30412"/>
                    <a:pt x="30190" y="24640"/>
                    <a:pt x="30190" y="13097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2738;p73">
              <a:extLst>
                <a:ext uri="{FF2B5EF4-FFF2-40B4-BE49-F238E27FC236}">
                  <a16:creationId xmlns:a16="http://schemas.microsoft.com/office/drawing/2014/main" id="{37E64807-7B09-3687-1139-0C64FB61C3AF}"/>
                </a:ext>
              </a:extLst>
            </p:cNvPr>
            <p:cNvSpPr/>
            <p:nvPr/>
          </p:nvSpPr>
          <p:spPr>
            <a:xfrm>
              <a:off x="732775" y="1669900"/>
              <a:ext cx="754775" cy="754750"/>
            </a:xfrm>
            <a:custGeom>
              <a:avLst/>
              <a:gdLst/>
              <a:ahLst/>
              <a:cxnLst/>
              <a:rect l="l" t="t" r="r" b="b"/>
              <a:pathLst>
                <a:path w="30191" h="30190" fill="none" extrusionOk="0">
                  <a:moveTo>
                    <a:pt x="17315" y="0"/>
                  </a:moveTo>
                  <a:cubicBezTo>
                    <a:pt x="5772" y="0"/>
                    <a:pt x="1" y="13985"/>
                    <a:pt x="8214" y="22198"/>
                  </a:cubicBezTo>
                  <a:cubicBezTo>
                    <a:pt x="16205" y="30189"/>
                    <a:pt x="30190" y="24418"/>
                    <a:pt x="30190" y="12875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F909F63-C7DB-9010-22EC-942B588C2517}"/>
              </a:ext>
            </a:extLst>
          </p:cNvPr>
          <p:cNvSpPr txBox="1"/>
          <p:nvPr/>
        </p:nvSpPr>
        <p:spPr>
          <a:xfrm>
            <a:off x="7248104" y="4785285"/>
            <a:ext cx="1927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dirty="0"/>
              <a:t>R3 – Consorcio Financiero</a:t>
            </a:r>
            <a:endParaRPr lang="es-PE" sz="12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8C1C0C9-D677-03E7-BC2E-DABDBF50F6A3}"/>
              </a:ext>
            </a:extLst>
          </p:cNvPr>
          <p:cNvSpPr txBox="1"/>
          <p:nvPr/>
        </p:nvSpPr>
        <p:spPr>
          <a:xfrm>
            <a:off x="10896222" y="3532183"/>
            <a:ext cx="974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dirty="0"/>
              <a:t>Contratos</a:t>
            </a:r>
          </a:p>
          <a:p>
            <a:pPr algn="ctr"/>
            <a:r>
              <a:rPr lang="es-ES" sz="1200" dirty="0"/>
              <a:t>Inteligentes</a:t>
            </a:r>
            <a:endParaRPr lang="es-PE" sz="12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63BB122-77A8-031B-18C3-9275B8AE96CA}"/>
              </a:ext>
            </a:extLst>
          </p:cNvPr>
          <p:cNvSpPr txBox="1"/>
          <p:nvPr/>
        </p:nvSpPr>
        <p:spPr>
          <a:xfrm>
            <a:off x="10951032" y="4388412"/>
            <a:ext cx="980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dirty="0"/>
              <a:t>Rastreos</a:t>
            </a:r>
          </a:p>
          <a:p>
            <a:pPr algn="ctr"/>
            <a:r>
              <a:rPr lang="es-ES" sz="1200" dirty="0"/>
              <a:t>(diamantes)</a:t>
            </a:r>
            <a:endParaRPr lang="es-PE" sz="1200" dirty="0"/>
          </a:p>
        </p:txBody>
      </p:sp>
      <p:grpSp>
        <p:nvGrpSpPr>
          <p:cNvPr id="75" name="Google Shape;13951;p77">
            <a:extLst>
              <a:ext uri="{FF2B5EF4-FFF2-40B4-BE49-F238E27FC236}">
                <a16:creationId xmlns:a16="http://schemas.microsoft.com/office/drawing/2014/main" id="{93A913F1-8ECC-18ED-4ED6-5C4FD65A9518}"/>
              </a:ext>
            </a:extLst>
          </p:cNvPr>
          <p:cNvGrpSpPr/>
          <p:nvPr/>
        </p:nvGrpSpPr>
        <p:grpSpPr>
          <a:xfrm>
            <a:off x="4202301" y="5465309"/>
            <a:ext cx="375378" cy="367397"/>
            <a:chOff x="-63669700" y="2646600"/>
            <a:chExt cx="324525" cy="317625"/>
          </a:xfrm>
        </p:grpSpPr>
        <p:sp>
          <p:nvSpPr>
            <p:cNvPr id="76" name="Google Shape;13952;p77">
              <a:extLst>
                <a:ext uri="{FF2B5EF4-FFF2-40B4-BE49-F238E27FC236}">
                  <a16:creationId xmlns:a16="http://schemas.microsoft.com/office/drawing/2014/main" id="{7EB8D57A-4AD7-2CE9-EEE1-7232EB1411D8}"/>
                </a:ext>
              </a:extLst>
            </p:cNvPr>
            <p:cNvSpPr/>
            <p:nvPr/>
          </p:nvSpPr>
          <p:spPr>
            <a:xfrm>
              <a:off x="-63669700" y="2646600"/>
              <a:ext cx="324525" cy="317550"/>
            </a:xfrm>
            <a:custGeom>
              <a:avLst/>
              <a:gdLst/>
              <a:ahLst/>
              <a:cxnLst/>
              <a:rect l="l" t="t" r="r" b="b"/>
              <a:pathLst>
                <a:path w="12981" h="12702" extrusionOk="0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3953;p77">
              <a:extLst>
                <a:ext uri="{FF2B5EF4-FFF2-40B4-BE49-F238E27FC236}">
                  <a16:creationId xmlns:a16="http://schemas.microsoft.com/office/drawing/2014/main" id="{E9D85ADB-28D6-F1D7-0667-8313F5CCCC29}"/>
                </a:ext>
              </a:extLst>
            </p:cNvPr>
            <p:cNvSpPr/>
            <p:nvPr/>
          </p:nvSpPr>
          <p:spPr>
            <a:xfrm>
              <a:off x="-63532650" y="2901200"/>
              <a:ext cx="185900" cy="63025"/>
            </a:xfrm>
            <a:custGeom>
              <a:avLst/>
              <a:gdLst/>
              <a:ahLst/>
              <a:cxnLst/>
              <a:rect l="l" t="t" r="r" b="b"/>
              <a:pathLst>
                <a:path w="7436" h="2521" extrusionOk="0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46CBC97F-BB08-3719-8CE5-01A394EE66B8}"/>
              </a:ext>
            </a:extLst>
          </p:cNvPr>
          <p:cNvSpPr txBox="1"/>
          <p:nvPr/>
        </p:nvSpPr>
        <p:spPr>
          <a:xfrm>
            <a:off x="3748182" y="5887535"/>
            <a:ext cx="12859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Marco Normativo</a:t>
            </a:r>
            <a:endParaRPr lang="es-PE" sz="1100" dirty="0"/>
          </a:p>
        </p:txBody>
      </p:sp>
      <p:grpSp>
        <p:nvGrpSpPr>
          <p:cNvPr id="79" name="Google Shape;12542;p73">
            <a:extLst>
              <a:ext uri="{FF2B5EF4-FFF2-40B4-BE49-F238E27FC236}">
                <a16:creationId xmlns:a16="http://schemas.microsoft.com/office/drawing/2014/main" id="{2715758D-4465-6705-8FFC-39FDB705F0D6}"/>
              </a:ext>
            </a:extLst>
          </p:cNvPr>
          <p:cNvGrpSpPr/>
          <p:nvPr/>
        </p:nvGrpSpPr>
        <p:grpSpPr>
          <a:xfrm>
            <a:off x="5858973" y="5297645"/>
            <a:ext cx="530795" cy="619554"/>
            <a:chOff x="4206459" y="1191441"/>
            <a:chExt cx="712557" cy="785901"/>
          </a:xfrm>
        </p:grpSpPr>
        <p:sp>
          <p:nvSpPr>
            <p:cNvPr id="80" name="Google Shape;12543;p73">
              <a:extLst>
                <a:ext uri="{FF2B5EF4-FFF2-40B4-BE49-F238E27FC236}">
                  <a16:creationId xmlns:a16="http://schemas.microsoft.com/office/drawing/2014/main" id="{9BEB6D47-B885-0D40-9F22-331F105BED19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2544;p73">
              <a:extLst>
                <a:ext uri="{FF2B5EF4-FFF2-40B4-BE49-F238E27FC236}">
                  <a16:creationId xmlns:a16="http://schemas.microsoft.com/office/drawing/2014/main" id="{E2A66DCC-8F20-0C87-EEE9-B0F7F1303743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2545;p73">
              <a:extLst>
                <a:ext uri="{FF2B5EF4-FFF2-40B4-BE49-F238E27FC236}">
                  <a16:creationId xmlns:a16="http://schemas.microsoft.com/office/drawing/2014/main" id="{A514E7BA-01D2-CCEA-5C77-56FA441D2E83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2546;p73">
              <a:extLst>
                <a:ext uri="{FF2B5EF4-FFF2-40B4-BE49-F238E27FC236}">
                  <a16:creationId xmlns:a16="http://schemas.microsoft.com/office/drawing/2014/main" id="{74DB0637-3423-0E2E-A31B-4B93C6BA8FAD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12547;p73">
              <a:extLst>
                <a:ext uri="{FF2B5EF4-FFF2-40B4-BE49-F238E27FC236}">
                  <a16:creationId xmlns:a16="http://schemas.microsoft.com/office/drawing/2014/main" id="{2A74E72B-359D-F2CF-24A6-5410438A1E46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114" name="Google Shape;12548;p73">
                <a:extLst>
                  <a:ext uri="{FF2B5EF4-FFF2-40B4-BE49-F238E27FC236}">
                    <a16:creationId xmlns:a16="http://schemas.microsoft.com/office/drawing/2014/main" id="{65DAC75C-B3F6-E0CA-41BC-C124085E183D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2549;p73">
                <a:extLst>
                  <a:ext uri="{FF2B5EF4-FFF2-40B4-BE49-F238E27FC236}">
                    <a16:creationId xmlns:a16="http://schemas.microsoft.com/office/drawing/2014/main" id="{3D510723-90DD-D417-609D-9A04A93C3AA5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2550;p73">
                <a:extLst>
                  <a:ext uri="{FF2B5EF4-FFF2-40B4-BE49-F238E27FC236}">
                    <a16:creationId xmlns:a16="http://schemas.microsoft.com/office/drawing/2014/main" id="{E9B154A1-CB6F-901C-72CF-E15AFB7D314B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2551;p73">
                <a:extLst>
                  <a:ext uri="{FF2B5EF4-FFF2-40B4-BE49-F238E27FC236}">
                    <a16:creationId xmlns:a16="http://schemas.microsoft.com/office/drawing/2014/main" id="{8E6F236D-1601-7D28-A651-9BE0D416F908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12552;p73">
              <a:extLst>
                <a:ext uri="{FF2B5EF4-FFF2-40B4-BE49-F238E27FC236}">
                  <a16:creationId xmlns:a16="http://schemas.microsoft.com/office/drawing/2014/main" id="{43C20841-0419-C7CD-38CE-A38C897B7879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110" name="Google Shape;12553;p73">
                <a:extLst>
                  <a:ext uri="{FF2B5EF4-FFF2-40B4-BE49-F238E27FC236}">
                    <a16:creationId xmlns:a16="http://schemas.microsoft.com/office/drawing/2014/main" id="{A7677B95-1D5A-D3F0-C95F-2AE2AFE0F27D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2554;p73">
                <a:extLst>
                  <a:ext uri="{FF2B5EF4-FFF2-40B4-BE49-F238E27FC236}">
                    <a16:creationId xmlns:a16="http://schemas.microsoft.com/office/drawing/2014/main" id="{A2FA2BB8-D58E-AE94-EE50-3868114B3A0C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2555;p73">
                <a:extLst>
                  <a:ext uri="{FF2B5EF4-FFF2-40B4-BE49-F238E27FC236}">
                    <a16:creationId xmlns:a16="http://schemas.microsoft.com/office/drawing/2014/main" id="{7CAC5520-70EF-A96D-D37B-BFB36D5720FA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2556;p73">
                <a:extLst>
                  <a:ext uri="{FF2B5EF4-FFF2-40B4-BE49-F238E27FC236}">
                    <a16:creationId xmlns:a16="http://schemas.microsoft.com/office/drawing/2014/main" id="{0B9C0353-AEDC-ED26-D2DB-C148677FCD63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12557;p73">
              <a:extLst>
                <a:ext uri="{FF2B5EF4-FFF2-40B4-BE49-F238E27FC236}">
                  <a16:creationId xmlns:a16="http://schemas.microsoft.com/office/drawing/2014/main" id="{A9BBECF1-5283-AC2E-D7A2-5CF59DFDE0B0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106" name="Google Shape;12558;p73">
                <a:extLst>
                  <a:ext uri="{FF2B5EF4-FFF2-40B4-BE49-F238E27FC236}">
                    <a16:creationId xmlns:a16="http://schemas.microsoft.com/office/drawing/2014/main" id="{133BB721-DCEC-259A-A908-0F6F807A3B16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2559;p73">
                <a:extLst>
                  <a:ext uri="{FF2B5EF4-FFF2-40B4-BE49-F238E27FC236}">
                    <a16:creationId xmlns:a16="http://schemas.microsoft.com/office/drawing/2014/main" id="{BB43467E-F4DC-E609-67CA-5CCDD69C40F7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2560;p73">
                <a:extLst>
                  <a:ext uri="{FF2B5EF4-FFF2-40B4-BE49-F238E27FC236}">
                    <a16:creationId xmlns:a16="http://schemas.microsoft.com/office/drawing/2014/main" id="{C44F56DE-4E0B-B38A-5A2F-207628DCC6F5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2561;p73">
                <a:extLst>
                  <a:ext uri="{FF2B5EF4-FFF2-40B4-BE49-F238E27FC236}">
                    <a16:creationId xmlns:a16="http://schemas.microsoft.com/office/drawing/2014/main" id="{AA99D449-4362-CD86-5FC9-E6CE014A7772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12562;p73">
              <a:extLst>
                <a:ext uri="{FF2B5EF4-FFF2-40B4-BE49-F238E27FC236}">
                  <a16:creationId xmlns:a16="http://schemas.microsoft.com/office/drawing/2014/main" id="{81C9DF09-EBB3-8BD2-E5CD-3DB32B79E40E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102" name="Google Shape;12563;p73">
                <a:extLst>
                  <a:ext uri="{FF2B5EF4-FFF2-40B4-BE49-F238E27FC236}">
                    <a16:creationId xmlns:a16="http://schemas.microsoft.com/office/drawing/2014/main" id="{8733192C-67D3-D250-7B9B-BC336C0FF70A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2564;p73">
                <a:extLst>
                  <a:ext uri="{FF2B5EF4-FFF2-40B4-BE49-F238E27FC236}">
                    <a16:creationId xmlns:a16="http://schemas.microsoft.com/office/drawing/2014/main" id="{A1DD922F-B8F7-03FC-2BD7-2F72C711ED19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2565;p73">
                <a:extLst>
                  <a:ext uri="{FF2B5EF4-FFF2-40B4-BE49-F238E27FC236}">
                    <a16:creationId xmlns:a16="http://schemas.microsoft.com/office/drawing/2014/main" id="{AE5A16A9-8263-8815-73D2-D6A0F2CFE817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2566;p73">
                <a:extLst>
                  <a:ext uri="{FF2B5EF4-FFF2-40B4-BE49-F238E27FC236}">
                    <a16:creationId xmlns:a16="http://schemas.microsoft.com/office/drawing/2014/main" id="{85FF7D79-6DE7-F764-88F4-CE3632D8D0B0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" name="Google Shape;12567;p73">
              <a:extLst>
                <a:ext uri="{FF2B5EF4-FFF2-40B4-BE49-F238E27FC236}">
                  <a16:creationId xmlns:a16="http://schemas.microsoft.com/office/drawing/2014/main" id="{A3909E7A-8E53-77B9-71F3-9F1CD8B103AB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2568;p73">
              <a:extLst>
                <a:ext uri="{FF2B5EF4-FFF2-40B4-BE49-F238E27FC236}">
                  <a16:creationId xmlns:a16="http://schemas.microsoft.com/office/drawing/2014/main" id="{0EC6046B-63AF-E341-CEE7-161826CBA146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2569;p73">
              <a:extLst>
                <a:ext uri="{FF2B5EF4-FFF2-40B4-BE49-F238E27FC236}">
                  <a16:creationId xmlns:a16="http://schemas.microsoft.com/office/drawing/2014/main" id="{4F9B1B5A-649E-90FF-B477-F209EB8F335C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2570;p73">
              <a:extLst>
                <a:ext uri="{FF2B5EF4-FFF2-40B4-BE49-F238E27FC236}">
                  <a16:creationId xmlns:a16="http://schemas.microsoft.com/office/drawing/2014/main" id="{25B879DF-EE83-6301-1C63-1871E0CBB0F9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12571;p73">
              <a:extLst>
                <a:ext uri="{FF2B5EF4-FFF2-40B4-BE49-F238E27FC236}">
                  <a16:creationId xmlns:a16="http://schemas.microsoft.com/office/drawing/2014/main" id="{FAB3899C-3C4B-F495-2663-D478ACE4DF81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98" name="Google Shape;12572;p73">
                <a:extLst>
                  <a:ext uri="{FF2B5EF4-FFF2-40B4-BE49-F238E27FC236}">
                    <a16:creationId xmlns:a16="http://schemas.microsoft.com/office/drawing/2014/main" id="{C3DFD259-FD9F-E65A-4A9F-934EC643A144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2573;p73">
                <a:extLst>
                  <a:ext uri="{FF2B5EF4-FFF2-40B4-BE49-F238E27FC236}">
                    <a16:creationId xmlns:a16="http://schemas.microsoft.com/office/drawing/2014/main" id="{1272DA5A-7C16-5C6E-CACB-050B56D98565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2574;p73">
                <a:extLst>
                  <a:ext uri="{FF2B5EF4-FFF2-40B4-BE49-F238E27FC236}">
                    <a16:creationId xmlns:a16="http://schemas.microsoft.com/office/drawing/2014/main" id="{A35A4FC1-CD1D-C8BC-461B-D35BEB41D39C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2575;p73">
                <a:extLst>
                  <a:ext uri="{FF2B5EF4-FFF2-40B4-BE49-F238E27FC236}">
                    <a16:creationId xmlns:a16="http://schemas.microsoft.com/office/drawing/2014/main" id="{B9A75DB0-58D5-7DC5-E7D2-ABA9D7FAC25F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12576;p73">
              <a:extLst>
                <a:ext uri="{FF2B5EF4-FFF2-40B4-BE49-F238E27FC236}">
                  <a16:creationId xmlns:a16="http://schemas.microsoft.com/office/drawing/2014/main" id="{CF0B9A1A-9E01-D631-9AA4-234DAB8A2166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94" name="Google Shape;12577;p73">
                <a:extLst>
                  <a:ext uri="{FF2B5EF4-FFF2-40B4-BE49-F238E27FC236}">
                    <a16:creationId xmlns:a16="http://schemas.microsoft.com/office/drawing/2014/main" id="{3C722EB6-FC62-3E50-1545-C5E5E3A4636F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2578;p73">
                <a:extLst>
                  <a:ext uri="{FF2B5EF4-FFF2-40B4-BE49-F238E27FC236}">
                    <a16:creationId xmlns:a16="http://schemas.microsoft.com/office/drawing/2014/main" id="{F2570959-1CA4-7921-AFE2-3EF6372B9068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2579;p73">
                <a:extLst>
                  <a:ext uri="{FF2B5EF4-FFF2-40B4-BE49-F238E27FC236}">
                    <a16:creationId xmlns:a16="http://schemas.microsoft.com/office/drawing/2014/main" id="{DD8ACAF2-C2FB-4004-B384-680F9961871A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2580;p73">
                <a:extLst>
                  <a:ext uri="{FF2B5EF4-FFF2-40B4-BE49-F238E27FC236}">
                    <a16:creationId xmlns:a16="http://schemas.microsoft.com/office/drawing/2014/main" id="{83CD004D-BFCB-9B35-90DF-6BA906716BEB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6F600A59-3F03-A870-C80F-FB4CF29D91E5}"/>
              </a:ext>
            </a:extLst>
          </p:cNvPr>
          <p:cNvSpPr txBox="1"/>
          <p:nvPr/>
        </p:nvSpPr>
        <p:spPr>
          <a:xfrm>
            <a:off x="4919349" y="5919251"/>
            <a:ext cx="24336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/>
              <a:t>Transacciones por segundo</a:t>
            </a:r>
          </a:p>
          <a:p>
            <a:pPr algn="ctr"/>
            <a:r>
              <a:rPr lang="es-ES" sz="1100" dirty="0"/>
              <a:t>vs.</a:t>
            </a:r>
          </a:p>
          <a:p>
            <a:pPr algn="ctr"/>
            <a:r>
              <a:rPr lang="es-PE" sz="1100" dirty="0"/>
              <a:t>2,500 transacciones por segundo	 TC</a:t>
            </a:r>
          </a:p>
        </p:txBody>
      </p:sp>
    </p:spTree>
    <p:extLst>
      <p:ext uri="{BB962C8B-B14F-4D97-AF65-F5344CB8AC3E}">
        <p14:creationId xmlns:p14="http://schemas.microsoft.com/office/powerpoint/2010/main" val="3640439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8373653-05C9-2691-0911-A6B8F43072D3}"/>
              </a:ext>
            </a:extLst>
          </p:cNvPr>
          <p:cNvSpPr txBox="1"/>
          <p:nvPr/>
        </p:nvSpPr>
        <p:spPr>
          <a:xfrm>
            <a:off x="1707734" y="1118935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Big Data</a:t>
            </a:r>
            <a:endParaRPr lang="es-PE" sz="1400" dirty="0"/>
          </a:p>
        </p:txBody>
      </p:sp>
      <p:sp>
        <p:nvSpPr>
          <p:cNvPr id="7" name="Google Shape;13383;p75">
            <a:extLst>
              <a:ext uri="{FF2B5EF4-FFF2-40B4-BE49-F238E27FC236}">
                <a16:creationId xmlns:a16="http://schemas.microsoft.com/office/drawing/2014/main" id="{91D07FDA-24A6-004B-7BD2-1D8C6F9A089F}"/>
              </a:ext>
            </a:extLst>
          </p:cNvPr>
          <p:cNvSpPr/>
          <p:nvPr/>
        </p:nvSpPr>
        <p:spPr>
          <a:xfrm>
            <a:off x="3325263" y="1714095"/>
            <a:ext cx="946033" cy="520438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0B0022-1739-521C-31BF-1F05D6750A6C}"/>
              </a:ext>
            </a:extLst>
          </p:cNvPr>
          <p:cNvSpPr txBox="1"/>
          <p:nvPr/>
        </p:nvSpPr>
        <p:spPr>
          <a:xfrm>
            <a:off x="3003830" y="2506264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Cloud Computing</a:t>
            </a:r>
            <a:endParaRPr lang="es-PE" sz="1400" dirty="0"/>
          </a:p>
        </p:txBody>
      </p:sp>
      <p:grpSp>
        <p:nvGrpSpPr>
          <p:cNvPr id="9" name="Google Shape;13442;p75">
            <a:extLst>
              <a:ext uri="{FF2B5EF4-FFF2-40B4-BE49-F238E27FC236}">
                <a16:creationId xmlns:a16="http://schemas.microsoft.com/office/drawing/2014/main" id="{2D87B9DF-9683-A408-9CAB-12249AA49C0B}"/>
              </a:ext>
            </a:extLst>
          </p:cNvPr>
          <p:cNvGrpSpPr/>
          <p:nvPr/>
        </p:nvGrpSpPr>
        <p:grpSpPr>
          <a:xfrm>
            <a:off x="5065373" y="1746380"/>
            <a:ext cx="790575" cy="520437"/>
            <a:chOff x="1487200" y="4421025"/>
            <a:chExt cx="483125" cy="439750"/>
          </a:xfrm>
          <a:solidFill>
            <a:srgbClr val="FF0000"/>
          </a:solidFill>
        </p:grpSpPr>
        <p:sp>
          <p:nvSpPr>
            <p:cNvPr id="10" name="Google Shape;13443;p75">
              <a:extLst>
                <a:ext uri="{FF2B5EF4-FFF2-40B4-BE49-F238E27FC236}">
                  <a16:creationId xmlns:a16="http://schemas.microsoft.com/office/drawing/2014/main" id="{07EB481C-6CF3-A5F6-2BC4-04B5FD52C5AD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3444;p75">
              <a:extLst>
                <a:ext uri="{FF2B5EF4-FFF2-40B4-BE49-F238E27FC236}">
                  <a16:creationId xmlns:a16="http://schemas.microsoft.com/office/drawing/2014/main" id="{67CA6F99-123E-6258-8870-C6BD665E50C8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3445;p75">
              <a:extLst>
                <a:ext uri="{FF2B5EF4-FFF2-40B4-BE49-F238E27FC236}">
                  <a16:creationId xmlns:a16="http://schemas.microsoft.com/office/drawing/2014/main" id="{DD1F2C15-07EA-0A15-479C-814A56E96B10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3446;p75">
              <a:extLst>
                <a:ext uri="{FF2B5EF4-FFF2-40B4-BE49-F238E27FC236}">
                  <a16:creationId xmlns:a16="http://schemas.microsoft.com/office/drawing/2014/main" id="{D2337CDC-BBEB-0F2A-FDD1-4C7E557767C3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738D6F-FF25-CDCA-5A99-289DF3E6B994}"/>
              </a:ext>
            </a:extLst>
          </p:cNvPr>
          <p:cNvSpPr txBox="1"/>
          <p:nvPr/>
        </p:nvSpPr>
        <p:spPr>
          <a:xfrm>
            <a:off x="4774592" y="1145334"/>
            <a:ext cx="13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Internet de las </a:t>
            </a:r>
          </a:p>
          <a:p>
            <a:pPr algn="ctr"/>
            <a:r>
              <a:rPr lang="es-ES" sz="1400" dirty="0"/>
              <a:t>Cosas</a:t>
            </a:r>
            <a:endParaRPr lang="es-PE" sz="1400" dirty="0"/>
          </a:p>
        </p:txBody>
      </p:sp>
      <p:grpSp>
        <p:nvGrpSpPr>
          <p:cNvPr id="15" name="Google Shape;13870;p77">
            <a:extLst>
              <a:ext uri="{FF2B5EF4-FFF2-40B4-BE49-F238E27FC236}">
                <a16:creationId xmlns:a16="http://schemas.microsoft.com/office/drawing/2014/main" id="{446C7F97-E6FF-F7BE-237D-68EFD3F8DA09}"/>
              </a:ext>
            </a:extLst>
          </p:cNvPr>
          <p:cNvGrpSpPr/>
          <p:nvPr/>
        </p:nvGrpSpPr>
        <p:grpSpPr>
          <a:xfrm>
            <a:off x="6650025" y="1668554"/>
            <a:ext cx="607560" cy="588807"/>
            <a:chOff x="-62496925" y="1931475"/>
            <a:chExt cx="275675" cy="316825"/>
          </a:xfrm>
          <a:solidFill>
            <a:srgbClr val="FF0000"/>
          </a:solidFill>
        </p:grpSpPr>
        <p:sp>
          <p:nvSpPr>
            <p:cNvPr id="16" name="Google Shape;13871;p77">
              <a:extLst>
                <a:ext uri="{FF2B5EF4-FFF2-40B4-BE49-F238E27FC236}">
                  <a16:creationId xmlns:a16="http://schemas.microsoft.com/office/drawing/2014/main" id="{454D505B-C08E-FA38-CD9D-13BA6E477659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13872;p77">
              <a:extLst>
                <a:ext uri="{FF2B5EF4-FFF2-40B4-BE49-F238E27FC236}">
                  <a16:creationId xmlns:a16="http://schemas.microsoft.com/office/drawing/2014/main" id="{4A146712-FADE-0F14-C309-E645DBE08B16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3D8DE7-6EEF-9E36-8588-5D953C14A974}"/>
              </a:ext>
            </a:extLst>
          </p:cNvPr>
          <p:cNvSpPr txBox="1"/>
          <p:nvPr/>
        </p:nvSpPr>
        <p:spPr>
          <a:xfrm>
            <a:off x="6258935" y="2506264"/>
            <a:ext cx="1389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Ciberseguridad</a:t>
            </a:r>
            <a:endParaRPr lang="es-PE" sz="1400" dirty="0"/>
          </a:p>
        </p:txBody>
      </p:sp>
      <p:sp>
        <p:nvSpPr>
          <p:cNvPr id="19" name="Google Shape;13833;p77">
            <a:extLst>
              <a:ext uri="{FF2B5EF4-FFF2-40B4-BE49-F238E27FC236}">
                <a16:creationId xmlns:a16="http://schemas.microsoft.com/office/drawing/2014/main" id="{35B9ABEF-DAE6-86AA-A3C3-D2797F63F5F5}"/>
              </a:ext>
            </a:extLst>
          </p:cNvPr>
          <p:cNvSpPr/>
          <p:nvPr/>
        </p:nvSpPr>
        <p:spPr>
          <a:xfrm>
            <a:off x="8193658" y="1668554"/>
            <a:ext cx="607560" cy="540211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FC217B9-0639-A8CD-54A6-86298E7BB413}"/>
              </a:ext>
            </a:extLst>
          </p:cNvPr>
          <p:cNvSpPr txBox="1"/>
          <p:nvPr/>
        </p:nvSpPr>
        <p:spPr>
          <a:xfrm>
            <a:off x="7601712" y="1118934"/>
            <a:ext cx="1791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Inteligencia Artificial</a:t>
            </a:r>
            <a:endParaRPr lang="es-PE" sz="1400" dirty="0"/>
          </a:p>
        </p:txBody>
      </p:sp>
      <p:sp>
        <p:nvSpPr>
          <p:cNvPr id="21" name="Google Shape;14305;p78">
            <a:extLst>
              <a:ext uri="{FF2B5EF4-FFF2-40B4-BE49-F238E27FC236}">
                <a16:creationId xmlns:a16="http://schemas.microsoft.com/office/drawing/2014/main" id="{E2601120-953B-28DC-C593-BE1C8D9721CF}"/>
              </a:ext>
            </a:extLst>
          </p:cNvPr>
          <p:cNvSpPr/>
          <p:nvPr/>
        </p:nvSpPr>
        <p:spPr>
          <a:xfrm>
            <a:off x="9742202" y="1744326"/>
            <a:ext cx="465172" cy="437261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D93BDE-9147-01A0-D58D-DEF09AF5773D}"/>
              </a:ext>
            </a:extLst>
          </p:cNvPr>
          <p:cNvSpPr txBox="1"/>
          <p:nvPr/>
        </p:nvSpPr>
        <p:spPr>
          <a:xfrm>
            <a:off x="9120227" y="2506264"/>
            <a:ext cx="1709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Cadena de Bloques</a:t>
            </a:r>
            <a:endParaRPr lang="es-PE" sz="1400" dirty="0"/>
          </a:p>
        </p:txBody>
      </p:sp>
      <p:grpSp>
        <p:nvGrpSpPr>
          <p:cNvPr id="23" name="Google Shape;15221;p81">
            <a:extLst>
              <a:ext uri="{FF2B5EF4-FFF2-40B4-BE49-F238E27FC236}">
                <a16:creationId xmlns:a16="http://schemas.microsoft.com/office/drawing/2014/main" id="{E1666F5F-92AD-7405-DC85-22C64023C55A}"/>
              </a:ext>
            </a:extLst>
          </p:cNvPr>
          <p:cNvGrpSpPr/>
          <p:nvPr/>
        </p:nvGrpSpPr>
        <p:grpSpPr>
          <a:xfrm>
            <a:off x="1885461" y="1645900"/>
            <a:ext cx="790575" cy="790575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24" name="Google Shape;15222;p81">
              <a:extLst>
                <a:ext uri="{FF2B5EF4-FFF2-40B4-BE49-F238E27FC236}">
                  <a16:creationId xmlns:a16="http://schemas.microsoft.com/office/drawing/2014/main" id="{1938F9E4-644A-6DC8-05FC-11C57C234EC1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15223;p81">
              <a:extLst>
                <a:ext uri="{FF2B5EF4-FFF2-40B4-BE49-F238E27FC236}">
                  <a16:creationId xmlns:a16="http://schemas.microsoft.com/office/drawing/2014/main" id="{E095E538-38FE-046E-EAC5-B2156ABB4A00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A2E43852-78EC-49F0-6925-44F716AEB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026" y="3314086"/>
            <a:ext cx="4159995" cy="2123634"/>
          </a:xfrm>
          <a:prstGeom prst="rect">
            <a:avLst/>
          </a:prstGeom>
        </p:spPr>
      </p:pic>
      <p:sp>
        <p:nvSpPr>
          <p:cNvPr id="27" name="Flecha: pentágono 26">
            <a:extLst>
              <a:ext uri="{FF2B5EF4-FFF2-40B4-BE49-F238E27FC236}">
                <a16:creationId xmlns:a16="http://schemas.microsoft.com/office/drawing/2014/main" id="{E7735AEC-6366-E837-8F16-B2C837E060B2}"/>
              </a:ext>
            </a:extLst>
          </p:cNvPr>
          <p:cNvSpPr/>
          <p:nvPr/>
        </p:nvSpPr>
        <p:spPr>
          <a:xfrm>
            <a:off x="8290243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Mantenimiento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8" name="Flecha: pentágono 27">
            <a:extLst>
              <a:ext uri="{FF2B5EF4-FFF2-40B4-BE49-F238E27FC236}">
                <a16:creationId xmlns:a16="http://schemas.microsoft.com/office/drawing/2014/main" id="{965E8EB3-1172-1378-DEFF-88866E6966F5}"/>
              </a:ext>
            </a:extLst>
          </p:cNvPr>
          <p:cNvSpPr/>
          <p:nvPr/>
        </p:nvSpPr>
        <p:spPr>
          <a:xfrm>
            <a:off x="1406269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Logística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29" name="Flecha: pentágono 28">
            <a:extLst>
              <a:ext uri="{FF2B5EF4-FFF2-40B4-BE49-F238E27FC236}">
                <a16:creationId xmlns:a16="http://schemas.microsoft.com/office/drawing/2014/main" id="{FA7159E8-D34B-57C3-AEAA-663E13F53E8D}"/>
              </a:ext>
            </a:extLst>
          </p:cNvPr>
          <p:cNvSpPr/>
          <p:nvPr/>
        </p:nvSpPr>
        <p:spPr>
          <a:xfrm>
            <a:off x="4848256" y="5727797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Distribución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0" name="Flecha: pentágono 29">
            <a:extLst>
              <a:ext uri="{FF2B5EF4-FFF2-40B4-BE49-F238E27FC236}">
                <a16:creationId xmlns:a16="http://schemas.microsoft.com/office/drawing/2014/main" id="{CC14A946-BF6F-C827-F17D-390837A5F9A1}"/>
              </a:ext>
            </a:extLst>
          </p:cNvPr>
          <p:cNvSpPr/>
          <p:nvPr/>
        </p:nvSpPr>
        <p:spPr>
          <a:xfrm>
            <a:off x="1459980" y="427031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 Mineros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1" name="Flecha: pentágono 30">
            <a:extLst>
              <a:ext uri="{FF2B5EF4-FFF2-40B4-BE49-F238E27FC236}">
                <a16:creationId xmlns:a16="http://schemas.microsoft.com/office/drawing/2014/main" id="{69E58FD4-04DA-6E4A-A2CC-FC80DE317081}"/>
              </a:ext>
            </a:extLst>
          </p:cNvPr>
          <p:cNvSpPr/>
          <p:nvPr/>
        </p:nvSpPr>
        <p:spPr>
          <a:xfrm>
            <a:off x="8290243" y="427031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Procesos de Construcción</a:t>
            </a:r>
            <a:endParaRPr lang="es-P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8822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745139F-1C45-9C7E-B7C9-74D2EE192A5F}"/>
              </a:ext>
            </a:extLst>
          </p:cNvPr>
          <p:cNvSpPr txBox="1"/>
          <p:nvPr/>
        </p:nvSpPr>
        <p:spPr>
          <a:xfrm>
            <a:off x="1707734" y="1118935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Big Data</a:t>
            </a:r>
            <a:endParaRPr lang="es-PE" sz="1400" dirty="0"/>
          </a:p>
        </p:txBody>
      </p:sp>
      <p:sp>
        <p:nvSpPr>
          <p:cNvPr id="7" name="Google Shape;13383;p75">
            <a:extLst>
              <a:ext uri="{FF2B5EF4-FFF2-40B4-BE49-F238E27FC236}">
                <a16:creationId xmlns:a16="http://schemas.microsoft.com/office/drawing/2014/main" id="{EDB7A3D2-BECA-C5BB-EFE0-F1E70D8699AE}"/>
              </a:ext>
            </a:extLst>
          </p:cNvPr>
          <p:cNvSpPr/>
          <p:nvPr/>
        </p:nvSpPr>
        <p:spPr>
          <a:xfrm>
            <a:off x="3325263" y="1714095"/>
            <a:ext cx="946033" cy="520438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53D6D2-47CE-81E6-A1B2-EA90907FDF86}"/>
              </a:ext>
            </a:extLst>
          </p:cNvPr>
          <p:cNvSpPr txBox="1"/>
          <p:nvPr/>
        </p:nvSpPr>
        <p:spPr>
          <a:xfrm>
            <a:off x="3003830" y="2506264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Cloud Computing</a:t>
            </a:r>
            <a:endParaRPr lang="es-PE" sz="1400" dirty="0"/>
          </a:p>
        </p:txBody>
      </p:sp>
      <p:grpSp>
        <p:nvGrpSpPr>
          <p:cNvPr id="9" name="Google Shape;13442;p75">
            <a:extLst>
              <a:ext uri="{FF2B5EF4-FFF2-40B4-BE49-F238E27FC236}">
                <a16:creationId xmlns:a16="http://schemas.microsoft.com/office/drawing/2014/main" id="{1CD8AFC5-61A7-2F68-F50D-F8A6146A5EA0}"/>
              </a:ext>
            </a:extLst>
          </p:cNvPr>
          <p:cNvGrpSpPr/>
          <p:nvPr/>
        </p:nvGrpSpPr>
        <p:grpSpPr>
          <a:xfrm>
            <a:off x="5065373" y="1746380"/>
            <a:ext cx="790575" cy="520437"/>
            <a:chOff x="1487200" y="4421025"/>
            <a:chExt cx="483125" cy="439750"/>
          </a:xfrm>
          <a:solidFill>
            <a:srgbClr val="FF0000"/>
          </a:solidFill>
        </p:grpSpPr>
        <p:sp>
          <p:nvSpPr>
            <p:cNvPr id="10" name="Google Shape;13443;p75">
              <a:extLst>
                <a:ext uri="{FF2B5EF4-FFF2-40B4-BE49-F238E27FC236}">
                  <a16:creationId xmlns:a16="http://schemas.microsoft.com/office/drawing/2014/main" id="{ACD643AB-BBC8-E66C-2E36-C04B607E03B5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3444;p75">
              <a:extLst>
                <a:ext uri="{FF2B5EF4-FFF2-40B4-BE49-F238E27FC236}">
                  <a16:creationId xmlns:a16="http://schemas.microsoft.com/office/drawing/2014/main" id="{B37309C8-3C12-2D39-9E9E-56D658B3C8ED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3445;p75">
              <a:extLst>
                <a:ext uri="{FF2B5EF4-FFF2-40B4-BE49-F238E27FC236}">
                  <a16:creationId xmlns:a16="http://schemas.microsoft.com/office/drawing/2014/main" id="{94C10F8C-FBA5-A029-4268-45D99AD13B51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3446;p75">
              <a:extLst>
                <a:ext uri="{FF2B5EF4-FFF2-40B4-BE49-F238E27FC236}">
                  <a16:creationId xmlns:a16="http://schemas.microsoft.com/office/drawing/2014/main" id="{C3A958FB-F6C6-ACD6-BEC9-6EFEE8B042CF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0CFBA7-8119-F115-820F-C5F709B2C7D8}"/>
              </a:ext>
            </a:extLst>
          </p:cNvPr>
          <p:cNvSpPr txBox="1"/>
          <p:nvPr/>
        </p:nvSpPr>
        <p:spPr>
          <a:xfrm>
            <a:off x="4774592" y="1145334"/>
            <a:ext cx="13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Internet de las </a:t>
            </a:r>
          </a:p>
          <a:p>
            <a:pPr algn="ctr"/>
            <a:r>
              <a:rPr lang="es-ES" sz="1400" dirty="0"/>
              <a:t>Cosas</a:t>
            </a:r>
            <a:endParaRPr lang="es-PE" sz="1400" dirty="0"/>
          </a:p>
        </p:txBody>
      </p:sp>
      <p:grpSp>
        <p:nvGrpSpPr>
          <p:cNvPr id="15" name="Google Shape;13870;p77">
            <a:extLst>
              <a:ext uri="{FF2B5EF4-FFF2-40B4-BE49-F238E27FC236}">
                <a16:creationId xmlns:a16="http://schemas.microsoft.com/office/drawing/2014/main" id="{E5E815B9-2303-55EC-87DA-A93F905BC32B}"/>
              </a:ext>
            </a:extLst>
          </p:cNvPr>
          <p:cNvGrpSpPr/>
          <p:nvPr/>
        </p:nvGrpSpPr>
        <p:grpSpPr>
          <a:xfrm>
            <a:off x="6650025" y="1668554"/>
            <a:ext cx="607560" cy="588807"/>
            <a:chOff x="-62496925" y="1931475"/>
            <a:chExt cx="275675" cy="316825"/>
          </a:xfrm>
          <a:solidFill>
            <a:srgbClr val="FF0000"/>
          </a:solidFill>
        </p:grpSpPr>
        <p:sp>
          <p:nvSpPr>
            <p:cNvPr id="16" name="Google Shape;13871;p77">
              <a:extLst>
                <a:ext uri="{FF2B5EF4-FFF2-40B4-BE49-F238E27FC236}">
                  <a16:creationId xmlns:a16="http://schemas.microsoft.com/office/drawing/2014/main" id="{F1BECBAC-02EC-D2EA-3CB0-F7F307B39ABD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13872;p77">
              <a:extLst>
                <a:ext uri="{FF2B5EF4-FFF2-40B4-BE49-F238E27FC236}">
                  <a16:creationId xmlns:a16="http://schemas.microsoft.com/office/drawing/2014/main" id="{A4738049-AF9E-FAC6-454F-8C91F899CD0D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EF1A63-AAEA-0D71-E71C-83FFEF7DD665}"/>
              </a:ext>
            </a:extLst>
          </p:cNvPr>
          <p:cNvSpPr txBox="1"/>
          <p:nvPr/>
        </p:nvSpPr>
        <p:spPr>
          <a:xfrm>
            <a:off x="6258935" y="2506264"/>
            <a:ext cx="1389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Ciberseguridad</a:t>
            </a:r>
            <a:endParaRPr lang="es-PE" sz="1400" dirty="0"/>
          </a:p>
        </p:txBody>
      </p:sp>
      <p:sp>
        <p:nvSpPr>
          <p:cNvPr id="19" name="Google Shape;13833;p77">
            <a:extLst>
              <a:ext uri="{FF2B5EF4-FFF2-40B4-BE49-F238E27FC236}">
                <a16:creationId xmlns:a16="http://schemas.microsoft.com/office/drawing/2014/main" id="{63AA5759-B52A-C29D-4EED-3B4A0CE3B122}"/>
              </a:ext>
            </a:extLst>
          </p:cNvPr>
          <p:cNvSpPr/>
          <p:nvPr/>
        </p:nvSpPr>
        <p:spPr>
          <a:xfrm>
            <a:off x="8193658" y="1668554"/>
            <a:ext cx="607560" cy="540211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17DE294-036C-8303-A2C9-2A6A5F7B1962}"/>
              </a:ext>
            </a:extLst>
          </p:cNvPr>
          <p:cNvSpPr txBox="1"/>
          <p:nvPr/>
        </p:nvSpPr>
        <p:spPr>
          <a:xfrm>
            <a:off x="7601712" y="1118934"/>
            <a:ext cx="1791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Inteligencia Artificial</a:t>
            </a:r>
            <a:endParaRPr lang="es-PE" sz="1400" dirty="0"/>
          </a:p>
        </p:txBody>
      </p:sp>
      <p:sp>
        <p:nvSpPr>
          <p:cNvPr id="21" name="Google Shape;14305;p78">
            <a:extLst>
              <a:ext uri="{FF2B5EF4-FFF2-40B4-BE49-F238E27FC236}">
                <a16:creationId xmlns:a16="http://schemas.microsoft.com/office/drawing/2014/main" id="{44CDA853-C0D8-2FD2-175B-CBE407BE0903}"/>
              </a:ext>
            </a:extLst>
          </p:cNvPr>
          <p:cNvSpPr/>
          <p:nvPr/>
        </p:nvSpPr>
        <p:spPr>
          <a:xfrm>
            <a:off x="9742202" y="1744326"/>
            <a:ext cx="465172" cy="437261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2531F3F-F9F1-AECD-9853-31E42E7A336C}"/>
              </a:ext>
            </a:extLst>
          </p:cNvPr>
          <p:cNvSpPr txBox="1"/>
          <p:nvPr/>
        </p:nvSpPr>
        <p:spPr>
          <a:xfrm>
            <a:off x="9120227" y="2506264"/>
            <a:ext cx="1709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Cadena de Bloques</a:t>
            </a:r>
            <a:endParaRPr lang="es-PE" sz="1400" dirty="0"/>
          </a:p>
        </p:txBody>
      </p:sp>
      <p:grpSp>
        <p:nvGrpSpPr>
          <p:cNvPr id="23" name="Google Shape;15221;p81">
            <a:extLst>
              <a:ext uri="{FF2B5EF4-FFF2-40B4-BE49-F238E27FC236}">
                <a16:creationId xmlns:a16="http://schemas.microsoft.com/office/drawing/2014/main" id="{E570694F-E8FD-EF4B-C1D5-E0FFFCB29AE7}"/>
              </a:ext>
            </a:extLst>
          </p:cNvPr>
          <p:cNvGrpSpPr/>
          <p:nvPr/>
        </p:nvGrpSpPr>
        <p:grpSpPr>
          <a:xfrm>
            <a:off x="1885461" y="1645900"/>
            <a:ext cx="790575" cy="790575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24" name="Google Shape;15222;p81">
              <a:extLst>
                <a:ext uri="{FF2B5EF4-FFF2-40B4-BE49-F238E27FC236}">
                  <a16:creationId xmlns:a16="http://schemas.microsoft.com/office/drawing/2014/main" id="{25E692F8-61D7-3B04-D424-F5CE485F78EF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15223;p81">
              <a:extLst>
                <a:ext uri="{FF2B5EF4-FFF2-40B4-BE49-F238E27FC236}">
                  <a16:creationId xmlns:a16="http://schemas.microsoft.com/office/drawing/2014/main" id="{C7692646-9D12-7656-F3B9-8BF27D4FB11F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125B5B0F-9390-6CA1-D175-7AF03EBD0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33" y="3178805"/>
            <a:ext cx="2793514" cy="2234811"/>
          </a:xfrm>
          <a:prstGeom prst="rect">
            <a:avLst/>
          </a:prstGeom>
        </p:spPr>
      </p:pic>
      <p:sp>
        <p:nvSpPr>
          <p:cNvPr id="27" name="Flecha: pentágono 26">
            <a:extLst>
              <a:ext uri="{FF2B5EF4-FFF2-40B4-BE49-F238E27FC236}">
                <a16:creationId xmlns:a16="http://schemas.microsoft.com/office/drawing/2014/main" id="{8600D22E-11AA-C5BD-5F07-78A2F3426834}"/>
              </a:ext>
            </a:extLst>
          </p:cNvPr>
          <p:cNvSpPr/>
          <p:nvPr/>
        </p:nvSpPr>
        <p:spPr>
          <a:xfrm>
            <a:off x="2215938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Producción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28" name="Flecha: pentágono 27">
            <a:extLst>
              <a:ext uri="{FF2B5EF4-FFF2-40B4-BE49-F238E27FC236}">
                <a16:creationId xmlns:a16="http://schemas.microsoft.com/office/drawing/2014/main" id="{07B89F0E-8E87-5066-9C61-42DDCCAD5C81}"/>
              </a:ext>
            </a:extLst>
          </p:cNvPr>
          <p:cNvSpPr/>
          <p:nvPr/>
        </p:nvSpPr>
        <p:spPr>
          <a:xfrm>
            <a:off x="5185990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Agricultura / pesca / ganadería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29" name="Flecha: pentágono 28">
            <a:extLst>
              <a:ext uri="{FF2B5EF4-FFF2-40B4-BE49-F238E27FC236}">
                <a16:creationId xmlns:a16="http://schemas.microsoft.com/office/drawing/2014/main" id="{EBF467E5-8562-11E2-9AB8-918B4795B14A}"/>
              </a:ext>
            </a:extLst>
          </p:cNvPr>
          <p:cNvSpPr/>
          <p:nvPr/>
        </p:nvSpPr>
        <p:spPr>
          <a:xfrm>
            <a:off x="8161661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Monitoreo Climático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30" name="Flecha: pentágono 29">
            <a:extLst>
              <a:ext uri="{FF2B5EF4-FFF2-40B4-BE49-F238E27FC236}">
                <a16:creationId xmlns:a16="http://schemas.microsoft.com/office/drawing/2014/main" id="{54A62A3C-F900-1018-8DAD-28A34E176B83}"/>
              </a:ext>
            </a:extLst>
          </p:cNvPr>
          <p:cNvSpPr/>
          <p:nvPr/>
        </p:nvSpPr>
        <p:spPr>
          <a:xfrm>
            <a:off x="2160830" y="3799348"/>
            <a:ext cx="1917131" cy="540210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Distribución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31" name="Flecha: pentágono 30">
            <a:extLst>
              <a:ext uri="{FF2B5EF4-FFF2-40B4-BE49-F238E27FC236}">
                <a16:creationId xmlns:a16="http://schemas.microsoft.com/office/drawing/2014/main" id="{F8236C3A-B16A-1113-204C-910687F2E799}"/>
              </a:ext>
            </a:extLst>
          </p:cNvPr>
          <p:cNvSpPr/>
          <p:nvPr/>
        </p:nvSpPr>
        <p:spPr>
          <a:xfrm>
            <a:off x="8161660" y="3799348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Predicciones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(anomalías)</a:t>
            </a:r>
            <a:endParaRPr lang="es-P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7307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Google Shape;13383;p75">
            <a:extLst>
              <a:ext uri="{FF2B5EF4-FFF2-40B4-BE49-F238E27FC236}">
                <a16:creationId xmlns:a16="http://schemas.microsoft.com/office/drawing/2014/main" id="{0CE4116F-5F6F-E47D-DEE4-938C3B3B377D}"/>
              </a:ext>
            </a:extLst>
          </p:cNvPr>
          <p:cNvSpPr/>
          <p:nvPr/>
        </p:nvSpPr>
        <p:spPr>
          <a:xfrm>
            <a:off x="3325263" y="1714095"/>
            <a:ext cx="946033" cy="520438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9643C3-B3AD-C562-5CB2-5611889A811C}"/>
              </a:ext>
            </a:extLst>
          </p:cNvPr>
          <p:cNvSpPr txBox="1"/>
          <p:nvPr/>
        </p:nvSpPr>
        <p:spPr>
          <a:xfrm>
            <a:off x="3003830" y="2506264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Cloud Computing</a:t>
            </a:r>
            <a:endParaRPr lang="es-PE" sz="1400" dirty="0"/>
          </a:p>
        </p:txBody>
      </p:sp>
      <p:grpSp>
        <p:nvGrpSpPr>
          <p:cNvPr id="8" name="Google Shape;13442;p75">
            <a:extLst>
              <a:ext uri="{FF2B5EF4-FFF2-40B4-BE49-F238E27FC236}">
                <a16:creationId xmlns:a16="http://schemas.microsoft.com/office/drawing/2014/main" id="{6224D992-2420-F4F4-4233-924B48267344}"/>
              </a:ext>
            </a:extLst>
          </p:cNvPr>
          <p:cNvGrpSpPr/>
          <p:nvPr/>
        </p:nvGrpSpPr>
        <p:grpSpPr>
          <a:xfrm>
            <a:off x="5065373" y="1746380"/>
            <a:ext cx="790575" cy="520437"/>
            <a:chOff x="1487200" y="4421025"/>
            <a:chExt cx="483125" cy="439750"/>
          </a:xfrm>
          <a:solidFill>
            <a:srgbClr val="FF0000"/>
          </a:solidFill>
        </p:grpSpPr>
        <p:sp>
          <p:nvSpPr>
            <p:cNvPr id="9" name="Google Shape;13443;p75">
              <a:extLst>
                <a:ext uri="{FF2B5EF4-FFF2-40B4-BE49-F238E27FC236}">
                  <a16:creationId xmlns:a16="http://schemas.microsoft.com/office/drawing/2014/main" id="{9B26461D-38EE-23B3-6AED-65110C2FBB4B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13444;p75">
              <a:extLst>
                <a:ext uri="{FF2B5EF4-FFF2-40B4-BE49-F238E27FC236}">
                  <a16:creationId xmlns:a16="http://schemas.microsoft.com/office/drawing/2014/main" id="{69B2EA5D-53C8-5F1E-C29D-488D82CE6AD1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3445;p75">
              <a:extLst>
                <a:ext uri="{FF2B5EF4-FFF2-40B4-BE49-F238E27FC236}">
                  <a16:creationId xmlns:a16="http://schemas.microsoft.com/office/drawing/2014/main" id="{DD4AF233-4C84-D6C7-D412-79DB3BFA15F1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3446;p75">
              <a:extLst>
                <a:ext uri="{FF2B5EF4-FFF2-40B4-BE49-F238E27FC236}">
                  <a16:creationId xmlns:a16="http://schemas.microsoft.com/office/drawing/2014/main" id="{FF4B46E2-C49B-0CDD-6BCC-A6407C86EB5B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D717A66-66F5-4768-008B-0A805ED29393}"/>
              </a:ext>
            </a:extLst>
          </p:cNvPr>
          <p:cNvSpPr txBox="1"/>
          <p:nvPr/>
        </p:nvSpPr>
        <p:spPr>
          <a:xfrm>
            <a:off x="4774592" y="1145334"/>
            <a:ext cx="1367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Internet de las </a:t>
            </a:r>
          </a:p>
          <a:p>
            <a:pPr algn="ctr"/>
            <a:r>
              <a:rPr lang="es-ES" sz="1400" dirty="0"/>
              <a:t>Cosas</a:t>
            </a:r>
            <a:endParaRPr lang="es-PE" sz="1400" dirty="0"/>
          </a:p>
        </p:txBody>
      </p:sp>
      <p:grpSp>
        <p:nvGrpSpPr>
          <p:cNvPr id="14" name="Google Shape;13870;p77">
            <a:extLst>
              <a:ext uri="{FF2B5EF4-FFF2-40B4-BE49-F238E27FC236}">
                <a16:creationId xmlns:a16="http://schemas.microsoft.com/office/drawing/2014/main" id="{531512A2-B98A-69B1-E53D-F84305DE549A}"/>
              </a:ext>
            </a:extLst>
          </p:cNvPr>
          <p:cNvGrpSpPr/>
          <p:nvPr/>
        </p:nvGrpSpPr>
        <p:grpSpPr>
          <a:xfrm>
            <a:off x="6650025" y="1668554"/>
            <a:ext cx="607560" cy="588807"/>
            <a:chOff x="-62496925" y="1931475"/>
            <a:chExt cx="275675" cy="316825"/>
          </a:xfrm>
          <a:solidFill>
            <a:srgbClr val="FF0000"/>
          </a:solidFill>
        </p:grpSpPr>
        <p:sp>
          <p:nvSpPr>
            <p:cNvPr id="15" name="Google Shape;13871;p77">
              <a:extLst>
                <a:ext uri="{FF2B5EF4-FFF2-40B4-BE49-F238E27FC236}">
                  <a16:creationId xmlns:a16="http://schemas.microsoft.com/office/drawing/2014/main" id="{2877A5F6-6A2E-2024-3622-BE5AFCCA8041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" name="Google Shape;13872;p77">
              <a:extLst>
                <a:ext uri="{FF2B5EF4-FFF2-40B4-BE49-F238E27FC236}">
                  <a16:creationId xmlns:a16="http://schemas.microsoft.com/office/drawing/2014/main" id="{29543038-2B14-B106-E013-71B89DD9D564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2FF5B1-1DD4-8DF2-41FF-CCC96A27BB28}"/>
              </a:ext>
            </a:extLst>
          </p:cNvPr>
          <p:cNvSpPr txBox="1"/>
          <p:nvPr/>
        </p:nvSpPr>
        <p:spPr>
          <a:xfrm>
            <a:off x="6258935" y="2506264"/>
            <a:ext cx="1389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Ciberseguridad</a:t>
            </a:r>
            <a:endParaRPr lang="es-PE" sz="1400" dirty="0"/>
          </a:p>
        </p:txBody>
      </p:sp>
      <p:sp>
        <p:nvSpPr>
          <p:cNvPr id="18" name="Google Shape;13833;p77">
            <a:extLst>
              <a:ext uri="{FF2B5EF4-FFF2-40B4-BE49-F238E27FC236}">
                <a16:creationId xmlns:a16="http://schemas.microsoft.com/office/drawing/2014/main" id="{E31CDA04-4049-EFBE-9EA2-542880834BCE}"/>
              </a:ext>
            </a:extLst>
          </p:cNvPr>
          <p:cNvSpPr/>
          <p:nvPr/>
        </p:nvSpPr>
        <p:spPr>
          <a:xfrm>
            <a:off x="8193658" y="1668554"/>
            <a:ext cx="607560" cy="540211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19" name="Google Shape;14305;p78">
            <a:extLst>
              <a:ext uri="{FF2B5EF4-FFF2-40B4-BE49-F238E27FC236}">
                <a16:creationId xmlns:a16="http://schemas.microsoft.com/office/drawing/2014/main" id="{679F244B-8943-8423-4079-C3E4DDA6A3DE}"/>
              </a:ext>
            </a:extLst>
          </p:cNvPr>
          <p:cNvSpPr/>
          <p:nvPr/>
        </p:nvSpPr>
        <p:spPr>
          <a:xfrm>
            <a:off x="9742202" y="1744326"/>
            <a:ext cx="465172" cy="437261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0A8A42-25BC-D0BF-AB1B-9F978EFD83B0}"/>
              </a:ext>
            </a:extLst>
          </p:cNvPr>
          <p:cNvSpPr txBox="1"/>
          <p:nvPr/>
        </p:nvSpPr>
        <p:spPr>
          <a:xfrm>
            <a:off x="9120227" y="2506264"/>
            <a:ext cx="1709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Cadena de Bloques</a:t>
            </a:r>
            <a:endParaRPr lang="es-PE" sz="1400" dirty="0"/>
          </a:p>
        </p:txBody>
      </p:sp>
      <p:grpSp>
        <p:nvGrpSpPr>
          <p:cNvPr id="21" name="Google Shape;15221;p81">
            <a:extLst>
              <a:ext uri="{FF2B5EF4-FFF2-40B4-BE49-F238E27FC236}">
                <a16:creationId xmlns:a16="http://schemas.microsoft.com/office/drawing/2014/main" id="{C42F5992-DE20-3AA3-4659-DD652EA25DFD}"/>
              </a:ext>
            </a:extLst>
          </p:cNvPr>
          <p:cNvGrpSpPr/>
          <p:nvPr/>
        </p:nvGrpSpPr>
        <p:grpSpPr>
          <a:xfrm>
            <a:off x="1885461" y="1645900"/>
            <a:ext cx="790575" cy="790575"/>
            <a:chOff x="-3852025" y="2764950"/>
            <a:chExt cx="291450" cy="293000"/>
          </a:xfrm>
          <a:solidFill>
            <a:srgbClr val="FF0000"/>
          </a:solidFill>
        </p:grpSpPr>
        <p:sp>
          <p:nvSpPr>
            <p:cNvPr id="22" name="Google Shape;15222;p81">
              <a:extLst>
                <a:ext uri="{FF2B5EF4-FFF2-40B4-BE49-F238E27FC236}">
                  <a16:creationId xmlns:a16="http://schemas.microsoft.com/office/drawing/2014/main" id="{46C757F4-588C-9884-154C-EB8504F19540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15223;p81">
              <a:extLst>
                <a:ext uri="{FF2B5EF4-FFF2-40B4-BE49-F238E27FC236}">
                  <a16:creationId xmlns:a16="http://schemas.microsoft.com/office/drawing/2014/main" id="{F7BCE33C-494D-A9F3-35D5-2F5E076B95EA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" name="Flecha: pentágono 23">
            <a:extLst>
              <a:ext uri="{FF2B5EF4-FFF2-40B4-BE49-F238E27FC236}">
                <a16:creationId xmlns:a16="http://schemas.microsoft.com/office/drawing/2014/main" id="{335EA428-87BA-1DA1-53DD-6BFCD0FA1AEA}"/>
              </a:ext>
            </a:extLst>
          </p:cNvPr>
          <p:cNvSpPr/>
          <p:nvPr/>
        </p:nvSpPr>
        <p:spPr>
          <a:xfrm>
            <a:off x="2215938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Pre Venta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25" name="Flecha: pentágono 24">
            <a:extLst>
              <a:ext uri="{FF2B5EF4-FFF2-40B4-BE49-F238E27FC236}">
                <a16:creationId xmlns:a16="http://schemas.microsoft.com/office/drawing/2014/main" id="{BF36826B-A424-4ED9-C3F9-1DDCEC75293A}"/>
              </a:ext>
            </a:extLst>
          </p:cNvPr>
          <p:cNvSpPr/>
          <p:nvPr/>
        </p:nvSpPr>
        <p:spPr>
          <a:xfrm>
            <a:off x="5185990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Venta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26" name="Flecha: pentágono 25">
            <a:extLst>
              <a:ext uri="{FF2B5EF4-FFF2-40B4-BE49-F238E27FC236}">
                <a16:creationId xmlns:a16="http://schemas.microsoft.com/office/drawing/2014/main" id="{D9A89AC2-C974-8BEB-AEB4-F22C8E9ABD7D}"/>
              </a:ext>
            </a:extLst>
          </p:cNvPr>
          <p:cNvSpPr/>
          <p:nvPr/>
        </p:nvSpPr>
        <p:spPr>
          <a:xfrm>
            <a:off x="8161661" y="5657640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Mantenimiento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27" name="Flecha: pentágono 26">
            <a:extLst>
              <a:ext uri="{FF2B5EF4-FFF2-40B4-BE49-F238E27FC236}">
                <a16:creationId xmlns:a16="http://schemas.microsoft.com/office/drawing/2014/main" id="{AC8F4EB0-F282-D2AB-EC5A-054023045076}"/>
              </a:ext>
            </a:extLst>
          </p:cNvPr>
          <p:cNvSpPr/>
          <p:nvPr/>
        </p:nvSpPr>
        <p:spPr>
          <a:xfrm>
            <a:off x="2160830" y="3799348"/>
            <a:ext cx="1917131" cy="540210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Entrenamiento / Capacitación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28" name="Flecha: pentágono 27">
            <a:extLst>
              <a:ext uri="{FF2B5EF4-FFF2-40B4-BE49-F238E27FC236}">
                <a16:creationId xmlns:a16="http://schemas.microsoft.com/office/drawing/2014/main" id="{1FFBD530-00D0-862C-A506-A57206D2DD74}"/>
              </a:ext>
            </a:extLst>
          </p:cNvPr>
          <p:cNvSpPr/>
          <p:nvPr/>
        </p:nvSpPr>
        <p:spPr>
          <a:xfrm>
            <a:off x="8161660" y="3799348"/>
            <a:ext cx="1917131" cy="540211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Diseño de Productos</a:t>
            </a:r>
            <a:endParaRPr lang="es-PE" sz="1600" dirty="0">
              <a:solidFill>
                <a:schemeClr val="tx1"/>
              </a:solidFill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BA874A9E-2DE3-4E94-4162-EF711768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06" y="3394147"/>
            <a:ext cx="17335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05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628D1FE-7A38-438E-9089-C09E5241DAFC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Pilares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A61EEA1-12F4-45A3-9FCF-F0A9C64AC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55" y="1670299"/>
            <a:ext cx="5894082" cy="496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44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640DDC7-95EC-451F-ADA2-1340FA9E5497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Pilar 1: Transformación de la experiencia del cliente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68A331-8A62-454B-A04D-9441CA42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2344064"/>
            <a:ext cx="537210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65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8C0CA71-3043-409B-9075-6BE9CAAE8537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Pilar 2: Transformación del proceso operativo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07D1970-7742-4831-B5C8-C8876F3C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218584"/>
            <a:ext cx="54292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415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FEBDBF6-6E54-4EE0-9028-D19A35F5DE13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Pilar 3: Transformación del modelo de negocio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F711A2C-1E3F-4DBE-9E5E-53B019A5E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284431"/>
            <a:ext cx="54864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50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3BE32B2-E05C-49AE-AF2C-83B24299230D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Entonces, qué es la transformación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EF06CE1-85AC-4A89-A2EE-A946603AE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024519"/>
            <a:ext cx="10744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31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790534-00C8-46AF-BF8E-221391D1A471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Roles en la transformación digital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19BFBDA-A122-4AE2-A206-C8983E2A4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006" y="1792699"/>
            <a:ext cx="10155575" cy="3543389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Empezó el proceso de transformación digital… </a:t>
            </a:r>
          </a:p>
          <a:p>
            <a:r>
              <a:rPr lang="es-PE" sz="2400" dirty="0">
                <a:latin typeface="+mj-lt"/>
              </a:rPr>
              <a:t>Combinamos los agentes de cambio, junto con los pilares, los ejes y los agentes… </a:t>
            </a:r>
          </a:p>
          <a:p>
            <a:r>
              <a:rPr lang="es-PE" sz="2400" dirty="0">
                <a:latin typeface="+mj-lt"/>
              </a:rPr>
              <a:t>Armamos un roadmap de qué implementar y descubrimos que en nuestra organización podríamos empezar a trabajar una iniciativa de conversación autónoma con los sistemas actuales: podríamos empezar con un chatbot… </a:t>
            </a:r>
          </a:p>
          <a:p>
            <a:r>
              <a:rPr lang="es-PE" sz="2400" dirty="0">
                <a:latin typeface="+mj-lt"/>
              </a:rPr>
              <a:t>A demás de los roles tradicionales, que ya conocemos, como un gestor de proyectos, implementadores, equipo de pruebas… ¿Qué nuevos roles deberían participar?</a:t>
            </a:r>
          </a:p>
        </p:txBody>
      </p:sp>
    </p:spTree>
    <p:extLst>
      <p:ext uri="{BB962C8B-B14F-4D97-AF65-F5344CB8AC3E}">
        <p14:creationId xmlns:p14="http://schemas.microsoft.com/office/powerpoint/2010/main" val="2486348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B046DD4-5E14-48F3-8746-B6820CA85A80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Roles en la transformación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0314FB0-F4DA-40BF-BD58-6697EB6F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712" y="1792699"/>
            <a:ext cx="612457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280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F61F495-3C4C-408E-96A9-A565A824FCF3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diseñador UX</a:t>
            </a: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4D22336D-E51B-4BB0-9F1A-8540E3CF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2020325"/>
            <a:ext cx="11496540" cy="3353341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Ejemplo: Construir un chatbot es imposible sin los diseñadores de UX. </a:t>
            </a:r>
          </a:p>
          <a:p>
            <a:r>
              <a:rPr lang="es-PE" sz="2400" dirty="0">
                <a:latin typeface="+mj-lt"/>
              </a:rPr>
              <a:t>Una vez que se haya establecido un caso de negocios, es necesario que los diseñadores de UX ayuden a descubrir cómo se verá y se sentirá el producto. </a:t>
            </a:r>
          </a:p>
          <a:p>
            <a:r>
              <a:rPr lang="es-PE" sz="2400" dirty="0">
                <a:latin typeface="+mj-lt"/>
              </a:rPr>
              <a:t>Muchos diseñadores de experiencia de UX pueden codificar, aunque su función principal es determinar cómo los usuarios finales consumirán el producto.</a:t>
            </a:r>
          </a:p>
        </p:txBody>
      </p:sp>
    </p:spTree>
    <p:extLst>
      <p:ext uri="{BB962C8B-B14F-4D97-AF65-F5344CB8AC3E}">
        <p14:creationId xmlns:p14="http://schemas.microsoft.com/office/powerpoint/2010/main" val="3236855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B67DA6B-4E2E-413C-AD50-DB01A7A8D5F7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entrenadores digitales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60EE1D4-F462-426F-A714-84A8C1CB7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12" y="1792699"/>
            <a:ext cx="11496540" cy="4757250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Para ayudar al chatbot a tocar el tono correcto, necesita que alguien capacite al </a:t>
            </a:r>
            <a:r>
              <a:rPr lang="es-PE" sz="2400" dirty="0" err="1">
                <a:latin typeface="+mj-lt"/>
              </a:rPr>
              <a:t>bot</a:t>
            </a:r>
            <a:r>
              <a:rPr lang="es-PE" sz="2400" dirty="0">
                <a:latin typeface="+mj-lt"/>
              </a:rPr>
              <a:t> de una manera que personifique su cultura corporativa. </a:t>
            </a:r>
          </a:p>
          <a:p>
            <a:r>
              <a:rPr lang="es-PE" sz="2400" dirty="0">
                <a:latin typeface="+mj-lt"/>
              </a:rPr>
              <a:t>Los capacitadores pueden ayudar a los procesadores de lenguaje natural y los traductores de lenguaje a cometer menos errores, y enseñar a los algoritmos de IA a imitar los comportamientos humanos. </a:t>
            </a:r>
          </a:p>
          <a:p>
            <a:r>
              <a:rPr lang="es-PE" sz="2400" dirty="0">
                <a:latin typeface="+mj-lt"/>
              </a:rPr>
              <a:t>Por ejemplo, una compañía de medios puede optar por un chatbot con un tono más áspero, mientras que una compañía de seguros puede requerir un asistente virtual más formal. </a:t>
            </a:r>
          </a:p>
          <a:p>
            <a:r>
              <a:rPr lang="es-PE" sz="2400" dirty="0">
                <a:latin typeface="+mj-lt"/>
              </a:rPr>
              <a:t>Cualquiera que sea el caso de uso, se requiere que los humanos ayuden a entrenar a los robots a demostrar empatía por los humanos.</a:t>
            </a:r>
          </a:p>
        </p:txBody>
      </p:sp>
    </p:spTree>
    <p:extLst>
      <p:ext uri="{BB962C8B-B14F-4D97-AF65-F5344CB8AC3E}">
        <p14:creationId xmlns:p14="http://schemas.microsoft.com/office/powerpoint/2010/main" val="21382373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B040B55-F982-46C2-80C9-F622FE5A0640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escritores o narradores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56E268E-98C9-48B6-8D6C-26DD57FD0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506758"/>
            <a:ext cx="11496540" cy="2125790"/>
          </a:xfrm>
        </p:spPr>
        <p:txBody>
          <a:bodyPr>
            <a:normAutofit/>
          </a:bodyPr>
          <a:lstStyle/>
          <a:p>
            <a:endParaRPr lang="es-PE" sz="2400" dirty="0">
              <a:latin typeface="+mj-lt"/>
            </a:endParaRPr>
          </a:p>
          <a:p>
            <a:r>
              <a:rPr lang="es-PE" sz="2400" dirty="0">
                <a:latin typeface="+mj-lt"/>
              </a:rPr>
              <a:t>Las empresas necesitan escritores o "narradores" para ayudar a dar forma a experiencias digitales como los chatbots, o incluso cómo los empleados y los consumidores deben interactuar con los nuevos servicios de realidad aumentada que está creando. </a:t>
            </a:r>
          </a:p>
        </p:txBody>
      </p:sp>
    </p:spTree>
    <p:extLst>
      <p:ext uri="{BB962C8B-B14F-4D97-AF65-F5344CB8AC3E}">
        <p14:creationId xmlns:p14="http://schemas.microsoft.com/office/powerpoint/2010/main" val="8921023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736BA813-8076-4169-9614-BFD4E1DEE3C6}"/>
              </a:ext>
            </a:extLst>
          </p:cNvPr>
          <p:cNvSpPr txBox="1">
            <a:spLocks/>
          </p:cNvSpPr>
          <p:nvPr/>
        </p:nvSpPr>
        <p:spPr>
          <a:xfrm>
            <a:off x="347730" y="2100288"/>
            <a:ext cx="11496540" cy="3830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2400">
                <a:latin typeface="+mj-lt"/>
              </a:rPr>
              <a:t>Supongamos que la empresa de quiere ser disruptiva y romper con el espíritu o clima intelectual y cultural actual de mensajería conversacional mediante la construcción de un nuevo chatbot. </a:t>
            </a:r>
          </a:p>
          <a:p>
            <a:r>
              <a:rPr lang="es-PE" sz="2400">
                <a:latin typeface="+mj-lt"/>
              </a:rPr>
              <a:t>Esto requerirá un nuevo enfoque y talento, es decir, alguien que pueda transmitir y volver a imaginar la cultura de la empresa. </a:t>
            </a:r>
          </a:p>
          <a:p>
            <a:r>
              <a:rPr lang="es-PE" sz="2400">
                <a:latin typeface="+mj-lt"/>
              </a:rPr>
              <a:t>Hacer esto en el contexto y el tono adecuados es clave para cultivar la experiencia adecuada, pero el estratega conversacional de la marca también debe poder explicar cómo funciona esto al CEO, CMO, CIO, CDO y otras funciones comerciales. </a:t>
            </a:r>
            <a:endParaRPr lang="es-PE" sz="2400" dirty="0">
              <a:latin typeface="+mj-lt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F55BFF7-4824-43F6-A1A4-A86F3E7245F9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estratega convencional de marca</a:t>
            </a:r>
          </a:p>
        </p:txBody>
      </p:sp>
    </p:spTree>
    <p:extLst>
      <p:ext uri="{BB962C8B-B14F-4D97-AF65-F5344CB8AC3E}">
        <p14:creationId xmlns:p14="http://schemas.microsoft.com/office/powerpoint/2010/main" val="13798789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42C59A9-4637-4E04-84E5-9E92B56B87DF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analista forense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7B37A54A-A6A2-4396-B5BB-D6FCFB048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762099"/>
            <a:ext cx="11496540" cy="4757250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Nuestro chatbot se basará en el autoaprendizaje a través de la inteligencia artificial, por lo tanto una de las preocupaciones gira entorno al desafío de la "caja negra“, para explicar los resultados generados a raíz de esta implementación tecnológica.</a:t>
            </a:r>
          </a:p>
          <a:p>
            <a:r>
              <a:rPr lang="es-PE" sz="2400" dirty="0">
                <a:latin typeface="+mj-lt"/>
              </a:rPr>
              <a:t>Este desafío toma más relevancia cuando se entiende la magnitud y la transparencia con respecto a las decisiones que toman los algoritmos de forma autónoma. </a:t>
            </a:r>
          </a:p>
          <a:p>
            <a:r>
              <a:rPr lang="es-PE" sz="2400" dirty="0">
                <a:latin typeface="+mj-lt"/>
              </a:rPr>
              <a:t>Para eso necesitas una especie de CSI para AI; los analistas forenses de algoritmos, por ejemplo, podrían ayudarnos a explicar la génesis de los resultados a los ejecutivos de negocios. </a:t>
            </a:r>
          </a:p>
          <a:p>
            <a:r>
              <a:rPr lang="es-PE" sz="2400" dirty="0">
                <a:latin typeface="+mj-lt"/>
              </a:rPr>
              <a:t>Tales analistas podrían trabajar con programadores y científicos de datos para entender cómo un algoritmo llegó a su conclusión.</a:t>
            </a:r>
          </a:p>
        </p:txBody>
      </p:sp>
    </p:spTree>
    <p:extLst>
      <p:ext uri="{BB962C8B-B14F-4D97-AF65-F5344CB8AC3E}">
        <p14:creationId xmlns:p14="http://schemas.microsoft.com/office/powerpoint/2010/main" val="140470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C9F3D62-6681-4D3A-86EA-16B7408A8E9F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gerente de cumplimiento de ética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3894E06-3F08-4B14-B4BF-D2DE34BAF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762099"/>
            <a:ext cx="11496540" cy="3899665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Garantizar que los sistemas de AI estén funcionando según lo diseñado y que se aborden las consecuencias no deseadas, de manera que las respuesta de nuestro chatbot no vulneren las normativas internas y externas de la organización, vulnerando normas como SOX u otros aspecto legales.</a:t>
            </a:r>
          </a:p>
          <a:p>
            <a:r>
              <a:rPr lang="es-PE" sz="2400" dirty="0">
                <a:latin typeface="+mj-lt"/>
              </a:rPr>
              <a:t>Interviene en caso de que las respuestas del chatbot por ejemplo generen factores discriminativos a través del procesamiento de su IA a las personas en ciertas profesiones o áreas geográficas específicas. </a:t>
            </a:r>
          </a:p>
          <a:p>
            <a:r>
              <a:rPr lang="es-PE" sz="2400" dirty="0">
                <a:latin typeface="+mj-lt"/>
              </a:rPr>
              <a:t>Podría trabajar con un analista forense de algoritmos para descubrir las razones subyacentes de tales resultados y luego implementar las correcciones adecuadas.</a:t>
            </a:r>
          </a:p>
          <a:p>
            <a:endParaRPr lang="es-PE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48488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428B087-E5D9-4881-BD26-D40510A3AD7B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gerentes de productos digitales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6A4E0F4-A809-4354-90AE-AF5B59959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762099"/>
            <a:ext cx="11496540" cy="3724461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Los especialistas en TI y los entrenadores digitales pusieron en marcha el chatbot. </a:t>
            </a:r>
          </a:p>
          <a:p>
            <a:r>
              <a:rPr lang="es-PE" sz="2400" dirty="0">
                <a:latin typeface="+mj-lt"/>
              </a:rPr>
              <a:t>Tienen el encargo de posicionar el </a:t>
            </a:r>
            <a:r>
              <a:rPr lang="es-PE" sz="2400" dirty="0" err="1">
                <a:latin typeface="+mj-lt"/>
              </a:rPr>
              <a:t>bot</a:t>
            </a:r>
            <a:r>
              <a:rPr lang="es-PE" sz="2400" dirty="0">
                <a:latin typeface="+mj-lt"/>
              </a:rPr>
              <a:t> para los consumidores. </a:t>
            </a:r>
          </a:p>
          <a:p>
            <a:r>
              <a:rPr lang="es-PE" sz="2400" dirty="0">
                <a:latin typeface="+mj-lt"/>
              </a:rPr>
              <a:t>Sus funciones incluyen la responsabilidad de contar historias, elaborar narrativas de productos, pero lo ideal es que sean dueños de todo el producto de arriba a abajo, asegurando que la UX sea nítida y que los </a:t>
            </a:r>
            <a:r>
              <a:rPr lang="es-PE" sz="2400" dirty="0" err="1">
                <a:latin typeface="+mj-lt"/>
              </a:rPr>
              <a:t>checklist</a:t>
            </a:r>
            <a:r>
              <a:rPr lang="es-PE" sz="2400" dirty="0">
                <a:latin typeface="+mj-lt"/>
              </a:rPr>
              <a:t> de cumplimiento sean apropiaos y hayan sido verificados legalmente. </a:t>
            </a:r>
          </a:p>
        </p:txBody>
      </p:sp>
    </p:spTree>
    <p:extLst>
      <p:ext uri="{BB962C8B-B14F-4D97-AF65-F5344CB8AC3E}">
        <p14:creationId xmlns:p14="http://schemas.microsoft.com/office/powerpoint/2010/main" val="8449244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6C7A294-F414-4B08-8AAB-337D05BF67BF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Rol: gerente de tecnología de trabajo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EB37DC1-49C9-4DB5-AAFC-D676C668D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800686"/>
            <a:ext cx="11496540" cy="3256628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Ya no es suficiente que un CIO tenga tenientes con títulos como vicepresidente de computación para usuarios finales. </a:t>
            </a:r>
          </a:p>
          <a:p>
            <a:r>
              <a:rPr lang="es-PE" sz="2400" dirty="0">
                <a:latin typeface="+mj-lt"/>
              </a:rPr>
              <a:t>Los CIO necesitan vicepresidentes que gestionen las experiencias digitales de los empleados. </a:t>
            </a:r>
          </a:p>
          <a:p>
            <a:r>
              <a:rPr lang="es-PE" sz="2400" dirty="0">
                <a:latin typeface="+mj-lt"/>
              </a:rPr>
              <a:t>Dicha función ayudará a la experiencia del usuario y las plataformas de colaboración y otras herramientas que los empleados utilizan para hacer su trabajo.</a:t>
            </a:r>
          </a:p>
          <a:p>
            <a:endParaRPr lang="es-PE" sz="2400" dirty="0">
              <a:latin typeface="+mj-lt"/>
            </a:endParaRPr>
          </a:p>
          <a:p>
            <a:endParaRPr lang="es-PE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012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AA23C74-AAB9-42D5-84BD-136068BD4DA4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06 agentes de cambio de la transformación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2146415-126F-4711-802F-7626916BE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77" y="1817801"/>
            <a:ext cx="10455045" cy="459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288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3850CCF-6806-43CB-B01F-95D4A3A6EE32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Agente 1: redes sociales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C214A704-1E53-4667-B22D-53B4277449B4}"/>
              </a:ext>
            </a:extLst>
          </p:cNvPr>
          <p:cNvSpPr txBox="1">
            <a:spLocks/>
          </p:cNvSpPr>
          <p:nvPr/>
        </p:nvSpPr>
        <p:spPr>
          <a:xfrm>
            <a:off x="5663096" y="1639699"/>
            <a:ext cx="5957668" cy="3971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8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sz="2400" dirty="0">
                <a:latin typeface="+mj-lt"/>
              </a:rPr>
              <a:t>El impacto de las redes sociales es mucho más que su uso integrado y la  simple entrega de contenido relevante para su audiencia… para la Transformación Digital se requiere por ejemplo, monitorea las interacciones de los clientes para detectar tendencias, deseos e incluso para responder a las crisis rápidamente, a través de la formulación de modelos predictivos.</a:t>
            </a:r>
          </a:p>
        </p:txBody>
      </p:sp>
    </p:spTree>
    <p:extLst>
      <p:ext uri="{BB962C8B-B14F-4D97-AF65-F5344CB8AC3E}">
        <p14:creationId xmlns:p14="http://schemas.microsoft.com/office/powerpoint/2010/main" val="10735194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6A245FD-8C70-4853-8A40-EB30966DB35A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Agente 2: computación en la nube</a:t>
            </a: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BBC02DE1-1C5F-415E-8433-0DED4D4F7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358" y="2282864"/>
            <a:ext cx="5957668" cy="2705704"/>
          </a:xfrm>
        </p:spPr>
        <p:txBody>
          <a:bodyPr>
            <a:normAutofit/>
          </a:bodyPr>
          <a:lstStyle/>
          <a:p>
            <a:pPr algn="just"/>
            <a:r>
              <a:rPr lang="es-PE" sz="2400" dirty="0">
                <a:latin typeface="+mj-lt"/>
              </a:rPr>
              <a:t>Ya adoptada de forma masiva por la mayoría de las empresas y el público en general, especialmente con el uso de aplicaciones SaaS (software como servicios de suscripción), esta tecnología es esencial para promover una mayor integración y trabajo en equipo.</a:t>
            </a:r>
          </a:p>
        </p:txBody>
      </p:sp>
    </p:spTree>
    <p:extLst>
      <p:ext uri="{BB962C8B-B14F-4D97-AF65-F5344CB8AC3E}">
        <p14:creationId xmlns:p14="http://schemas.microsoft.com/office/powerpoint/2010/main" val="299441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5EC8725-1C5C-4061-8D1E-BFEFD6EC156D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Agente 3: acceso remoto y movilidad</a:t>
            </a: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E0BA1A0F-42CC-4E99-8156-40E2784F16DB}"/>
              </a:ext>
            </a:extLst>
          </p:cNvPr>
          <p:cNvSpPr txBox="1">
            <a:spLocks/>
          </p:cNvSpPr>
          <p:nvPr/>
        </p:nvSpPr>
        <p:spPr>
          <a:xfrm>
            <a:off x="6096000" y="2142002"/>
            <a:ext cx="5957668" cy="2204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8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dirty="0"/>
              <a:t>Donde quiera que esté un empleado, cliente, proveedor o socio, puede interactuar con su empresa, simplemente con un dispositivo móvil y una conexión a Internet.</a:t>
            </a:r>
          </a:p>
          <a:p>
            <a:pPr algn="just"/>
            <a:r>
              <a:rPr lang="es-PE" dirty="0"/>
              <a:t>Esto abre una amplia gama de posibilidades que su empresa necesita saber cómo explotar.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747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DDD119C-E556-4291-ACD9-C9AE7FDB70E3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Agente 4: big data y analítica</a:t>
            </a: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E8F4B120-3AA9-4C90-BFFB-9CCDF1A9F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3198" y="2592806"/>
            <a:ext cx="5957668" cy="2354975"/>
          </a:xfrm>
        </p:spPr>
        <p:txBody>
          <a:bodyPr>
            <a:normAutofit/>
          </a:bodyPr>
          <a:lstStyle/>
          <a:p>
            <a:pPr algn="just"/>
            <a:r>
              <a:rPr lang="es-PE" sz="2400" dirty="0">
                <a:latin typeface="+mj-lt"/>
              </a:rPr>
              <a:t>Quizás este sea el elemento más complejo de la transformación digital, sin embargo, no debe dejarse de lado. Big Data </a:t>
            </a:r>
            <a:r>
              <a:rPr lang="es-PE" sz="2400" dirty="0" err="1">
                <a:latin typeface="+mj-lt"/>
              </a:rPr>
              <a:t>Solutions</a:t>
            </a:r>
            <a:r>
              <a:rPr lang="es-PE" sz="2400" dirty="0">
                <a:latin typeface="+mj-lt"/>
              </a:rPr>
              <a:t> ya existe en el mercado y está disponible para modelos genéricos y específicos, como modelos médicos, comerciales o financieros.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943210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2DAD6BB-8A1B-43AF-B292-186397452B17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Agente 5: internet de las cosas</a:t>
            </a: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60BEA80C-59C5-4C20-B7F9-FA16397B33F9}"/>
              </a:ext>
            </a:extLst>
          </p:cNvPr>
          <p:cNvSpPr txBox="1">
            <a:spLocks/>
          </p:cNvSpPr>
          <p:nvPr/>
        </p:nvSpPr>
        <p:spPr>
          <a:xfrm>
            <a:off x="5865715" y="2492597"/>
            <a:ext cx="5957668" cy="2254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8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/>
              <a:t>También conocido como IoT, comprende dispositivos que tienen tecnología incorporada, como sensores, botones, etc., que pueden conectarse en la nube y transmitir datos y eventos, e incluso comunicarse entre ellos para interactuar y generar información basada en su percepción del medio ambiente.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8496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C392A49-B11C-4110-8707-494B04B57CFA}"/>
              </a:ext>
            </a:extLst>
          </p:cNvPr>
          <p:cNvSpPr txBox="1">
            <a:spLocks/>
          </p:cNvSpPr>
          <p:nvPr/>
        </p:nvSpPr>
        <p:spPr>
          <a:xfrm>
            <a:off x="653198" y="10883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Agente 6: inteligencia artificial</a:t>
            </a: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03FA6AC4-A70A-4409-9625-957915C48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3198" y="2079238"/>
            <a:ext cx="5957668" cy="3508800"/>
          </a:xfrm>
        </p:spPr>
        <p:txBody>
          <a:bodyPr>
            <a:normAutofit/>
          </a:bodyPr>
          <a:lstStyle/>
          <a:p>
            <a:r>
              <a:rPr lang="es-PE" sz="2400" dirty="0">
                <a:latin typeface="+mj-lt"/>
              </a:rPr>
              <a:t>Capacidad de una máquina o software para desarrollar el pensamiento humano, incluida la capacidad de establecer estándares, experimentar, percibir y tomar decisiones de manera inteligente.</a:t>
            </a:r>
          </a:p>
          <a:p>
            <a:r>
              <a:rPr lang="es-PE" sz="2400" dirty="0">
                <a:latin typeface="+mj-lt"/>
              </a:rPr>
              <a:t>Los autos autoguiados, la computación cognitiva, los chatbots y muchos otros son ejemplos de la aplicación real de esta tecnología.</a:t>
            </a:r>
          </a:p>
        </p:txBody>
      </p:sp>
    </p:spTree>
    <p:extLst>
      <p:ext uri="{BB962C8B-B14F-4D97-AF65-F5344CB8AC3E}">
        <p14:creationId xmlns:p14="http://schemas.microsoft.com/office/powerpoint/2010/main" val="16372839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65F9E22-9197-48E0-8504-FC9797BBE0BC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Entonces, qué es la transformación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DBC158-372F-4A26-B832-721CCE14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58" y="1731499"/>
            <a:ext cx="107823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977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5705B09-BAD1-459D-9D36-AC0A3CBE5467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Ejes de la transformación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D46F06E-E1D3-4217-B401-CAB070F4C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0" y="1907260"/>
            <a:ext cx="11655840" cy="495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1368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C4F7A27-3AAD-4D8B-A6C5-933DFF7B2E1A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Industria 4.0 – su enfoque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E5D256E-1CFC-42EA-AD51-CEC6B38B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2699"/>
            <a:ext cx="104775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565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4766EC0-07A5-4E35-96D6-7DF190DD1126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Industria 4.0 – su adopción en competencia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1062932-5363-4B92-B5B1-159764BDF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1937751"/>
            <a:ext cx="105060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02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8B6B16A-907D-45E5-8795-7A18B5750D75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Industria 4.0 – su adopción en la presencia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C3588C-EB7C-4C1A-BC13-22A93CCB7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938989"/>
            <a:ext cx="104394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445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199" y="445169"/>
            <a:ext cx="10019797" cy="673765"/>
          </a:xfrm>
        </p:spPr>
        <p:txBody>
          <a:bodyPr>
            <a:normAutofit fontScale="90000"/>
          </a:bodyPr>
          <a:lstStyle/>
          <a:p>
            <a:r>
              <a:rPr lang="es-PE" sz="4800" dirty="0"/>
              <a:t>Transformación Digital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6358" y="1057734"/>
            <a:ext cx="456648" cy="6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457B904-2680-4F79-B30D-ABB712C01167}"/>
              </a:ext>
            </a:extLst>
          </p:cNvPr>
          <p:cNvSpPr txBox="1">
            <a:spLocks/>
          </p:cNvSpPr>
          <p:nvPr/>
        </p:nvSpPr>
        <p:spPr>
          <a:xfrm>
            <a:off x="653198" y="1118934"/>
            <a:ext cx="10019797" cy="551365"/>
          </a:xfrm>
          <a:prstGeom prst="rect">
            <a:avLst/>
          </a:prstGeom>
        </p:spPr>
        <p:txBody>
          <a:bodyPr vert="horz" lIns="91440" tIns="27432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1"/>
                </a:solidFill>
                <a:latin typeface="Solano Gothic MVB MdCap" panose="02000606030000020004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Industria 4.0 – su adopción en el ecosistema digital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E392B30-D51B-4231-9C29-78AD18F80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792699"/>
            <a:ext cx="1061085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726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CC6DC44-AAC0-38C0-52C9-CD84FFD2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71737"/>
            <a:ext cx="12192000" cy="528638"/>
          </a:xfrm>
        </p:spPr>
        <p:txBody>
          <a:bodyPr>
            <a:normAutofit/>
          </a:bodyPr>
          <a:lstStyle/>
          <a:p>
            <a:pPr algn="ctr"/>
            <a:r>
              <a:rPr lang="es-PE" sz="24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 DE NEGOCIO</a:t>
            </a:r>
          </a:p>
        </p:txBody>
      </p:sp>
    </p:spTree>
    <p:extLst>
      <p:ext uri="{BB962C8B-B14F-4D97-AF65-F5344CB8AC3E}">
        <p14:creationId xmlns:p14="http://schemas.microsoft.com/office/powerpoint/2010/main" val="25045729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8D69143-7364-8D25-0185-75E4B2218AAF}"/>
              </a:ext>
            </a:extLst>
          </p:cNvPr>
          <p:cNvGrpSpPr/>
          <p:nvPr/>
        </p:nvGrpSpPr>
        <p:grpSpPr>
          <a:xfrm>
            <a:off x="3629025" y="958127"/>
            <a:ext cx="8517728" cy="5857009"/>
            <a:chOff x="1627504" y="1000991"/>
            <a:chExt cx="8936992" cy="585700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9658D9AC-4456-1081-07FE-31984BCCBAB9}"/>
                </a:ext>
              </a:extLst>
            </p:cNvPr>
            <p:cNvSpPr/>
            <p:nvPr/>
          </p:nvSpPr>
          <p:spPr>
            <a:xfrm>
              <a:off x="1627504" y="1000991"/>
              <a:ext cx="8936992" cy="5857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dirty="0"/>
                <a:t>Business Analysis</a:t>
              </a:r>
              <a:endParaRPr lang="es-PE" dirty="0"/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9D0DE74-79C2-13B8-70A9-EA97A4088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33675" y="2508569"/>
              <a:ext cx="6724650" cy="3067050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F8D9CD12-9A00-6CA0-63A3-F67B7089D467}"/>
              </a:ext>
            </a:extLst>
          </p:cNvPr>
          <p:cNvSpPr txBox="1"/>
          <p:nvPr/>
        </p:nvSpPr>
        <p:spPr>
          <a:xfrm>
            <a:off x="2382" y="6282777"/>
            <a:ext cx="392668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sz="1050" dirty="0"/>
          </a:p>
          <a:p>
            <a:r>
              <a:rPr lang="es-PE" sz="1050" dirty="0"/>
              <a:t>  Milani. (2019). Digital Business Analysis. Springer International Publishing AG. https://doi.org/10.1007/978-3-030-05719-0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C1275A-719E-E8EA-6A5A-55EE80CA8D25}"/>
              </a:ext>
            </a:extLst>
          </p:cNvPr>
          <p:cNvSpPr txBox="1"/>
          <p:nvPr/>
        </p:nvSpPr>
        <p:spPr>
          <a:xfrm>
            <a:off x="0" y="1193212"/>
            <a:ext cx="378499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BUSINESS ANALYSIS:</a:t>
            </a:r>
          </a:p>
          <a:p>
            <a:endParaRPr lang="es-ES" sz="1400" dirty="0"/>
          </a:p>
          <a:p>
            <a:r>
              <a:rPr lang="es-ES" sz="1400" i="1" dirty="0"/>
              <a:t>“un conjunto de tareas y técnicas utilizadas para trabajar como enlace entre las partes interesadas a fin de comprender la estructura, las políticas y las operaciones de una organización, y para recomendar soluciones que permitan a la organización lograr sus objetivos”</a:t>
            </a:r>
          </a:p>
          <a:p>
            <a:endParaRPr lang="es-ES" sz="1400" dirty="0"/>
          </a:p>
          <a:p>
            <a:r>
              <a:rPr lang="es-ES" sz="1400" dirty="0"/>
              <a:t>IIBA – International Institute of Business Analysis</a:t>
            </a:r>
          </a:p>
          <a:p>
            <a:endParaRPr lang="es-PE" sz="1400" dirty="0"/>
          </a:p>
          <a:p>
            <a:endParaRPr lang="es-PE" sz="1400" dirty="0"/>
          </a:p>
          <a:p>
            <a:r>
              <a:rPr lang="es-ES" sz="1400" i="1" dirty="0"/>
              <a:t>“práctica de permitir el cambio en una empresa definiendo necesidades y recomendando soluciones que brinden valor a las partes interesadas. El análisis empresarial permite a una empresa articular las necesidades y la</a:t>
            </a:r>
          </a:p>
          <a:p>
            <a:r>
              <a:rPr lang="es-ES" sz="1400" i="1" dirty="0"/>
              <a:t>justificación para el cambio y para diseñar y describir soluciones que puedan generar valor”</a:t>
            </a:r>
            <a:endParaRPr lang="es-PE" sz="1400" i="1" dirty="0"/>
          </a:p>
          <a:p>
            <a:endParaRPr lang="es-PE" sz="1400" dirty="0"/>
          </a:p>
          <a:p>
            <a:r>
              <a:rPr lang="es-PE" sz="1400" dirty="0"/>
              <a:t>BABOK – Business Analysis Body of Knowledge</a:t>
            </a:r>
          </a:p>
        </p:txBody>
      </p:sp>
    </p:spTree>
    <p:extLst>
      <p:ext uri="{BB962C8B-B14F-4D97-AF65-F5344CB8AC3E}">
        <p14:creationId xmlns:p14="http://schemas.microsoft.com/office/powerpoint/2010/main" val="11704866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8D9CD12-9A00-6CA0-63A3-F67B7089D467}"/>
              </a:ext>
            </a:extLst>
          </p:cNvPr>
          <p:cNvSpPr txBox="1"/>
          <p:nvPr/>
        </p:nvSpPr>
        <p:spPr>
          <a:xfrm>
            <a:off x="2382" y="6282777"/>
            <a:ext cx="392668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sz="1050" dirty="0"/>
          </a:p>
          <a:p>
            <a:r>
              <a:rPr lang="es-PE" sz="1050" dirty="0"/>
              <a:t>  Milani. (2019). Digital Business Analysis. Springer International Publishing AG. https://doi.org/10.1007/978-3-030-05719-0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C1275A-719E-E8EA-6A5A-55EE80CA8D25}"/>
              </a:ext>
            </a:extLst>
          </p:cNvPr>
          <p:cNvSpPr txBox="1"/>
          <p:nvPr/>
        </p:nvSpPr>
        <p:spPr>
          <a:xfrm>
            <a:off x="1" y="1193212"/>
            <a:ext cx="6095999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BUSINESS ANALYSIS CORE CONCEPT MODEL (BACCM FRAMEWORK):</a:t>
            </a:r>
          </a:p>
          <a:p>
            <a:endParaRPr lang="es-ES" sz="1400" dirty="0"/>
          </a:p>
          <a:p>
            <a:endParaRPr lang="es-ES" sz="1400" dirty="0"/>
          </a:p>
          <a:p>
            <a:r>
              <a:rPr lang="es-ES" sz="1400" b="1" dirty="0"/>
              <a:t>CHANGE</a:t>
            </a:r>
            <a:r>
              <a:rPr lang="es-ES" sz="1400" dirty="0"/>
              <a:t>: El acto de transformación en respuesta a una necesidad.</a:t>
            </a:r>
          </a:p>
          <a:p>
            <a:endParaRPr lang="es-ES" sz="1400" dirty="0"/>
          </a:p>
          <a:p>
            <a:r>
              <a:rPr lang="es-ES" sz="1400" b="1" dirty="0"/>
              <a:t>NEED</a:t>
            </a:r>
            <a:r>
              <a:rPr lang="es-ES" sz="1400" dirty="0"/>
              <a:t>: </a:t>
            </a:r>
            <a:r>
              <a:rPr lang="es-E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Problema</a:t>
            </a:r>
            <a:r>
              <a:rPr lang="es-ES" sz="1400" dirty="0"/>
              <a:t> u oportunidad a abordar.</a:t>
            </a:r>
          </a:p>
          <a:p>
            <a:endParaRPr lang="es-ES" sz="1400" dirty="0"/>
          </a:p>
          <a:p>
            <a:r>
              <a:rPr lang="es-ES" sz="1400" b="1" dirty="0"/>
              <a:t>SOLUTION</a:t>
            </a:r>
            <a:r>
              <a:rPr lang="es-ES" sz="1400" dirty="0"/>
              <a:t>: Una forma específica de satisfacer una o más necesidades en un contexto.</a:t>
            </a:r>
          </a:p>
          <a:p>
            <a:endParaRPr lang="es-ES" sz="1400" dirty="0"/>
          </a:p>
          <a:p>
            <a:r>
              <a:rPr lang="es-ES" sz="1400" b="1" dirty="0"/>
              <a:t>STAKEHOLDER</a:t>
            </a:r>
            <a:r>
              <a:rPr lang="es-ES" sz="1400" dirty="0"/>
              <a:t>: un grupo o individuo relacionado con el cambio, la necesidad o la solución.</a:t>
            </a:r>
          </a:p>
          <a:p>
            <a:endParaRPr lang="es-ES" sz="1400" dirty="0"/>
          </a:p>
          <a:p>
            <a:r>
              <a:rPr lang="es-PE" sz="1400" b="1" dirty="0"/>
              <a:t>VALUE</a:t>
            </a:r>
            <a:r>
              <a:rPr lang="es-PE" sz="1400" dirty="0"/>
              <a:t>: </a:t>
            </a:r>
            <a:r>
              <a:rPr lang="es-ES" sz="1400" dirty="0"/>
              <a:t>El valor, la importancia o la utilidad de algo para una parte interesada dentro de un contexto.</a:t>
            </a:r>
            <a:endParaRPr lang="es-PE" sz="1400" dirty="0"/>
          </a:p>
          <a:p>
            <a:endParaRPr lang="es-PE" sz="1400" dirty="0"/>
          </a:p>
          <a:p>
            <a:r>
              <a:rPr lang="es-PE" sz="1400" b="1" dirty="0"/>
              <a:t>CONTEXT</a:t>
            </a:r>
            <a:r>
              <a:rPr lang="es-PE" sz="1400" dirty="0"/>
              <a:t>: </a:t>
            </a:r>
            <a:r>
              <a:rPr lang="es-ES" sz="1400" dirty="0"/>
              <a:t>Las circunstancias que influyen, son influenciadas por y proporcionan una comprensión del cambio.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FB231B9-EC18-34FE-B0E2-9ADBAF295B78}"/>
              </a:ext>
            </a:extLst>
          </p:cNvPr>
          <p:cNvGrpSpPr/>
          <p:nvPr/>
        </p:nvGrpSpPr>
        <p:grpSpPr>
          <a:xfrm>
            <a:off x="7086600" y="1234122"/>
            <a:ext cx="4505325" cy="4389755"/>
            <a:chOff x="6615112" y="1419225"/>
            <a:chExt cx="4505325" cy="438975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0C25436-A66E-FDD2-AF00-3C24BA60C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15112" y="1419225"/>
              <a:ext cx="4505325" cy="4019550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74E48ED-B187-9FED-84E3-86EBAE001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29424" y="5561330"/>
              <a:ext cx="1533525" cy="247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66249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8D9CD12-9A00-6CA0-63A3-F67B7089D467}"/>
              </a:ext>
            </a:extLst>
          </p:cNvPr>
          <p:cNvSpPr txBox="1"/>
          <p:nvPr/>
        </p:nvSpPr>
        <p:spPr>
          <a:xfrm>
            <a:off x="2382" y="6282777"/>
            <a:ext cx="392668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sz="1050" dirty="0"/>
          </a:p>
          <a:p>
            <a:r>
              <a:rPr lang="es-PE" sz="1050" dirty="0"/>
              <a:t>  Milani. (2019). Digital Business Analysis. Springer International Publishing AG. https://doi.org/10.1007/978-3-030-05719-0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9275E0-0FD9-5426-F30E-1ADD091D0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844865"/>
            <a:ext cx="10789325" cy="272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83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8D9CD12-9A00-6CA0-63A3-F67B7089D467}"/>
              </a:ext>
            </a:extLst>
          </p:cNvPr>
          <p:cNvSpPr txBox="1"/>
          <p:nvPr/>
        </p:nvSpPr>
        <p:spPr>
          <a:xfrm>
            <a:off x="0" y="6596390"/>
            <a:ext cx="50471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100" b="0" i="0" u="none" strike="noStrike" baseline="0" dirty="0">
                <a:latin typeface="Calibri" panose="020F0502020204030204" pitchFamily="34" charset="0"/>
              </a:rPr>
              <a:t>https://seec.schulich.yorku.ca/news/problem-solving-with-the-problem-statements/</a:t>
            </a:r>
            <a:endParaRPr lang="es-PE" sz="11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26A642-59E4-F9FD-DAE0-EE353B79D359}"/>
              </a:ext>
            </a:extLst>
          </p:cNvPr>
          <p:cNvSpPr txBox="1"/>
          <p:nvPr/>
        </p:nvSpPr>
        <p:spPr>
          <a:xfrm>
            <a:off x="1440657" y="1674674"/>
            <a:ext cx="93106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/>
              <a:t>Puede entenderse como “la brecha indeseable" o “la brecha” entre un estado problemático presente y un estado futuro deseado.</a:t>
            </a:r>
            <a:endParaRPr lang="es-PE" sz="3600" dirty="0"/>
          </a:p>
        </p:txBody>
      </p:sp>
    </p:spTree>
    <p:extLst>
      <p:ext uri="{BB962C8B-B14F-4D97-AF65-F5344CB8AC3E}">
        <p14:creationId xmlns:p14="http://schemas.microsoft.com/office/powerpoint/2010/main" val="21212317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45BB48DF-518E-37B8-2124-26CCCAA341B4}"/>
              </a:ext>
            </a:extLst>
          </p:cNvPr>
          <p:cNvSpPr/>
          <p:nvPr/>
        </p:nvSpPr>
        <p:spPr>
          <a:xfrm>
            <a:off x="2068389" y="1314391"/>
            <a:ext cx="2241856" cy="132343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</a:t>
            </a:r>
            <a:endParaRPr lang="es-PE"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3BC4C0E-E7D2-EF11-C07A-C6D7085186D9}"/>
              </a:ext>
            </a:extLst>
          </p:cNvPr>
          <p:cNvSpPr/>
          <p:nvPr/>
        </p:nvSpPr>
        <p:spPr>
          <a:xfrm>
            <a:off x="631397" y="2771249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1</a:t>
            </a:r>
            <a:endParaRPr lang="es-PE" sz="1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2895E184-4967-B00A-C995-02B22D125C81}"/>
              </a:ext>
            </a:extLst>
          </p:cNvPr>
          <p:cNvSpPr/>
          <p:nvPr/>
        </p:nvSpPr>
        <p:spPr>
          <a:xfrm>
            <a:off x="1983947" y="2782570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2</a:t>
            </a:r>
            <a:endParaRPr lang="es-PE" sz="12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91422A05-C8D8-1929-9B8E-9AA7F3A885EC}"/>
              </a:ext>
            </a:extLst>
          </p:cNvPr>
          <p:cNvSpPr/>
          <p:nvPr/>
        </p:nvSpPr>
        <p:spPr>
          <a:xfrm>
            <a:off x="3336497" y="2771249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3</a:t>
            </a:r>
            <a:endParaRPr lang="es-PE" sz="12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D1EE2B23-D0DB-C2F5-1155-C4ED68EC04A3}"/>
              </a:ext>
            </a:extLst>
          </p:cNvPr>
          <p:cNvSpPr/>
          <p:nvPr/>
        </p:nvSpPr>
        <p:spPr>
          <a:xfrm>
            <a:off x="4689047" y="2782570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“N”</a:t>
            </a:r>
            <a:endParaRPr lang="es-PE" sz="1200" dirty="0"/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01AB401B-B707-7F8E-2B7C-AFC508333638}"/>
              </a:ext>
            </a:extLst>
          </p:cNvPr>
          <p:cNvSpPr/>
          <p:nvPr/>
        </p:nvSpPr>
        <p:spPr>
          <a:xfrm>
            <a:off x="5903484" y="2453958"/>
            <a:ext cx="390526" cy="13234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1BC64B-000E-41C0-A16F-4D8C800CA3A9}"/>
              </a:ext>
            </a:extLst>
          </p:cNvPr>
          <p:cNvSpPr txBox="1"/>
          <p:nvPr/>
        </p:nvSpPr>
        <p:spPr>
          <a:xfrm>
            <a:off x="6302526" y="2717318"/>
            <a:ext cx="1710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DE MUCHOS CRITERIOS, TENER INDICADORES EN VERDE…</a:t>
            </a:r>
            <a:endParaRPr lang="es-PE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5A1F09A-FA92-36BF-B53F-AC764BCA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21" y="3234853"/>
            <a:ext cx="482833" cy="566631"/>
          </a:xfrm>
          <a:prstGeom prst="rect">
            <a:avLst/>
          </a:prstGeom>
        </p:spPr>
      </p:pic>
      <p:sp>
        <p:nvSpPr>
          <p:cNvPr id="15" name="Cerrar llave 14">
            <a:extLst>
              <a:ext uri="{FF2B5EF4-FFF2-40B4-BE49-F238E27FC236}">
                <a16:creationId xmlns:a16="http://schemas.microsoft.com/office/drawing/2014/main" id="{32DFC4BD-DBB3-4EBF-3E5F-D6B1B39220DC}"/>
              </a:ext>
            </a:extLst>
          </p:cNvPr>
          <p:cNvSpPr/>
          <p:nvPr/>
        </p:nvSpPr>
        <p:spPr>
          <a:xfrm>
            <a:off x="7629526" y="1976110"/>
            <a:ext cx="767466" cy="23480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358E91-C338-FFA0-F41C-9266DF42F24F}"/>
              </a:ext>
            </a:extLst>
          </p:cNvPr>
          <p:cNvSpPr txBox="1"/>
          <p:nvPr/>
        </p:nvSpPr>
        <p:spPr>
          <a:xfrm>
            <a:off x="8485754" y="3005794"/>
            <a:ext cx="3043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EMPRESA CON UN BUEN DESEMPEÑO</a:t>
            </a:r>
          </a:p>
          <a:p>
            <a:r>
              <a:rPr lang="es-ES" sz="1200" dirty="0"/>
              <a:t>EMPRESA CON UNA BUENA “</a:t>
            </a:r>
            <a:r>
              <a:rPr lang="es-ES" sz="1200" i="1" dirty="0"/>
              <a:t>PERFORMANCE</a:t>
            </a:r>
            <a:r>
              <a:rPr lang="es-ES" sz="1200" dirty="0"/>
              <a:t>”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10697282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26A642-59E4-F9FD-DAE0-EE353B79D359}"/>
              </a:ext>
            </a:extLst>
          </p:cNvPr>
          <p:cNvSpPr txBox="1"/>
          <p:nvPr/>
        </p:nvSpPr>
        <p:spPr>
          <a:xfrm>
            <a:off x="1440657" y="1325245"/>
            <a:ext cx="9310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ventas en enero del 2023 han disminuido un 20% en comparación con el mes de enero del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Cada mes me cuesta mucho distribuir mi mercadería vendida a los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highlight>
                  <a:srgbClr val="FF0000"/>
                </a:highlight>
              </a:rPr>
              <a:t>Mis cobranzas son lentas por lo que no puedo cumplir con mis obligaciones financieras.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Tengo demasiados cuellos de botella en mis ventas, es muy complicado vender.</a:t>
            </a:r>
          </a:p>
          <a:p>
            <a:endParaRPr lang="es-PE" sz="1600" dirty="0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45BB48DF-518E-37B8-2124-26CCCAA341B4}"/>
              </a:ext>
            </a:extLst>
          </p:cNvPr>
          <p:cNvSpPr/>
          <p:nvPr/>
        </p:nvSpPr>
        <p:spPr>
          <a:xfrm>
            <a:off x="2025526" y="2522962"/>
            <a:ext cx="2241856" cy="132343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</a:t>
            </a:r>
            <a:endParaRPr lang="es-PE"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3BC4C0E-E7D2-EF11-C07A-C6D7085186D9}"/>
              </a:ext>
            </a:extLst>
          </p:cNvPr>
          <p:cNvSpPr/>
          <p:nvPr/>
        </p:nvSpPr>
        <p:spPr>
          <a:xfrm>
            <a:off x="588534" y="3979820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1</a:t>
            </a:r>
            <a:endParaRPr lang="es-PE" sz="1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2895E184-4967-B00A-C995-02B22D125C81}"/>
              </a:ext>
            </a:extLst>
          </p:cNvPr>
          <p:cNvSpPr/>
          <p:nvPr/>
        </p:nvSpPr>
        <p:spPr>
          <a:xfrm>
            <a:off x="1941084" y="3991141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2</a:t>
            </a:r>
            <a:endParaRPr lang="es-PE" sz="12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91422A05-C8D8-1929-9B8E-9AA7F3A885EC}"/>
              </a:ext>
            </a:extLst>
          </p:cNvPr>
          <p:cNvSpPr/>
          <p:nvPr/>
        </p:nvSpPr>
        <p:spPr>
          <a:xfrm>
            <a:off x="3293634" y="3979820"/>
            <a:ext cx="1214437" cy="646430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D1EE2B23-D0DB-C2F5-1155-C4ED68EC04A3}"/>
              </a:ext>
            </a:extLst>
          </p:cNvPr>
          <p:cNvSpPr/>
          <p:nvPr/>
        </p:nvSpPr>
        <p:spPr>
          <a:xfrm>
            <a:off x="4646184" y="3991141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“N”</a:t>
            </a:r>
            <a:endParaRPr lang="es-PE" sz="1200" dirty="0"/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01AB401B-B707-7F8E-2B7C-AFC508333638}"/>
              </a:ext>
            </a:extLst>
          </p:cNvPr>
          <p:cNvSpPr/>
          <p:nvPr/>
        </p:nvSpPr>
        <p:spPr>
          <a:xfrm>
            <a:off x="5860621" y="3662529"/>
            <a:ext cx="390526" cy="13234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1BC64B-000E-41C0-A16F-4D8C800CA3A9}"/>
              </a:ext>
            </a:extLst>
          </p:cNvPr>
          <p:cNvSpPr txBox="1"/>
          <p:nvPr/>
        </p:nvSpPr>
        <p:spPr>
          <a:xfrm>
            <a:off x="6259663" y="3925889"/>
            <a:ext cx="1710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DE MUCHOS CRITERIOS, TENER INDICADORES EN VERDE…</a:t>
            </a:r>
            <a:endParaRPr lang="es-PE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5A1F09A-FA92-36BF-B53F-AC764BCA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958" y="4443424"/>
            <a:ext cx="482833" cy="566631"/>
          </a:xfrm>
          <a:prstGeom prst="rect">
            <a:avLst/>
          </a:prstGeom>
        </p:spPr>
      </p:pic>
      <p:sp>
        <p:nvSpPr>
          <p:cNvPr id="15" name="Cerrar llave 14">
            <a:extLst>
              <a:ext uri="{FF2B5EF4-FFF2-40B4-BE49-F238E27FC236}">
                <a16:creationId xmlns:a16="http://schemas.microsoft.com/office/drawing/2014/main" id="{32DFC4BD-DBB3-4EBF-3E5F-D6B1B39220DC}"/>
              </a:ext>
            </a:extLst>
          </p:cNvPr>
          <p:cNvSpPr/>
          <p:nvPr/>
        </p:nvSpPr>
        <p:spPr>
          <a:xfrm>
            <a:off x="7586663" y="3184681"/>
            <a:ext cx="767466" cy="23480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358E91-C338-FFA0-F41C-9266DF42F24F}"/>
              </a:ext>
            </a:extLst>
          </p:cNvPr>
          <p:cNvSpPr txBox="1"/>
          <p:nvPr/>
        </p:nvSpPr>
        <p:spPr>
          <a:xfrm>
            <a:off x="8442891" y="4214365"/>
            <a:ext cx="3043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EMPRESA CON UN BUEN DESEMPEÑO</a:t>
            </a:r>
          </a:p>
          <a:p>
            <a:r>
              <a:rPr lang="es-ES" sz="1200" dirty="0"/>
              <a:t>EMPRESA CON UNA BUENA “</a:t>
            </a:r>
            <a:r>
              <a:rPr lang="es-ES" sz="1200" i="1" dirty="0"/>
              <a:t>PERFORMANCE</a:t>
            </a:r>
            <a:r>
              <a:rPr lang="es-ES" sz="1200" dirty="0"/>
              <a:t>”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25413590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26A642-59E4-F9FD-DAE0-EE353B79D359}"/>
              </a:ext>
            </a:extLst>
          </p:cNvPr>
          <p:cNvSpPr txBox="1"/>
          <p:nvPr/>
        </p:nvSpPr>
        <p:spPr>
          <a:xfrm>
            <a:off x="1440657" y="1325245"/>
            <a:ext cx="9310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ventas en enero del 2023 han disminuido un 20% en comparación con el mes de enero del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Cada mes me cuesta mucho distribuir mi mercadería vendida a los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highlight>
                  <a:srgbClr val="FF0000"/>
                </a:highlight>
              </a:rPr>
              <a:t>Mis cobranzas son lentas por lo que no puedo cumplir con mis obligaciones financieras.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Tengo demasiados cuellos de botella en mis ventas, es muy complicado vender.</a:t>
            </a:r>
          </a:p>
          <a:p>
            <a:endParaRPr lang="es-PE" sz="1600" dirty="0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45BB48DF-518E-37B8-2124-26CCCAA341B4}"/>
              </a:ext>
            </a:extLst>
          </p:cNvPr>
          <p:cNvSpPr/>
          <p:nvPr/>
        </p:nvSpPr>
        <p:spPr>
          <a:xfrm>
            <a:off x="2025526" y="2522962"/>
            <a:ext cx="2241856" cy="132343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</a:t>
            </a:r>
            <a:endParaRPr lang="es-PE"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3BC4C0E-E7D2-EF11-C07A-C6D7085186D9}"/>
              </a:ext>
            </a:extLst>
          </p:cNvPr>
          <p:cNvSpPr/>
          <p:nvPr/>
        </p:nvSpPr>
        <p:spPr>
          <a:xfrm>
            <a:off x="588534" y="3979820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1</a:t>
            </a:r>
            <a:endParaRPr lang="es-PE" sz="1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2895E184-4967-B00A-C995-02B22D125C81}"/>
              </a:ext>
            </a:extLst>
          </p:cNvPr>
          <p:cNvSpPr/>
          <p:nvPr/>
        </p:nvSpPr>
        <p:spPr>
          <a:xfrm>
            <a:off x="19410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2</a:t>
            </a:r>
            <a:endParaRPr lang="es-PE" sz="12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91422A05-C8D8-1929-9B8E-9AA7F3A885EC}"/>
              </a:ext>
            </a:extLst>
          </p:cNvPr>
          <p:cNvSpPr/>
          <p:nvPr/>
        </p:nvSpPr>
        <p:spPr>
          <a:xfrm>
            <a:off x="3293634" y="3979820"/>
            <a:ext cx="1214437" cy="646430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D1EE2B23-D0DB-C2F5-1155-C4ED68EC04A3}"/>
              </a:ext>
            </a:extLst>
          </p:cNvPr>
          <p:cNvSpPr/>
          <p:nvPr/>
        </p:nvSpPr>
        <p:spPr>
          <a:xfrm>
            <a:off x="46461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“N”</a:t>
            </a:r>
            <a:endParaRPr lang="es-PE" sz="1200" dirty="0"/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01AB401B-B707-7F8E-2B7C-AFC508333638}"/>
              </a:ext>
            </a:extLst>
          </p:cNvPr>
          <p:cNvSpPr/>
          <p:nvPr/>
        </p:nvSpPr>
        <p:spPr>
          <a:xfrm>
            <a:off x="5860621" y="3662529"/>
            <a:ext cx="390526" cy="13234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1BC64B-000E-41C0-A16F-4D8C800CA3A9}"/>
              </a:ext>
            </a:extLst>
          </p:cNvPr>
          <p:cNvSpPr txBox="1"/>
          <p:nvPr/>
        </p:nvSpPr>
        <p:spPr>
          <a:xfrm>
            <a:off x="6259663" y="3925889"/>
            <a:ext cx="1710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DE MUCHOS CRITERIOS, TENER INDICADORES EN VERDE…</a:t>
            </a:r>
            <a:endParaRPr lang="es-PE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5A1F09A-FA92-36BF-B53F-AC764BCA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958" y="4443424"/>
            <a:ext cx="482833" cy="566631"/>
          </a:xfrm>
          <a:prstGeom prst="rect">
            <a:avLst/>
          </a:prstGeom>
        </p:spPr>
      </p:pic>
      <p:sp>
        <p:nvSpPr>
          <p:cNvPr id="15" name="Cerrar llave 14">
            <a:extLst>
              <a:ext uri="{FF2B5EF4-FFF2-40B4-BE49-F238E27FC236}">
                <a16:creationId xmlns:a16="http://schemas.microsoft.com/office/drawing/2014/main" id="{32DFC4BD-DBB3-4EBF-3E5F-D6B1B39220DC}"/>
              </a:ext>
            </a:extLst>
          </p:cNvPr>
          <p:cNvSpPr/>
          <p:nvPr/>
        </p:nvSpPr>
        <p:spPr>
          <a:xfrm>
            <a:off x="7586663" y="3184681"/>
            <a:ext cx="767466" cy="23480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358E91-C338-FFA0-F41C-9266DF42F24F}"/>
              </a:ext>
            </a:extLst>
          </p:cNvPr>
          <p:cNvSpPr txBox="1"/>
          <p:nvPr/>
        </p:nvSpPr>
        <p:spPr>
          <a:xfrm>
            <a:off x="8442891" y="4214365"/>
            <a:ext cx="3043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EMPRESA CON UN BUEN DESEMPEÑO</a:t>
            </a:r>
          </a:p>
          <a:p>
            <a:r>
              <a:rPr lang="es-ES" sz="1200" dirty="0"/>
              <a:t>EMPRESA CON UNA BUENA “</a:t>
            </a:r>
            <a:r>
              <a:rPr lang="es-ES" sz="1200" i="1" dirty="0"/>
              <a:t>PERFORMANCE</a:t>
            </a:r>
            <a:r>
              <a:rPr lang="es-ES" sz="1200" dirty="0"/>
              <a:t>”</a:t>
            </a:r>
            <a:endParaRPr lang="es-PE" sz="1200" dirty="0"/>
          </a:p>
        </p:txBody>
      </p:sp>
      <p:sp>
        <p:nvSpPr>
          <p:cNvPr id="13" name="Nube 12">
            <a:extLst>
              <a:ext uri="{FF2B5EF4-FFF2-40B4-BE49-F238E27FC236}">
                <a16:creationId xmlns:a16="http://schemas.microsoft.com/office/drawing/2014/main" id="{D9BDE9E5-474E-D2C8-14D9-7D98C8967A4B}"/>
              </a:ext>
            </a:extLst>
          </p:cNvPr>
          <p:cNvSpPr/>
          <p:nvPr/>
        </p:nvSpPr>
        <p:spPr>
          <a:xfrm>
            <a:off x="3067780" y="4701656"/>
            <a:ext cx="1578404" cy="884498"/>
          </a:xfrm>
          <a:prstGeom prst="clou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PROBLEMA</a:t>
            </a:r>
            <a:endParaRPr lang="es-PE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74DF20-5978-B6BC-79C7-0731BBA6053C}"/>
              </a:ext>
            </a:extLst>
          </p:cNvPr>
          <p:cNvSpPr txBox="1"/>
          <p:nvPr/>
        </p:nvSpPr>
        <p:spPr>
          <a:xfrm>
            <a:off x="2904062" y="6207772"/>
            <a:ext cx="2011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SITUACIÓN ACTUAL</a:t>
            </a:r>
            <a:endParaRPr lang="es-PE" dirty="0"/>
          </a:p>
        </p:txBody>
      </p:sp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18DB876A-9B81-7CE5-CF7C-8A76B82BC26E}"/>
              </a:ext>
            </a:extLst>
          </p:cNvPr>
          <p:cNvSpPr/>
          <p:nvPr/>
        </p:nvSpPr>
        <p:spPr>
          <a:xfrm>
            <a:off x="3665134" y="5661560"/>
            <a:ext cx="482833" cy="534891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13569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26A642-59E4-F9FD-DAE0-EE353B79D359}"/>
              </a:ext>
            </a:extLst>
          </p:cNvPr>
          <p:cNvSpPr txBox="1"/>
          <p:nvPr/>
        </p:nvSpPr>
        <p:spPr>
          <a:xfrm>
            <a:off x="1440657" y="1325245"/>
            <a:ext cx="9310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ventas en enero del 2023 han disminuido un 20% en comparación con el mes de enero del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Cada mes me cuesta mucho distribuir mi mercadería vendida a los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highlight>
                  <a:srgbClr val="FF0000"/>
                </a:highlight>
              </a:rPr>
              <a:t>Mis cobranzas son lentas por lo que no puedo cumplir con mis obligaciones financieras.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Tengo demasiados cuellos de botella en mis ventas, es muy complicado vender.</a:t>
            </a:r>
          </a:p>
          <a:p>
            <a:endParaRPr lang="es-PE" sz="1600" dirty="0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45BB48DF-518E-37B8-2124-26CCCAA341B4}"/>
              </a:ext>
            </a:extLst>
          </p:cNvPr>
          <p:cNvSpPr/>
          <p:nvPr/>
        </p:nvSpPr>
        <p:spPr>
          <a:xfrm>
            <a:off x="2025526" y="2522962"/>
            <a:ext cx="2241856" cy="132343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</a:t>
            </a:r>
            <a:endParaRPr lang="es-PE"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3BC4C0E-E7D2-EF11-C07A-C6D7085186D9}"/>
              </a:ext>
            </a:extLst>
          </p:cNvPr>
          <p:cNvSpPr/>
          <p:nvPr/>
        </p:nvSpPr>
        <p:spPr>
          <a:xfrm>
            <a:off x="588534" y="3979820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1</a:t>
            </a:r>
            <a:endParaRPr lang="es-PE" sz="1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2895E184-4967-B00A-C995-02B22D125C81}"/>
              </a:ext>
            </a:extLst>
          </p:cNvPr>
          <p:cNvSpPr/>
          <p:nvPr/>
        </p:nvSpPr>
        <p:spPr>
          <a:xfrm>
            <a:off x="19410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2</a:t>
            </a:r>
            <a:endParaRPr lang="es-PE" sz="12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91422A05-C8D8-1929-9B8E-9AA7F3A885EC}"/>
              </a:ext>
            </a:extLst>
          </p:cNvPr>
          <p:cNvSpPr/>
          <p:nvPr/>
        </p:nvSpPr>
        <p:spPr>
          <a:xfrm>
            <a:off x="3293634" y="3979820"/>
            <a:ext cx="1214437" cy="646430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D1EE2B23-D0DB-C2F5-1155-C4ED68EC04A3}"/>
              </a:ext>
            </a:extLst>
          </p:cNvPr>
          <p:cNvSpPr/>
          <p:nvPr/>
        </p:nvSpPr>
        <p:spPr>
          <a:xfrm>
            <a:off x="46461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“N”</a:t>
            </a:r>
            <a:endParaRPr lang="es-PE" sz="1200" dirty="0"/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01AB401B-B707-7F8E-2B7C-AFC508333638}"/>
              </a:ext>
            </a:extLst>
          </p:cNvPr>
          <p:cNvSpPr/>
          <p:nvPr/>
        </p:nvSpPr>
        <p:spPr>
          <a:xfrm>
            <a:off x="5860621" y="3662529"/>
            <a:ext cx="390526" cy="13234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1BC64B-000E-41C0-A16F-4D8C800CA3A9}"/>
              </a:ext>
            </a:extLst>
          </p:cNvPr>
          <p:cNvSpPr txBox="1"/>
          <p:nvPr/>
        </p:nvSpPr>
        <p:spPr>
          <a:xfrm>
            <a:off x="6259663" y="3925889"/>
            <a:ext cx="1710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DE MUCHOS CRITERIOS, TENER INDICADORES EN VERDE…</a:t>
            </a:r>
            <a:endParaRPr lang="es-PE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5A1F09A-FA92-36BF-B53F-AC764BCA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958" y="4443424"/>
            <a:ext cx="482833" cy="566631"/>
          </a:xfrm>
          <a:prstGeom prst="rect">
            <a:avLst/>
          </a:prstGeom>
        </p:spPr>
      </p:pic>
      <p:sp>
        <p:nvSpPr>
          <p:cNvPr id="15" name="Cerrar llave 14">
            <a:extLst>
              <a:ext uri="{FF2B5EF4-FFF2-40B4-BE49-F238E27FC236}">
                <a16:creationId xmlns:a16="http://schemas.microsoft.com/office/drawing/2014/main" id="{32DFC4BD-DBB3-4EBF-3E5F-D6B1B39220DC}"/>
              </a:ext>
            </a:extLst>
          </p:cNvPr>
          <p:cNvSpPr/>
          <p:nvPr/>
        </p:nvSpPr>
        <p:spPr>
          <a:xfrm>
            <a:off x="7586663" y="3184681"/>
            <a:ext cx="767466" cy="23480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358E91-C338-FFA0-F41C-9266DF42F24F}"/>
              </a:ext>
            </a:extLst>
          </p:cNvPr>
          <p:cNvSpPr txBox="1"/>
          <p:nvPr/>
        </p:nvSpPr>
        <p:spPr>
          <a:xfrm>
            <a:off x="8442891" y="4214365"/>
            <a:ext cx="3043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EMPRESA CON UN BUEN DESEMPEÑO</a:t>
            </a:r>
          </a:p>
          <a:p>
            <a:r>
              <a:rPr lang="es-ES" sz="1200" dirty="0"/>
              <a:t>EMPRESA CON UNA BUENA “</a:t>
            </a:r>
            <a:r>
              <a:rPr lang="es-ES" sz="1200" i="1" dirty="0"/>
              <a:t>PERFORMANCE</a:t>
            </a:r>
            <a:r>
              <a:rPr lang="es-ES" sz="1200" dirty="0"/>
              <a:t>”</a:t>
            </a:r>
            <a:endParaRPr lang="es-PE" sz="12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2A9D38E-C3FE-E0E5-9593-607FAABDB9D6}"/>
              </a:ext>
            </a:extLst>
          </p:cNvPr>
          <p:cNvSpPr txBox="1"/>
          <p:nvPr/>
        </p:nvSpPr>
        <p:spPr>
          <a:xfrm>
            <a:off x="2829308" y="5272951"/>
            <a:ext cx="214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SITUACIÓN DESEADA</a:t>
            </a:r>
            <a:endParaRPr lang="es-PE" dirty="0"/>
          </a:p>
        </p:txBody>
      </p:sp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EDED37D6-8F93-4F92-C0DB-D0EE6F1DAE03}"/>
              </a:ext>
            </a:extLst>
          </p:cNvPr>
          <p:cNvSpPr/>
          <p:nvPr/>
        </p:nvSpPr>
        <p:spPr>
          <a:xfrm>
            <a:off x="3590380" y="4726739"/>
            <a:ext cx="482833" cy="534891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956031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26A642-59E4-F9FD-DAE0-EE353B79D359}"/>
              </a:ext>
            </a:extLst>
          </p:cNvPr>
          <p:cNvSpPr txBox="1"/>
          <p:nvPr/>
        </p:nvSpPr>
        <p:spPr>
          <a:xfrm>
            <a:off x="1440657" y="1325245"/>
            <a:ext cx="9310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ventas en enero del 2023 han disminuido un 20% en comparación con el mes de enero del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Cada mes me cuesta mucho distribuir mi mercadería vendida a los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highlight>
                  <a:srgbClr val="FF0000"/>
                </a:highlight>
              </a:rPr>
              <a:t>Mis cobranzas son lentas por lo que no puedo cumplir con mis obligaciones financieras.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Tengo demasiados cuellos de botella en mis ventas, es muy complicado vender.</a:t>
            </a:r>
          </a:p>
          <a:p>
            <a:endParaRPr lang="es-PE" sz="1600" dirty="0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45BB48DF-518E-37B8-2124-26CCCAA341B4}"/>
              </a:ext>
            </a:extLst>
          </p:cNvPr>
          <p:cNvSpPr/>
          <p:nvPr/>
        </p:nvSpPr>
        <p:spPr>
          <a:xfrm>
            <a:off x="2025526" y="2522962"/>
            <a:ext cx="2241856" cy="132343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</a:t>
            </a:r>
            <a:endParaRPr lang="es-PE"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3BC4C0E-E7D2-EF11-C07A-C6D7085186D9}"/>
              </a:ext>
            </a:extLst>
          </p:cNvPr>
          <p:cNvSpPr/>
          <p:nvPr/>
        </p:nvSpPr>
        <p:spPr>
          <a:xfrm>
            <a:off x="588534" y="3979820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1</a:t>
            </a:r>
            <a:endParaRPr lang="es-PE" sz="1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2895E184-4967-B00A-C995-02B22D125C81}"/>
              </a:ext>
            </a:extLst>
          </p:cNvPr>
          <p:cNvSpPr/>
          <p:nvPr/>
        </p:nvSpPr>
        <p:spPr>
          <a:xfrm>
            <a:off x="19410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2</a:t>
            </a:r>
            <a:endParaRPr lang="es-PE" sz="12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91422A05-C8D8-1929-9B8E-9AA7F3A885EC}"/>
              </a:ext>
            </a:extLst>
          </p:cNvPr>
          <p:cNvSpPr/>
          <p:nvPr/>
        </p:nvSpPr>
        <p:spPr>
          <a:xfrm>
            <a:off x="3293634" y="3979820"/>
            <a:ext cx="1214437" cy="646430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D1EE2B23-D0DB-C2F5-1155-C4ED68EC04A3}"/>
              </a:ext>
            </a:extLst>
          </p:cNvPr>
          <p:cNvSpPr/>
          <p:nvPr/>
        </p:nvSpPr>
        <p:spPr>
          <a:xfrm>
            <a:off x="46461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“N”</a:t>
            </a:r>
            <a:endParaRPr lang="es-PE" sz="1200" dirty="0"/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01AB401B-B707-7F8E-2B7C-AFC508333638}"/>
              </a:ext>
            </a:extLst>
          </p:cNvPr>
          <p:cNvSpPr/>
          <p:nvPr/>
        </p:nvSpPr>
        <p:spPr>
          <a:xfrm>
            <a:off x="5860621" y="3662529"/>
            <a:ext cx="390526" cy="13234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1BC64B-000E-41C0-A16F-4D8C800CA3A9}"/>
              </a:ext>
            </a:extLst>
          </p:cNvPr>
          <p:cNvSpPr txBox="1"/>
          <p:nvPr/>
        </p:nvSpPr>
        <p:spPr>
          <a:xfrm>
            <a:off x="6259663" y="3925889"/>
            <a:ext cx="1710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DE MUCHOS CRITERIOS, TENER INDICADORES EN VERDE…</a:t>
            </a:r>
            <a:endParaRPr lang="es-PE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5A1F09A-FA92-36BF-B53F-AC764BCA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958" y="4443424"/>
            <a:ext cx="482833" cy="566631"/>
          </a:xfrm>
          <a:prstGeom prst="rect">
            <a:avLst/>
          </a:prstGeom>
        </p:spPr>
      </p:pic>
      <p:sp>
        <p:nvSpPr>
          <p:cNvPr id="15" name="Cerrar llave 14">
            <a:extLst>
              <a:ext uri="{FF2B5EF4-FFF2-40B4-BE49-F238E27FC236}">
                <a16:creationId xmlns:a16="http://schemas.microsoft.com/office/drawing/2014/main" id="{32DFC4BD-DBB3-4EBF-3E5F-D6B1B39220DC}"/>
              </a:ext>
            </a:extLst>
          </p:cNvPr>
          <p:cNvSpPr/>
          <p:nvPr/>
        </p:nvSpPr>
        <p:spPr>
          <a:xfrm>
            <a:off x="7586663" y="3184681"/>
            <a:ext cx="767466" cy="23480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358E91-C338-FFA0-F41C-9266DF42F24F}"/>
              </a:ext>
            </a:extLst>
          </p:cNvPr>
          <p:cNvSpPr txBox="1"/>
          <p:nvPr/>
        </p:nvSpPr>
        <p:spPr>
          <a:xfrm>
            <a:off x="8442891" y="4214365"/>
            <a:ext cx="3043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EMPRESA CON UN BUEN DESEMPEÑO</a:t>
            </a:r>
          </a:p>
          <a:p>
            <a:r>
              <a:rPr lang="es-ES" sz="1200" dirty="0"/>
              <a:t>EMPRESA CON UNA BUENA “</a:t>
            </a:r>
            <a:r>
              <a:rPr lang="es-ES" sz="1200" i="1" dirty="0"/>
              <a:t>PERFORMANCE</a:t>
            </a:r>
            <a:r>
              <a:rPr lang="es-ES" sz="1200" dirty="0"/>
              <a:t>”</a:t>
            </a:r>
            <a:endParaRPr lang="es-PE" sz="1200" dirty="0"/>
          </a:p>
        </p:txBody>
      </p:sp>
      <p:sp>
        <p:nvSpPr>
          <p:cNvPr id="13" name="Nube 12">
            <a:extLst>
              <a:ext uri="{FF2B5EF4-FFF2-40B4-BE49-F238E27FC236}">
                <a16:creationId xmlns:a16="http://schemas.microsoft.com/office/drawing/2014/main" id="{D9BDE9E5-474E-D2C8-14D9-7D98C8967A4B}"/>
              </a:ext>
            </a:extLst>
          </p:cNvPr>
          <p:cNvSpPr/>
          <p:nvPr/>
        </p:nvSpPr>
        <p:spPr>
          <a:xfrm>
            <a:off x="3067780" y="4701656"/>
            <a:ext cx="1578404" cy="884498"/>
          </a:xfrm>
          <a:prstGeom prst="clou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PROBLEMA</a:t>
            </a:r>
            <a:endParaRPr lang="es-PE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74DF20-5978-B6BC-79C7-0731BBA6053C}"/>
              </a:ext>
            </a:extLst>
          </p:cNvPr>
          <p:cNvSpPr txBox="1"/>
          <p:nvPr/>
        </p:nvSpPr>
        <p:spPr>
          <a:xfrm>
            <a:off x="2904062" y="6207772"/>
            <a:ext cx="2011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SITUACIÓN ACTUAL</a:t>
            </a:r>
            <a:endParaRPr lang="es-PE" dirty="0"/>
          </a:p>
        </p:txBody>
      </p:sp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18DB876A-9B81-7CE5-CF7C-8A76B82BC26E}"/>
              </a:ext>
            </a:extLst>
          </p:cNvPr>
          <p:cNvSpPr/>
          <p:nvPr/>
        </p:nvSpPr>
        <p:spPr>
          <a:xfrm>
            <a:off x="3665134" y="5661560"/>
            <a:ext cx="482833" cy="534891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C58E10A-709D-970C-B7A8-6C1513E472BE}"/>
              </a:ext>
            </a:extLst>
          </p:cNvPr>
          <p:cNvSpPr txBox="1"/>
          <p:nvPr/>
        </p:nvSpPr>
        <p:spPr>
          <a:xfrm>
            <a:off x="1532550" y="4959239"/>
            <a:ext cx="92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CAUSAS</a:t>
            </a:r>
            <a:endParaRPr lang="es-PE" dirty="0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1FF65491-3D81-BDA2-3B0E-EEE30D9DDC0A}"/>
              </a:ext>
            </a:extLst>
          </p:cNvPr>
          <p:cNvSpPr/>
          <p:nvPr/>
        </p:nvSpPr>
        <p:spPr>
          <a:xfrm>
            <a:off x="2452969" y="4941280"/>
            <a:ext cx="550440" cy="38729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78376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26A642-59E4-F9FD-DAE0-EE353B79D359}"/>
              </a:ext>
            </a:extLst>
          </p:cNvPr>
          <p:cNvSpPr txBox="1"/>
          <p:nvPr/>
        </p:nvSpPr>
        <p:spPr>
          <a:xfrm>
            <a:off x="1440657" y="1325245"/>
            <a:ext cx="9310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ventas en enero del 2023 han disminuido un 20% en comparación con el mes de enero del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Cada mes me cuesta mucho distribuir mi mercadería vendida a los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highlight>
                  <a:srgbClr val="FF0000"/>
                </a:highlight>
              </a:rPr>
              <a:t>Mis cobranzas son lentas por lo que no puedo cumplir con mis obligaciones financieras.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Tengo demasiados cuellos de botella en mis ventas, es muy complicado vender.</a:t>
            </a:r>
          </a:p>
          <a:p>
            <a:endParaRPr lang="es-PE" sz="1600" dirty="0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45BB48DF-518E-37B8-2124-26CCCAA341B4}"/>
              </a:ext>
            </a:extLst>
          </p:cNvPr>
          <p:cNvSpPr/>
          <p:nvPr/>
        </p:nvSpPr>
        <p:spPr>
          <a:xfrm>
            <a:off x="2025526" y="2522962"/>
            <a:ext cx="2241856" cy="132343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</a:t>
            </a:r>
            <a:endParaRPr lang="es-PE"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3BC4C0E-E7D2-EF11-C07A-C6D7085186D9}"/>
              </a:ext>
            </a:extLst>
          </p:cNvPr>
          <p:cNvSpPr/>
          <p:nvPr/>
        </p:nvSpPr>
        <p:spPr>
          <a:xfrm>
            <a:off x="588534" y="3979820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1</a:t>
            </a:r>
            <a:endParaRPr lang="es-PE" sz="1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2895E184-4967-B00A-C995-02B22D125C81}"/>
              </a:ext>
            </a:extLst>
          </p:cNvPr>
          <p:cNvSpPr/>
          <p:nvPr/>
        </p:nvSpPr>
        <p:spPr>
          <a:xfrm>
            <a:off x="19410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2</a:t>
            </a:r>
            <a:endParaRPr lang="es-PE" sz="12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91422A05-C8D8-1929-9B8E-9AA7F3A885EC}"/>
              </a:ext>
            </a:extLst>
          </p:cNvPr>
          <p:cNvSpPr/>
          <p:nvPr/>
        </p:nvSpPr>
        <p:spPr>
          <a:xfrm>
            <a:off x="3293634" y="3979820"/>
            <a:ext cx="1214437" cy="646430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13" name="Nube 12">
            <a:extLst>
              <a:ext uri="{FF2B5EF4-FFF2-40B4-BE49-F238E27FC236}">
                <a16:creationId xmlns:a16="http://schemas.microsoft.com/office/drawing/2014/main" id="{D9BDE9E5-474E-D2C8-14D9-7D98C8967A4B}"/>
              </a:ext>
            </a:extLst>
          </p:cNvPr>
          <p:cNvSpPr/>
          <p:nvPr/>
        </p:nvSpPr>
        <p:spPr>
          <a:xfrm>
            <a:off x="3067780" y="4701656"/>
            <a:ext cx="1578404" cy="884498"/>
          </a:xfrm>
          <a:prstGeom prst="clou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PROBLEMA</a:t>
            </a:r>
            <a:endParaRPr lang="es-PE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74DF20-5978-B6BC-79C7-0731BBA6053C}"/>
              </a:ext>
            </a:extLst>
          </p:cNvPr>
          <p:cNvSpPr txBox="1"/>
          <p:nvPr/>
        </p:nvSpPr>
        <p:spPr>
          <a:xfrm>
            <a:off x="2904062" y="6207772"/>
            <a:ext cx="2011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SITUACIÓN ACTUAL</a:t>
            </a:r>
            <a:endParaRPr lang="es-PE" dirty="0"/>
          </a:p>
        </p:txBody>
      </p:sp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18DB876A-9B81-7CE5-CF7C-8A76B82BC26E}"/>
              </a:ext>
            </a:extLst>
          </p:cNvPr>
          <p:cNvSpPr/>
          <p:nvPr/>
        </p:nvSpPr>
        <p:spPr>
          <a:xfrm>
            <a:off x="3665134" y="5661560"/>
            <a:ext cx="482833" cy="534891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C58E10A-709D-970C-B7A8-6C1513E472BE}"/>
              </a:ext>
            </a:extLst>
          </p:cNvPr>
          <p:cNvSpPr txBox="1"/>
          <p:nvPr/>
        </p:nvSpPr>
        <p:spPr>
          <a:xfrm>
            <a:off x="1532550" y="4959239"/>
            <a:ext cx="92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CAUSAS</a:t>
            </a:r>
            <a:endParaRPr lang="es-PE" dirty="0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1FF65491-3D81-BDA2-3B0E-EEE30D9DDC0A}"/>
              </a:ext>
            </a:extLst>
          </p:cNvPr>
          <p:cNvSpPr/>
          <p:nvPr/>
        </p:nvSpPr>
        <p:spPr>
          <a:xfrm>
            <a:off x="2452969" y="4941280"/>
            <a:ext cx="550440" cy="38729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Flecha: pentágono 20">
            <a:extLst>
              <a:ext uri="{FF2B5EF4-FFF2-40B4-BE49-F238E27FC236}">
                <a16:creationId xmlns:a16="http://schemas.microsoft.com/office/drawing/2014/main" id="{8E2793E7-E6D9-823E-8221-38520A5BCCCD}"/>
              </a:ext>
            </a:extLst>
          </p:cNvPr>
          <p:cNvSpPr/>
          <p:nvPr/>
        </p:nvSpPr>
        <p:spPr>
          <a:xfrm>
            <a:off x="7460821" y="2705525"/>
            <a:ext cx="1214437" cy="646430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36CE472-B5E9-97F9-5FDB-AF05C7769632}"/>
              </a:ext>
            </a:extLst>
          </p:cNvPr>
          <p:cNvSpPr/>
          <p:nvPr/>
        </p:nvSpPr>
        <p:spPr>
          <a:xfrm>
            <a:off x="7420470" y="3846401"/>
            <a:ext cx="124712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SISTEMAS DE INFORMACIÓN</a:t>
            </a:r>
            <a:endParaRPr lang="es-PE" sz="1200" dirty="0"/>
          </a:p>
        </p:txBody>
      </p:sp>
      <p:sp>
        <p:nvSpPr>
          <p:cNvPr id="23" name="Flecha: hacia arriba 22">
            <a:extLst>
              <a:ext uri="{FF2B5EF4-FFF2-40B4-BE49-F238E27FC236}">
                <a16:creationId xmlns:a16="http://schemas.microsoft.com/office/drawing/2014/main" id="{475C7B03-6539-67F4-8201-D265D1F0F86F}"/>
              </a:ext>
            </a:extLst>
          </p:cNvPr>
          <p:cNvSpPr/>
          <p:nvPr/>
        </p:nvSpPr>
        <p:spPr>
          <a:xfrm>
            <a:off x="7885407" y="3429000"/>
            <a:ext cx="317253" cy="340355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F98094D-EFD9-6480-384B-491EE1977DBB}"/>
              </a:ext>
            </a:extLst>
          </p:cNvPr>
          <p:cNvSpPr/>
          <p:nvPr/>
        </p:nvSpPr>
        <p:spPr>
          <a:xfrm>
            <a:off x="7420470" y="5255247"/>
            <a:ext cx="124712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TECNOLOGÍAS DE INFORMACIÓN</a:t>
            </a:r>
            <a:endParaRPr lang="es-PE" sz="1200" dirty="0"/>
          </a:p>
        </p:txBody>
      </p:sp>
      <p:sp>
        <p:nvSpPr>
          <p:cNvPr id="25" name="Flecha: hacia arriba 24">
            <a:extLst>
              <a:ext uri="{FF2B5EF4-FFF2-40B4-BE49-F238E27FC236}">
                <a16:creationId xmlns:a16="http://schemas.microsoft.com/office/drawing/2014/main" id="{B73BA674-C7FF-3CFA-E48C-78774A63D956}"/>
              </a:ext>
            </a:extLst>
          </p:cNvPr>
          <p:cNvSpPr/>
          <p:nvPr/>
        </p:nvSpPr>
        <p:spPr>
          <a:xfrm>
            <a:off x="7885407" y="4837846"/>
            <a:ext cx="317253" cy="340355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13A572E-A987-A523-BAB2-8C0776020F74}"/>
              </a:ext>
            </a:extLst>
          </p:cNvPr>
          <p:cNvCxnSpPr/>
          <p:nvPr/>
        </p:nvCxnSpPr>
        <p:spPr>
          <a:xfrm flipV="1">
            <a:off x="4508071" y="2857500"/>
            <a:ext cx="2678542" cy="988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A9E57C8-BAC2-6B90-4EFB-BFE24033689F}"/>
              </a:ext>
            </a:extLst>
          </p:cNvPr>
          <p:cNvCxnSpPr/>
          <p:nvPr/>
        </p:nvCxnSpPr>
        <p:spPr>
          <a:xfrm>
            <a:off x="4646184" y="5712447"/>
            <a:ext cx="2540429" cy="495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errar llave 29">
            <a:extLst>
              <a:ext uri="{FF2B5EF4-FFF2-40B4-BE49-F238E27FC236}">
                <a16:creationId xmlns:a16="http://schemas.microsoft.com/office/drawing/2014/main" id="{B4E4595F-AB24-E9F0-2C8E-3106420C99F7}"/>
              </a:ext>
            </a:extLst>
          </p:cNvPr>
          <p:cNvSpPr/>
          <p:nvPr/>
        </p:nvSpPr>
        <p:spPr>
          <a:xfrm>
            <a:off x="8801100" y="2522962"/>
            <a:ext cx="428625" cy="9889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87530764-0415-6572-9AF8-E6C1D1DD10CD}"/>
              </a:ext>
            </a:extLst>
          </p:cNvPr>
          <p:cNvSpPr/>
          <p:nvPr/>
        </p:nvSpPr>
        <p:spPr>
          <a:xfrm>
            <a:off x="8801100" y="3772749"/>
            <a:ext cx="428625" cy="26137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58A3886-3990-2C6D-8881-ECF5A6D9B3B2}"/>
              </a:ext>
            </a:extLst>
          </p:cNvPr>
          <p:cNvSpPr txBox="1"/>
          <p:nvPr/>
        </p:nvSpPr>
        <p:spPr>
          <a:xfrm>
            <a:off x="9229725" y="2847915"/>
            <a:ext cx="2314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ARQUITECTURA DE NEGOCIO</a:t>
            </a:r>
            <a:endParaRPr lang="es-PE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625631A-03B6-CD74-3B31-3B89EB75F79F}"/>
              </a:ext>
            </a:extLst>
          </p:cNvPr>
          <p:cNvSpPr txBox="1"/>
          <p:nvPr/>
        </p:nvSpPr>
        <p:spPr>
          <a:xfrm>
            <a:off x="9229724" y="4925742"/>
            <a:ext cx="2660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ARQUITECTURA DE TECNOLOGÍAS</a:t>
            </a:r>
          </a:p>
          <a:p>
            <a:r>
              <a:rPr lang="es-ES" sz="1400" dirty="0"/>
              <a:t>DE INFORMACIÓN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34907371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26A642-59E4-F9FD-DAE0-EE353B79D359}"/>
              </a:ext>
            </a:extLst>
          </p:cNvPr>
          <p:cNvSpPr txBox="1"/>
          <p:nvPr/>
        </p:nvSpPr>
        <p:spPr>
          <a:xfrm>
            <a:off x="1440657" y="1325245"/>
            <a:ext cx="9310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Las ventas en enero del 2023 han disminuido un 20% en comparación con el mes de enero del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Cada mes me cuesta mucho distribuir mi mercadería vendida a los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highlight>
                  <a:srgbClr val="FF0000"/>
                </a:highlight>
              </a:rPr>
              <a:t>Mis cobranzas son lentas por lo que no puedo cumplir con mis obligaciones financieras.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Tengo demasiados cuellos de botella en mis ventas, es muy complicado vender.</a:t>
            </a:r>
          </a:p>
          <a:p>
            <a:endParaRPr lang="es-PE" sz="1600" dirty="0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45BB48DF-518E-37B8-2124-26CCCAA341B4}"/>
              </a:ext>
            </a:extLst>
          </p:cNvPr>
          <p:cNvSpPr/>
          <p:nvPr/>
        </p:nvSpPr>
        <p:spPr>
          <a:xfrm>
            <a:off x="2025526" y="2522962"/>
            <a:ext cx="2241856" cy="132343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</a:t>
            </a:r>
            <a:endParaRPr lang="es-PE"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13BC4C0E-E7D2-EF11-C07A-C6D7085186D9}"/>
              </a:ext>
            </a:extLst>
          </p:cNvPr>
          <p:cNvSpPr/>
          <p:nvPr/>
        </p:nvSpPr>
        <p:spPr>
          <a:xfrm>
            <a:off x="588534" y="3979820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1</a:t>
            </a:r>
            <a:endParaRPr lang="es-PE" sz="1200" dirty="0"/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2895E184-4967-B00A-C995-02B22D125C81}"/>
              </a:ext>
            </a:extLst>
          </p:cNvPr>
          <p:cNvSpPr/>
          <p:nvPr/>
        </p:nvSpPr>
        <p:spPr>
          <a:xfrm>
            <a:off x="1941084" y="3991141"/>
            <a:ext cx="1214437" cy="64643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PROCESO 2</a:t>
            </a:r>
            <a:endParaRPr lang="es-PE" sz="12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91422A05-C8D8-1929-9B8E-9AA7F3A885EC}"/>
              </a:ext>
            </a:extLst>
          </p:cNvPr>
          <p:cNvSpPr/>
          <p:nvPr/>
        </p:nvSpPr>
        <p:spPr>
          <a:xfrm>
            <a:off x="3293634" y="3979820"/>
            <a:ext cx="1214437" cy="646430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13" name="Nube 12">
            <a:extLst>
              <a:ext uri="{FF2B5EF4-FFF2-40B4-BE49-F238E27FC236}">
                <a16:creationId xmlns:a16="http://schemas.microsoft.com/office/drawing/2014/main" id="{D9BDE9E5-474E-D2C8-14D9-7D98C8967A4B}"/>
              </a:ext>
            </a:extLst>
          </p:cNvPr>
          <p:cNvSpPr/>
          <p:nvPr/>
        </p:nvSpPr>
        <p:spPr>
          <a:xfrm>
            <a:off x="3067780" y="4701656"/>
            <a:ext cx="1578404" cy="884498"/>
          </a:xfrm>
          <a:prstGeom prst="clou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PROBLEMA</a:t>
            </a:r>
            <a:endParaRPr lang="es-PE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74DF20-5978-B6BC-79C7-0731BBA6053C}"/>
              </a:ext>
            </a:extLst>
          </p:cNvPr>
          <p:cNvSpPr txBox="1"/>
          <p:nvPr/>
        </p:nvSpPr>
        <p:spPr>
          <a:xfrm>
            <a:off x="2904062" y="6207772"/>
            <a:ext cx="2011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SITUACIÓN ACTUAL</a:t>
            </a:r>
            <a:endParaRPr lang="es-PE" dirty="0"/>
          </a:p>
        </p:txBody>
      </p:sp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18DB876A-9B81-7CE5-CF7C-8A76B82BC26E}"/>
              </a:ext>
            </a:extLst>
          </p:cNvPr>
          <p:cNvSpPr/>
          <p:nvPr/>
        </p:nvSpPr>
        <p:spPr>
          <a:xfrm>
            <a:off x="3665134" y="5661560"/>
            <a:ext cx="482833" cy="534891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C58E10A-709D-970C-B7A8-6C1513E472BE}"/>
              </a:ext>
            </a:extLst>
          </p:cNvPr>
          <p:cNvSpPr txBox="1"/>
          <p:nvPr/>
        </p:nvSpPr>
        <p:spPr>
          <a:xfrm>
            <a:off x="1532550" y="4959239"/>
            <a:ext cx="92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CAUSAS</a:t>
            </a:r>
            <a:endParaRPr lang="es-PE" dirty="0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1FF65491-3D81-BDA2-3B0E-EEE30D9DDC0A}"/>
              </a:ext>
            </a:extLst>
          </p:cNvPr>
          <p:cNvSpPr/>
          <p:nvPr/>
        </p:nvSpPr>
        <p:spPr>
          <a:xfrm>
            <a:off x="2452969" y="4941280"/>
            <a:ext cx="550440" cy="38729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Flecha: pentágono 20">
            <a:extLst>
              <a:ext uri="{FF2B5EF4-FFF2-40B4-BE49-F238E27FC236}">
                <a16:creationId xmlns:a16="http://schemas.microsoft.com/office/drawing/2014/main" id="{8E2793E7-E6D9-823E-8221-38520A5BCCCD}"/>
              </a:ext>
            </a:extLst>
          </p:cNvPr>
          <p:cNvSpPr/>
          <p:nvPr/>
        </p:nvSpPr>
        <p:spPr>
          <a:xfrm>
            <a:off x="5453630" y="2802637"/>
            <a:ext cx="1214437" cy="646430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COBRANZA</a:t>
            </a:r>
            <a:endParaRPr lang="es-PE" sz="1200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36CE472-B5E9-97F9-5FDB-AF05C7769632}"/>
              </a:ext>
            </a:extLst>
          </p:cNvPr>
          <p:cNvSpPr/>
          <p:nvPr/>
        </p:nvSpPr>
        <p:spPr>
          <a:xfrm>
            <a:off x="5413279" y="3943513"/>
            <a:ext cx="124712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SISTEMAS DE INFORMACIÓN</a:t>
            </a:r>
            <a:endParaRPr lang="es-PE" sz="1200" dirty="0"/>
          </a:p>
        </p:txBody>
      </p:sp>
      <p:sp>
        <p:nvSpPr>
          <p:cNvPr id="23" name="Flecha: hacia arriba 22">
            <a:extLst>
              <a:ext uri="{FF2B5EF4-FFF2-40B4-BE49-F238E27FC236}">
                <a16:creationId xmlns:a16="http://schemas.microsoft.com/office/drawing/2014/main" id="{475C7B03-6539-67F4-8201-D265D1F0F86F}"/>
              </a:ext>
            </a:extLst>
          </p:cNvPr>
          <p:cNvSpPr/>
          <p:nvPr/>
        </p:nvSpPr>
        <p:spPr>
          <a:xfrm>
            <a:off x="5878216" y="3526112"/>
            <a:ext cx="317253" cy="340355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F98094D-EFD9-6480-384B-491EE1977DBB}"/>
              </a:ext>
            </a:extLst>
          </p:cNvPr>
          <p:cNvSpPr/>
          <p:nvPr/>
        </p:nvSpPr>
        <p:spPr>
          <a:xfrm>
            <a:off x="5413279" y="5352359"/>
            <a:ext cx="124712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TECNOLOGÍAS DE INFORMACIÓN</a:t>
            </a:r>
            <a:endParaRPr lang="es-PE" sz="1200" dirty="0"/>
          </a:p>
        </p:txBody>
      </p:sp>
      <p:sp>
        <p:nvSpPr>
          <p:cNvPr id="25" name="Flecha: hacia arriba 24">
            <a:extLst>
              <a:ext uri="{FF2B5EF4-FFF2-40B4-BE49-F238E27FC236}">
                <a16:creationId xmlns:a16="http://schemas.microsoft.com/office/drawing/2014/main" id="{B73BA674-C7FF-3CFA-E48C-78774A63D956}"/>
              </a:ext>
            </a:extLst>
          </p:cNvPr>
          <p:cNvSpPr/>
          <p:nvPr/>
        </p:nvSpPr>
        <p:spPr>
          <a:xfrm>
            <a:off x="5878216" y="4934958"/>
            <a:ext cx="317253" cy="340355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13A572E-A987-A523-BAB2-8C0776020F74}"/>
              </a:ext>
            </a:extLst>
          </p:cNvPr>
          <p:cNvCxnSpPr>
            <a:cxnSpLocks/>
          </p:cNvCxnSpPr>
          <p:nvPr/>
        </p:nvCxnSpPr>
        <p:spPr>
          <a:xfrm flipV="1">
            <a:off x="4508071" y="2849365"/>
            <a:ext cx="771705" cy="99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A9E57C8-BAC2-6B90-4EFB-BFE24033689F}"/>
              </a:ext>
            </a:extLst>
          </p:cNvPr>
          <p:cNvCxnSpPr>
            <a:cxnSpLocks/>
          </p:cNvCxnSpPr>
          <p:nvPr/>
        </p:nvCxnSpPr>
        <p:spPr>
          <a:xfrm>
            <a:off x="4646184" y="5712447"/>
            <a:ext cx="633592" cy="4760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errar llave 29">
            <a:extLst>
              <a:ext uri="{FF2B5EF4-FFF2-40B4-BE49-F238E27FC236}">
                <a16:creationId xmlns:a16="http://schemas.microsoft.com/office/drawing/2014/main" id="{B4E4595F-AB24-E9F0-2C8E-3106420C99F7}"/>
              </a:ext>
            </a:extLst>
          </p:cNvPr>
          <p:cNvSpPr/>
          <p:nvPr/>
        </p:nvSpPr>
        <p:spPr>
          <a:xfrm>
            <a:off x="6793909" y="2620074"/>
            <a:ext cx="428625" cy="9889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87530764-0415-6572-9AF8-E6C1D1DD10CD}"/>
              </a:ext>
            </a:extLst>
          </p:cNvPr>
          <p:cNvSpPr/>
          <p:nvPr/>
        </p:nvSpPr>
        <p:spPr>
          <a:xfrm>
            <a:off x="6793909" y="3869861"/>
            <a:ext cx="428625" cy="26137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58A3886-3990-2C6D-8881-ECF5A6D9B3B2}"/>
              </a:ext>
            </a:extLst>
          </p:cNvPr>
          <p:cNvSpPr txBox="1"/>
          <p:nvPr/>
        </p:nvSpPr>
        <p:spPr>
          <a:xfrm>
            <a:off x="7222534" y="2945027"/>
            <a:ext cx="1859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ARQUITECTURA DE NEGOCIO</a:t>
            </a:r>
            <a:endParaRPr lang="es-PE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625631A-03B6-CD74-3B31-3B89EB75F79F}"/>
              </a:ext>
            </a:extLst>
          </p:cNvPr>
          <p:cNvSpPr txBox="1"/>
          <p:nvPr/>
        </p:nvSpPr>
        <p:spPr>
          <a:xfrm>
            <a:off x="7222533" y="5022854"/>
            <a:ext cx="21339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ARQUITECTURA DE TECNOLOGÍAS</a:t>
            </a:r>
          </a:p>
          <a:p>
            <a:r>
              <a:rPr lang="es-ES" sz="1100" dirty="0"/>
              <a:t>DE INFORMACIÓN</a:t>
            </a:r>
            <a:endParaRPr lang="es-PE" sz="1100" dirty="0"/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0BB81792-9AC0-EFB7-C99E-14AA90B6EE42}"/>
              </a:ext>
            </a:extLst>
          </p:cNvPr>
          <p:cNvSpPr/>
          <p:nvPr/>
        </p:nvSpPr>
        <p:spPr>
          <a:xfrm>
            <a:off x="8934746" y="2522962"/>
            <a:ext cx="850330" cy="40749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DCB53D-B384-70EC-BDEC-D9D99D091A1E}"/>
              </a:ext>
            </a:extLst>
          </p:cNvPr>
          <p:cNvSpPr txBox="1"/>
          <p:nvPr/>
        </p:nvSpPr>
        <p:spPr>
          <a:xfrm>
            <a:off x="9743188" y="4146245"/>
            <a:ext cx="24599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SOLUCIÓN DEL PROBLEMA</a:t>
            </a:r>
          </a:p>
          <a:p>
            <a:pPr algn="ctr"/>
            <a:r>
              <a:rPr lang="es-ES" sz="1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BASADO EN </a:t>
            </a:r>
          </a:p>
          <a:p>
            <a:pPr algn="ctr"/>
            <a:r>
              <a:rPr lang="es-ES" sz="14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ARQUITECTURA EMPRESARIAL</a:t>
            </a:r>
            <a:endParaRPr lang="es-PE" sz="14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18905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8D9CD12-9A00-6CA0-63A3-F67B7089D467}"/>
              </a:ext>
            </a:extLst>
          </p:cNvPr>
          <p:cNvSpPr txBox="1"/>
          <p:nvPr/>
        </p:nvSpPr>
        <p:spPr>
          <a:xfrm>
            <a:off x="2382" y="6282777"/>
            <a:ext cx="392668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PE" sz="1050" dirty="0"/>
          </a:p>
          <a:p>
            <a:r>
              <a:rPr lang="es-PE" sz="1050" dirty="0"/>
              <a:t>  Milani. (2019). Digital Business Analysis. Springer International Publishing AG. https://doi.org/10.1007/978-3-030-05719-0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F52C49-B82F-094E-1F20-AD86CAA917B4}"/>
              </a:ext>
            </a:extLst>
          </p:cNvPr>
          <p:cNvSpPr txBox="1"/>
          <p:nvPr/>
        </p:nvSpPr>
        <p:spPr>
          <a:xfrm>
            <a:off x="45247" y="4466895"/>
            <a:ext cx="119419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El primer paso es definir el problema y luego habrán iteraciones entre la recopilación de datos y la identificación de la causa. No siempre es fácil saber qué datos recopilar cuando se identifican las causas fundamentales, ya que es posible que hayan más datos. Hay que conseguirlos. </a:t>
            </a:r>
          </a:p>
          <a:p>
            <a:endParaRPr lang="es-ES" sz="1400" dirty="0"/>
          </a:p>
          <a:p>
            <a:r>
              <a:rPr lang="es-ES" sz="1400" dirty="0"/>
              <a:t>Puede suceder que la definición del problema deba revisarse y modificarse y el analista debería estar abierto a retroceder y avanzar en este proceso. Es preferible que el paso de la acción de identificación se deje para el final, pero puede ser abordado durante los pasos anteriores. </a:t>
            </a:r>
          </a:p>
          <a:p>
            <a:endParaRPr lang="es-ES" sz="1400" dirty="0"/>
          </a:p>
          <a:p>
            <a:r>
              <a:rPr lang="es-ES" sz="1400" dirty="0"/>
              <a:t>Aunque existen muchos métodos diferentes para realizar un análisis de causa raíz, la mayoría, si no todos, incluyen estos componentes principales enumerados anteriormente. </a:t>
            </a:r>
            <a:endParaRPr lang="es-PE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3C2D6F-421E-B470-2FE3-1700A754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29" y="1075669"/>
            <a:ext cx="3403357" cy="281414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CCC52EE-5CDF-CB0C-D27E-2A34E89C883A}"/>
              </a:ext>
            </a:extLst>
          </p:cNvPr>
          <p:cNvSpPr txBox="1"/>
          <p:nvPr/>
        </p:nvSpPr>
        <p:spPr>
          <a:xfrm>
            <a:off x="2453789" y="3889814"/>
            <a:ext cx="632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Proceso general de análisis de problemas - Componentes del análisis de causa raíz de un problema</a:t>
            </a:r>
          </a:p>
        </p:txBody>
      </p:sp>
    </p:spTree>
    <p:extLst>
      <p:ext uri="{BB962C8B-B14F-4D97-AF65-F5344CB8AC3E}">
        <p14:creationId xmlns:p14="http://schemas.microsoft.com/office/powerpoint/2010/main" val="319813928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0DA0D92-69C8-8CC4-E019-BB7E12B27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614" y="1118934"/>
            <a:ext cx="5984773" cy="531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9E89CF6-DD5B-199A-B12C-FBCDFD7F1002}"/>
              </a:ext>
            </a:extLst>
          </p:cNvPr>
          <p:cNvSpPr txBox="1"/>
          <p:nvPr/>
        </p:nvSpPr>
        <p:spPr>
          <a:xfrm>
            <a:off x="103847" y="1145146"/>
            <a:ext cx="2374817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P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rgbClr val="009D72"/>
                </a:solidFill>
                <a:latin typeface="Solano Gothic MVB Std Cap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s-ES" sz="2400" dirty="0"/>
              <a:t>Método 5W2H</a:t>
            </a:r>
            <a:endParaRPr lang="es-PE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4F05311-A21C-028F-79C3-3C6676BA4304}"/>
              </a:ext>
            </a:extLst>
          </p:cNvPr>
          <p:cNvSpPr txBox="1"/>
          <p:nvPr/>
        </p:nvSpPr>
        <p:spPr>
          <a:xfrm>
            <a:off x="6524872" y="1309019"/>
            <a:ext cx="1771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¿Qué es el problema?</a:t>
            </a:r>
            <a:endParaRPr lang="es-PE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B291282-40AF-4596-9191-2D9CAE0CE975}"/>
              </a:ext>
            </a:extLst>
          </p:cNvPr>
          <p:cNvSpPr txBox="1"/>
          <p:nvPr/>
        </p:nvSpPr>
        <p:spPr>
          <a:xfrm>
            <a:off x="8296832" y="2333218"/>
            <a:ext cx="2090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¿Por qué es un problema?</a:t>
            </a:r>
            <a:endParaRPr lang="es-PE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B432BE8-12E1-62B3-F262-FB91F8654F5E}"/>
              </a:ext>
            </a:extLst>
          </p:cNvPr>
          <p:cNvSpPr txBox="1"/>
          <p:nvPr/>
        </p:nvSpPr>
        <p:spPr>
          <a:xfrm>
            <a:off x="7644755" y="5729401"/>
            <a:ext cx="2677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¿Dónde observamos el problema?</a:t>
            </a:r>
            <a:endParaRPr lang="es-PE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8E6F313-FF16-26BF-9C86-C1A1F7735F5C}"/>
              </a:ext>
            </a:extLst>
          </p:cNvPr>
          <p:cNvSpPr txBox="1"/>
          <p:nvPr/>
        </p:nvSpPr>
        <p:spPr>
          <a:xfrm>
            <a:off x="1768353" y="5883289"/>
            <a:ext cx="2485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¿Quién(es) es(son) afectado(s)?</a:t>
            </a:r>
            <a:endParaRPr lang="es-PE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E4AA141-9772-4CA7-1B0B-156325459D4A}"/>
              </a:ext>
            </a:extLst>
          </p:cNvPr>
          <p:cNvSpPr txBox="1"/>
          <p:nvPr/>
        </p:nvSpPr>
        <p:spPr>
          <a:xfrm>
            <a:off x="8720476" y="3909229"/>
            <a:ext cx="2754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¿Cuándo observamos el problema?</a:t>
            </a:r>
            <a:endParaRPr lang="es-PE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58BFF4D-206B-EBBA-55BE-12CD34E21470}"/>
              </a:ext>
            </a:extLst>
          </p:cNvPr>
          <p:cNvSpPr txBox="1"/>
          <p:nvPr/>
        </p:nvSpPr>
        <p:spPr>
          <a:xfrm>
            <a:off x="672339" y="4257675"/>
            <a:ext cx="2621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¿Cómo observamos el problema?</a:t>
            </a:r>
            <a:endParaRPr lang="es-PE" sz="1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9F916FA-AAF7-9E16-FD51-777A2979B48B}"/>
              </a:ext>
            </a:extLst>
          </p:cNvPr>
          <p:cNvSpPr txBox="1"/>
          <p:nvPr/>
        </p:nvSpPr>
        <p:spPr>
          <a:xfrm>
            <a:off x="964682" y="2452473"/>
            <a:ext cx="260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¿Cuántos defectos encontramos?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42604854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3011001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2251AC-FC60-6FA9-854B-A9A56A000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970" y="1503527"/>
            <a:ext cx="6488060" cy="439102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4FDDF60-D67A-D07E-B8A9-4CE2E0404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456" y="6072835"/>
            <a:ext cx="21145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402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45247" y="-318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Identificación y análisis de problemas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2932420" y="963447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3 Rectángulo">
            <a:extLst>
              <a:ext uri="{FF2B5EF4-FFF2-40B4-BE49-F238E27FC236}">
                <a16:creationId xmlns:a16="http://schemas.microsoft.com/office/drawing/2014/main" id="{1193C49E-3F9A-6BC2-A2A3-AA90C2F640B3}"/>
              </a:ext>
            </a:extLst>
          </p:cNvPr>
          <p:cNvSpPr/>
          <p:nvPr/>
        </p:nvSpPr>
        <p:spPr>
          <a:xfrm>
            <a:off x="332822" y="1325245"/>
            <a:ext cx="97672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b="1" dirty="0"/>
              <a:t>EL PROBLEMA</a:t>
            </a:r>
          </a:p>
          <a:p>
            <a:endParaRPr lang="en-US" sz="1400" dirty="0"/>
          </a:p>
          <a:p>
            <a:r>
              <a:rPr lang="es-PE" sz="1400" b="1" dirty="0"/>
              <a:t>Incidente:</a:t>
            </a:r>
          </a:p>
          <a:p>
            <a:r>
              <a:rPr lang="es-PE" sz="1400" dirty="0"/>
              <a:t>Es un evento que se presenta de manera recurrente en un determinado período de tiempo (usualmente conocido). Ejemplo: Todos los fines de mes, el sistema contable presenta demoras en el tiempo de procesamiento del cierre mensual.</a:t>
            </a:r>
          </a:p>
          <a:p>
            <a:endParaRPr lang="es-PE" sz="1400" dirty="0"/>
          </a:p>
          <a:p>
            <a:r>
              <a:rPr lang="es-PE" sz="1400" b="1" dirty="0"/>
              <a:t>Problema:</a:t>
            </a:r>
          </a:p>
          <a:p>
            <a:r>
              <a:rPr lang="es-PE" sz="1400" dirty="0"/>
              <a:t>Es todo aquello que se convierte en objeto de reflexión y sobre lo cual se percibe la necesidad de conocer, analizar (estudiar) y solucionar(1).</a:t>
            </a:r>
          </a:p>
          <a:p>
            <a:endParaRPr lang="es-PE" sz="1400" dirty="0"/>
          </a:p>
          <a:p>
            <a:r>
              <a:rPr lang="es-PE" sz="1400" dirty="0"/>
              <a:t>Ejemplo: Demora en el procesamiento del cierre mensual.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666E6FD-C8D8-5232-15AE-FCF9A6C519A4}"/>
              </a:ext>
            </a:extLst>
          </p:cNvPr>
          <p:cNvSpPr txBox="1"/>
          <p:nvPr/>
        </p:nvSpPr>
        <p:spPr>
          <a:xfrm>
            <a:off x="297398" y="5798236"/>
            <a:ext cx="2743200" cy="21544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/>
              <a:t>(1) Bernal 2010</a:t>
            </a:r>
          </a:p>
        </p:txBody>
      </p:sp>
    </p:spTree>
    <p:extLst>
      <p:ext uri="{BB962C8B-B14F-4D97-AF65-F5344CB8AC3E}">
        <p14:creationId xmlns:p14="http://schemas.microsoft.com/office/powerpoint/2010/main" val="1918910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D543DA6-E7B4-4713-A3DB-8F209F62A2E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EJERCICIOS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C1DB86-FA67-4F99-B9A9-405BB30552AE}"/>
              </a:ext>
            </a:extLst>
          </p:cNvPr>
          <p:cNvSpPr/>
          <p:nvPr/>
        </p:nvSpPr>
        <p:spPr>
          <a:xfrm>
            <a:off x="1708265" y="946871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251FAAD-8852-B09D-72C9-4AAE28730C70}"/>
              </a:ext>
            </a:extLst>
          </p:cNvPr>
          <p:cNvSpPr txBox="1"/>
          <p:nvPr/>
        </p:nvSpPr>
        <p:spPr>
          <a:xfrm>
            <a:off x="142874" y="1052374"/>
            <a:ext cx="11855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/>
              <a:t>No. 1 – Según lo revisado listar 5 problemas y estructurarlos según las 5W y 2H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641D4C-D0B1-6928-29F1-CAC65C4A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48963" cy="4351338"/>
          </a:xfrm>
        </p:spPr>
        <p:txBody>
          <a:bodyPr>
            <a:normAutofit/>
          </a:bodyPr>
          <a:lstStyle/>
          <a:p>
            <a:r>
              <a:rPr lang="es-ES" sz="2000" dirty="0"/>
              <a:t>Identificar un problema en su restaurante favorito.</a:t>
            </a:r>
          </a:p>
          <a:p>
            <a:endParaRPr lang="es-ES" sz="2000" dirty="0"/>
          </a:p>
          <a:p>
            <a:r>
              <a:rPr lang="es-ES" sz="2000" dirty="0"/>
              <a:t>Identificar un problema en la UPC.</a:t>
            </a:r>
          </a:p>
          <a:p>
            <a:endParaRPr lang="es-ES" sz="2000" dirty="0"/>
          </a:p>
          <a:p>
            <a:r>
              <a:rPr lang="es-ES" sz="2000" dirty="0"/>
              <a:t>Identificar un problema en el tránsito.</a:t>
            </a:r>
          </a:p>
          <a:p>
            <a:endParaRPr lang="es-ES" sz="2000" dirty="0"/>
          </a:p>
          <a:p>
            <a:r>
              <a:rPr lang="es-ES" sz="2000" dirty="0"/>
              <a:t>Identificar un problema en su día a día, según su experiencia personal.</a:t>
            </a:r>
          </a:p>
          <a:p>
            <a:endParaRPr lang="es-ES" sz="2000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0284092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D0E624-920B-4203-9E0E-EFB9DF5F7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rgbClr val="009D72"/>
              </a:buClr>
            </a:pPr>
            <a:r>
              <a:rPr lang="es-PE" sz="1800" dirty="0"/>
              <a:t>Un problema tiene causas.</a:t>
            </a:r>
          </a:p>
          <a:p>
            <a:pPr algn="just">
              <a:buClr>
                <a:srgbClr val="009D72"/>
              </a:buClr>
            </a:pPr>
            <a:endParaRPr lang="es-PE" sz="1800" dirty="0"/>
          </a:p>
          <a:p>
            <a:pPr algn="just">
              <a:buClr>
                <a:srgbClr val="009D72"/>
              </a:buClr>
            </a:pPr>
            <a:r>
              <a:rPr lang="es-PE" sz="1800" dirty="0"/>
              <a:t>Un problema debe ser analizado para identificar sus causas.</a:t>
            </a:r>
          </a:p>
          <a:p>
            <a:pPr algn="just">
              <a:buClr>
                <a:srgbClr val="009D72"/>
              </a:buClr>
            </a:pPr>
            <a:endParaRPr lang="es-PE" sz="1800" dirty="0"/>
          </a:p>
          <a:p>
            <a:pPr algn="just"/>
            <a:r>
              <a:rPr lang="es-PE" sz="1800" dirty="0"/>
              <a:t> ???</a:t>
            </a:r>
          </a:p>
          <a:p>
            <a:pPr algn="just"/>
            <a:endParaRPr lang="es-PE" sz="1800" dirty="0"/>
          </a:p>
          <a:p>
            <a:pPr algn="just"/>
            <a:r>
              <a:rPr lang="es-PE" sz="1800" dirty="0"/>
              <a:t> ???</a:t>
            </a:r>
          </a:p>
          <a:p>
            <a:pPr algn="just"/>
            <a:endParaRPr lang="es-PE" sz="1800" dirty="0"/>
          </a:p>
          <a:p>
            <a:pPr algn="just"/>
            <a:r>
              <a:rPr lang="es-PE" sz="1800" dirty="0"/>
              <a:t> ???</a:t>
            </a:r>
          </a:p>
          <a:p>
            <a:pPr algn="just"/>
            <a:endParaRPr lang="es-PE" sz="1800" dirty="0"/>
          </a:p>
          <a:p>
            <a:pPr algn="just"/>
            <a:endParaRPr lang="es-PE" sz="18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C7F2FF5-9B62-4452-94C2-0210E993C51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342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009D72"/>
                </a:solidFill>
                <a:latin typeface="Solano Gothic MVB Std Cap" panose="02000506030000020004" pitchFamily="50" charset="0"/>
              </a:rPr>
              <a:t>CONCLUSIONES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F67A4D8-1A99-41DD-9879-6ABDDF160189}"/>
              </a:ext>
            </a:extLst>
          </p:cNvPr>
          <p:cNvSpPr/>
          <p:nvPr/>
        </p:nvSpPr>
        <p:spPr>
          <a:xfrm>
            <a:off x="3028447" y="1246909"/>
            <a:ext cx="282633" cy="74815"/>
          </a:xfrm>
          <a:prstGeom prst="rect">
            <a:avLst/>
          </a:prstGeom>
          <a:solidFill>
            <a:srgbClr val="009D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3752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B2CE0CA36E954FA213ED12040B44F1" ma:contentTypeVersion="11" ma:contentTypeDescription="Create a new document." ma:contentTypeScope="" ma:versionID="559d83820419ad196432a27ced504a54">
  <xsd:schema xmlns:xsd="http://www.w3.org/2001/XMLSchema" xmlns:xs="http://www.w3.org/2001/XMLSchema" xmlns:p="http://schemas.microsoft.com/office/2006/metadata/properties" xmlns:ns2="04635621-dc1a-449d-9263-379ef1e0c7af" xmlns:ns3="e7552d2f-a9ff-49a3-97e8-b15d4d12b8a4" targetNamespace="http://schemas.microsoft.com/office/2006/metadata/properties" ma:root="true" ma:fieldsID="4c747997d895b93b9e64d746c09744b0" ns2:_="" ns3:_="">
    <xsd:import namespace="04635621-dc1a-449d-9263-379ef1e0c7af"/>
    <xsd:import namespace="e7552d2f-a9ff-49a3-97e8-b15d4d12b8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35621-dc1a-449d-9263-379ef1e0c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52d2f-a9ff-49a3-97e8-b15d4d12b8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E6CE43-FC6D-467A-98DF-308B87224D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A1AD7D-84A4-4F57-9520-9A5415790336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DBAAF26-68DC-4D8E-A30F-95F73D30E0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635621-dc1a-449d-9263-379ef1e0c7af"/>
    <ds:schemaRef ds:uri="e7552d2f-a9ff-49a3-97e8-b15d4d12b8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4301</TotalTime>
  <Words>4942</Words>
  <Application>Microsoft Office PowerPoint</Application>
  <PresentationFormat>Panorámica</PresentationFormat>
  <Paragraphs>837</Paragraphs>
  <Slides>90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90</vt:i4>
      </vt:variant>
    </vt:vector>
  </HeadingPairs>
  <TitlesOfParts>
    <vt:vector size="96" baseType="lpstr">
      <vt:lpstr>Arial</vt:lpstr>
      <vt:lpstr>Calibri</vt:lpstr>
      <vt:lpstr>Calibri Light</vt:lpstr>
      <vt:lpstr>Solano Gothic MVB MdCap</vt:lpstr>
      <vt:lpstr>Solano Gothic MVB Std Cap</vt:lpstr>
      <vt:lpstr>Tema de Office</vt:lpstr>
      <vt:lpstr>ARQUITECTURA  EMPRESARIAL</vt:lpstr>
      <vt:lpstr>AGENDA</vt:lpstr>
      <vt:lpstr>LOGROS</vt:lpstr>
      <vt:lpstr>Presentación de PowerPoint</vt:lpstr>
      <vt:lpstr>Presentación de PowerPoint</vt:lpstr>
      <vt:lpstr>Presentación de PowerPoint</vt:lpstr>
      <vt:lpstr>COMPETENCIAS</vt:lpstr>
      <vt:lpstr>Presentación de PowerPoint</vt:lpstr>
      <vt:lpstr>RÚBRICAS</vt:lpstr>
      <vt:lpstr>EL TRABAJO FINAL</vt:lpstr>
      <vt:lpstr>EL TRABAJO FINAL</vt:lpstr>
      <vt:lpstr>EL TRABAJO FINAL</vt:lpstr>
      <vt:lpstr>Presentación de PowerPoint</vt:lpstr>
      <vt:lpstr>FEEDBACKs PARA EL TP Y EL TF</vt:lpstr>
      <vt:lpstr>COMENZAMOS </vt:lpstr>
      <vt:lpstr>TRANSFORMACIÓN DIGITAL</vt:lpstr>
      <vt:lpstr>Presentación de PowerPoint</vt:lpstr>
      <vt:lpstr>TRANSFORMACIÓN DIGITAL</vt:lpstr>
      <vt:lpstr>TRANSFORMACIÓN DIGITAL</vt:lpstr>
      <vt:lpstr>TRANSFORMACIÓN DIGITAL</vt:lpstr>
      <vt:lpstr>TRANSFORMACIÓN DIGITAL</vt:lpstr>
      <vt:lpstr>Presentación de PowerPoint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Transformación Digital</vt:lpstr>
      <vt:lpstr>IDENTIFICACIÓN Y ANÁLISIS DE PROBLEMAS DE NEGOCIO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Mafer Burmester</dc:creator>
  <cp:lastModifiedBy>Emilio Herrera Trujillo</cp:lastModifiedBy>
  <cp:revision>76</cp:revision>
  <dcterms:created xsi:type="dcterms:W3CDTF">2018-11-07T18:54:08Z</dcterms:created>
  <dcterms:modified xsi:type="dcterms:W3CDTF">2023-08-11T16:11:45Z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0x0101003EB2CE0CA36E954FA213ED12040B44F1</vt:lpwstr>
  </property>
</Properties>
</file>