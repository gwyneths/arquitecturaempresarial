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81" r:id="rId6"/>
    <p:sldId id="282" r:id="rId7"/>
    <p:sldId id="283" r:id="rId8"/>
    <p:sldId id="330" r:id="rId9"/>
    <p:sldId id="332" r:id="rId10"/>
    <p:sldId id="334" r:id="rId11"/>
    <p:sldId id="336" r:id="rId12"/>
    <p:sldId id="339" r:id="rId13"/>
    <p:sldId id="340" r:id="rId14"/>
    <p:sldId id="341" r:id="rId15"/>
    <p:sldId id="342" r:id="rId16"/>
    <p:sldId id="270" r:id="rId1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D72"/>
    <a:srgbClr val="8AB2A5"/>
    <a:srgbClr val="006E4F"/>
    <a:srgbClr val="535353"/>
    <a:srgbClr val="0091CB"/>
    <a:srgbClr val="006178"/>
    <a:srgbClr val="007DA1"/>
    <a:srgbClr val="AEAEAE"/>
    <a:srgbClr val="50BCE2"/>
    <a:srgbClr val="0E74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ED161-531E-47E5-9AA7-D05B3D16832E}" v="28" dt="2023-08-11T18:40:53.60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29" autoAdjust="0"/>
    <p:restoredTop sz="94660"/>
  </p:normalViewPr>
  <p:slideViewPr>
    <p:cSldViewPr snapToGrid="0">
      <p:cViewPr varScale="1">
        <p:scale>
          <a:sx n="69" d="100"/>
          <a:sy n="69" d="100"/>
        </p:scale>
        <p:origin x="63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CSIEHER (HERRERA TRUJILLO, EMILIO ANTONIO)" userId="c2439461-86f4-408f-a81b-719e8ff0266f" providerId="ADAL" clId="{0BB442F5-2EEF-4885-83FC-71915CCE4A71}"/>
    <pc:docChg chg="delSld">
      <pc:chgData name="PCSIEHER (HERRERA TRUJILLO, EMILIO ANTONIO)" userId="c2439461-86f4-408f-a81b-719e8ff0266f" providerId="ADAL" clId="{0BB442F5-2EEF-4885-83FC-71915CCE4A71}" dt="2023-08-11T18:43:38.340" v="4" actId="47"/>
      <pc:docMkLst>
        <pc:docMk/>
      </pc:docMkLst>
      <pc:sldChg chg="del">
        <pc:chgData name="PCSIEHER (HERRERA TRUJILLO, EMILIO ANTONIO)" userId="c2439461-86f4-408f-a81b-719e8ff0266f" providerId="ADAL" clId="{0BB442F5-2EEF-4885-83FC-71915CCE4A71}" dt="2023-08-11T18:43:27.827" v="0" actId="47"/>
        <pc:sldMkLst>
          <pc:docMk/>
          <pc:sldMk cId="1697758598" sldId="329"/>
        </pc:sldMkLst>
      </pc:sldChg>
      <pc:sldChg chg="del">
        <pc:chgData name="PCSIEHER (HERRERA TRUJILLO, EMILIO ANTONIO)" userId="c2439461-86f4-408f-a81b-719e8ff0266f" providerId="ADAL" clId="{0BB442F5-2EEF-4885-83FC-71915CCE4A71}" dt="2023-08-11T18:43:32.006" v="1" actId="47"/>
        <pc:sldMkLst>
          <pc:docMk/>
          <pc:sldMk cId="3679847896" sldId="331"/>
        </pc:sldMkLst>
      </pc:sldChg>
      <pc:sldChg chg="del">
        <pc:chgData name="PCSIEHER (HERRERA TRUJILLO, EMILIO ANTONIO)" userId="c2439461-86f4-408f-a81b-719e8ff0266f" providerId="ADAL" clId="{0BB442F5-2EEF-4885-83FC-71915CCE4A71}" dt="2023-08-11T18:43:34.062" v="2" actId="47"/>
        <pc:sldMkLst>
          <pc:docMk/>
          <pc:sldMk cId="3421933027" sldId="333"/>
        </pc:sldMkLst>
      </pc:sldChg>
      <pc:sldChg chg="del">
        <pc:chgData name="PCSIEHER (HERRERA TRUJILLO, EMILIO ANTONIO)" userId="c2439461-86f4-408f-a81b-719e8ff0266f" providerId="ADAL" clId="{0BB442F5-2EEF-4885-83FC-71915CCE4A71}" dt="2023-08-11T18:43:36.037" v="3" actId="47"/>
        <pc:sldMkLst>
          <pc:docMk/>
          <pc:sldMk cId="2442385959" sldId="335"/>
        </pc:sldMkLst>
      </pc:sldChg>
      <pc:sldChg chg="del">
        <pc:chgData name="PCSIEHER (HERRERA TRUJILLO, EMILIO ANTONIO)" userId="c2439461-86f4-408f-a81b-719e8ff0266f" providerId="ADAL" clId="{0BB442F5-2EEF-4885-83FC-71915CCE4A71}" dt="2023-08-11T18:43:38.340" v="4" actId="47"/>
        <pc:sldMkLst>
          <pc:docMk/>
          <pc:sldMk cId="3977065941" sldId="337"/>
        </pc:sldMkLst>
      </pc:sldChg>
    </pc:docChg>
  </pc:docChgLst>
  <pc:docChgLst>
    <pc:chgData name="PCSIEHER (HERRERA TRUJILLO, EMILIO ANTONIO)" userId="c2439461-86f4-408f-a81b-719e8ff0266f" providerId="ADAL" clId="{8C9ED161-531E-47E5-9AA7-D05B3D16832E}"/>
    <pc:docChg chg="custSel addSld delSld modSld">
      <pc:chgData name="PCSIEHER (HERRERA TRUJILLO, EMILIO ANTONIO)" userId="c2439461-86f4-408f-a81b-719e8ff0266f" providerId="ADAL" clId="{8C9ED161-531E-47E5-9AA7-D05B3D16832E}" dt="2023-08-11T18:42:31.597" v="4147" actId="1076"/>
      <pc:docMkLst>
        <pc:docMk/>
      </pc:docMkLst>
      <pc:sldChg chg="modSp mod">
        <pc:chgData name="PCSIEHER (HERRERA TRUJILLO, EMILIO ANTONIO)" userId="c2439461-86f4-408f-a81b-719e8ff0266f" providerId="ADAL" clId="{8C9ED161-531E-47E5-9AA7-D05B3D16832E}" dt="2023-08-11T17:51:14.192" v="29" actId="20577"/>
        <pc:sldMkLst>
          <pc:docMk/>
          <pc:sldMk cId="2288737760" sldId="256"/>
        </pc:sldMkLst>
        <pc:spChg chg="mod">
          <ac:chgData name="PCSIEHER (HERRERA TRUJILLO, EMILIO ANTONIO)" userId="c2439461-86f4-408f-a81b-719e8ff0266f" providerId="ADAL" clId="{8C9ED161-531E-47E5-9AA7-D05B3D16832E}" dt="2023-08-11T17:51:14.192" v="29" actId="20577"/>
          <ac:spMkLst>
            <pc:docMk/>
            <pc:sldMk cId="2288737760" sldId="256"/>
            <ac:spMk id="3" creationId="{CF2085F7-CAA4-405B-97ED-17A87A66D67D}"/>
          </ac:spMkLst>
        </pc:spChg>
      </pc:sldChg>
      <pc:sldChg chg="addSp delSp modSp mod">
        <pc:chgData name="PCSIEHER (HERRERA TRUJILLO, EMILIO ANTONIO)" userId="c2439461-86f4-408f-a81b-719e8ff0266f" providerId="ADAL" clId="{8C9ED161-531E-47E5-9AA7-D05B3D16832E}" dt="2023-08-11T18:40:52.090" v="4078" actId="21"/>
        <pc:sldMkLst>
          <pc:docMk/>
          <pc:sldMk cId="230375258" sldId="270"/>
        </pc:sldMkLst>
        <pc:spChg chg="add del mod">
          <ac:chgData name="PCSIEHER (HERRERA TRUJILLO, EMILIO ANTONIO)" userId="c2439461-86f4-408f-a81b-719e8ff0266f" providerId="ADAL" clId="{8C9ED161-531E-47E5-9AA7-D05B3D16832E}" dt="2023-08-11T18:40:52.090" v="4078" actId="21"/>
          <ac:spMkLst>
            <pc:docMk/>
            <pc:sldMk cId="230375258" sldId="270"/>
            <ac:spMk id="2" creationId="{03D546E4-693E-CE75-269C-21151AE110CF}"/>
          </ac:spMkLst>
        </pc:spChg>
      </pc:sldChg>
      <pc:sldChg chg="modSp mod">
        <pc:chgData name="PCSIEHER (HERRERA TRUJILLO, EMILIO ANTONIO)" userId="c2439461-86f4-408f-a81b-719e8ff0266f" providerId="ADAL" clId="{8C9ED161-531E-47E5-9AA7-D05B3D16832E}" dt="2023-08-11T17:51:24.186" v="39" actId="20577"/>
        <pc:sldMkLst>
          <pc:docMk/>
          <pc:sldMk cId="1667273690" sldId="281"/>
        </pc:sldMkLst>
        <pc:spChg chg="mod">
          <ac:chgData name="PCSIEHER (HERRERA TRUJILLO, EMILIO ANTONIO)" userId="c2439461-86f4-408f-a81b-719e8ff0266f" providerId="ADAL" clId="{8C9ED161-531E-47E5-9AA7-D05B3D16832E}" dt="2023-08-11T17:51:24.186" v="39" actId="20577"/>
          <ac:spMkLst>
            <pc:docMk/>
            <pc:sldMk cId="1667273690" sldId="281"/>
            <ac:spMk id="6" creationId="{D1920445-2224-41CF-9436-C0A0A7CBF3A4}"/>
          </ac:spMkLst>
        </pc:spChg>
      </pc:sldChg>
      <pc:sldChg chg="modSp mod">
        <pc:chgData name="PCSIEHER (HERRERA TRUJILLO, EMILIO ANTONIO)" userId="c2439461-86f4-408f-a81b-719e8ff0266f" providerId="ADAL" clId="{8C9ED161-531E-47E5-9AA7-D05B3D16832E}" dt="2023-08-11T17:51:36.250" v="79" actId="20577"/>
        <pc:sldMkLst>
          <pc:docMk/>
          <pc:sldMk cId="4112524396" sldId="282"/>
        </pc:sldMkLst>
        <pc:spChg chg="mod">
          <ac:chgData name="PCSIEHER (HERRERA TRUJILLO, EMILIO ANTONIO)" userId="c2439461-86f4-408f-a81b-719e8ff0266f" providerId="ADAL" clId="{8C9ED161-531E-47E5-9AA7-D05B3D16832E}" dt="2023-08-11T17:51:36.250" v="79" actId="20577"/>
          <ac:spMkLst>
            <pc:docMk/>
            <pc:sldMk cId="4112524396" sldId="282"/>
            <ac:spMk id="6" creationId="{D1920445-2224-41CF-9436-C0A0A7CBF3A4}"/>
          </ac:spMkLst>
        </pc:spChg>
      </pc:sldChg>
      <pc:sldChg chg="addSp delSp modSp mod">
        <pc:chgData name="PCSIEHER (HERRERA TRUJILLO, EMILIO ANTONIO)" userId="c2439461-86f4-408f-a81b-719e8ff0266f" providerId="ADAL" clId="{8C9ED161-531E-47E5-9AA7-D05B3D16832E}" dt="2023-08-11T18:09:33.474" v="2030"/>
        <pc:sldMkLst>
          <pc:docMk/>
          <pc:sldMk cId="4089982804" sldId="283"/>
        </pc:sldMkLst>
        <pc:spChg chg="add mod">
          <ac:chgData name="PCSIEHER (HERRERA TRUJILLO, EMILIO ANTONIO)" userId="c2439461-86f4-408f-a81b-719e8ff0266f" providerId="ADAL" clId="{8C9ED161-531E-47E5-9AA7-D05B3D16832E}" dt="2023-08-11T18:09:33.474" v="2030"/>
          <ac:spMkLst>
            <pc:docMk/>
            <pc:sldMk cId="4089982804" sldId="283"/>
            <ac:spMk id="2" creationId="{D724EF13-434E-AB81-435E-555A730DBE2A}"/>
          </ac:spMkLst>
        </pc:spChg>
        <pc:spChg chg="mod">
          <ac:chgData name="PCSIEHER (HERRERA TRUJILLO, EMILIO ANTONIO)" userId="c2439461-86f4-408f-a81b-719e8ff0266f" providerId="ADAL" clId="{8C9ED161-531E-47E5-9AA7-D05B3D16832E}" dt="2023-08-11T17:52:11.535" v="94" actId="20577"/>
          <ac:spMkLst>
            <pc:docMk/>
            <pc:sldMk cId="4089982804" sldId="283"/>
            <ac:spMk id="4" creationId="{2588C7D1-F78D-4230-AAE0-F183065FA15F}"/>
          </ac:spMkLst>
        </pc:spChg>
        <pc:spChg chg="del">
          <ac:chgData name="PCSIEHER (HERRERA TRUJILLO, EMILIO ANTONIO)" userId="c2439461-86f4-408f-a81b-719e8ff0266f" providerId="ADAL" clId="{8C9ED161-531E-47E5-9AA7-D05B3D16832E}" dt="2023-08-11T17:51:57.424" v="80" actId="478"/>
          <ac:spMkLst>
            <pc:docMk/>
            <pc:sldMk cId="4089982804" sldId="283"/>
            <ac:spMk id="5" creationId="{71515433-BA99-4B15-90B4-2CFB93914541}"/>
          </ac:spMkLst>
        </pc:spChg>
        <pc:spChg chg="mod">
          <ac:chgData name="PCSIEHER (HERRERA TRUJILLO, EMILIO ANTONIO)" userId="c2439461-86f4-408f-a81b-719e8ff0266f" providerId="ADAL" clId="{8C9ED161-531E-47E5-9AA7-D05B3D16832E}" dt="2023-08-11T18:05:27.302" v="1938" actId="20577"/>
          <ac:spMkLst>
            <pc:docMk/>
            <pc:sldMk cId="4089982804" sldId="283"/>
            <ac:spMk id="6" creationId="{2F230DB2-8DA9-EA49-EEC1-C91E5F2B5C9C}"/>
          </ac:spMkLst>
        </pc:spChg>
      </pc:sldChg>
      <pc:sldChg chg="del">
        <pc:chgData name="PCSIEHER (HERRERA TRUJILLO, EMILIO ANTONIO)" userId="c2439461-86f4-408f-a81b-719e8ff0266f" providerId="ADAL" clId="{8C9ED161-531E-47E5-9AA7-D05B3D16832E}" dt="2023-08-11T18:20:12.288" v="2590" actId="47"/>
        <pc:sldMkLst>
          <pc:docMk/>
          <pc:sldMk cId="345235176" sldId="286"/>
        </pc:sldMkLst>
      </pc:sldChg>
      <pc:sldChg chg="del">
        <pc:chgData name="PCSIEHER (HERRERA TRUJILLO, EMILIO ANTONIO)" userId="c2439461-86f4-408f-a81b-719e8ff0266f" providerId="ADAL" clId="{8C9ED161-531E-47E5-9AA7-D05B3D16832E}" dt="2023-08-11T18:20:12.288" v="2590" actId="47"/>
        <pc:sldMkLst>
          <pc:docMk/>
          <pc:sldMk cId="1695475370" sldId="287"/>
        </pc:sldMkLst>
      </pc:sldChg>
      <pc:sldChg chg="del">
        <pc:chgData name="PCSIEHER (HERRERA TRUJILLO, EMILIO ANTONIO)" userId="c2439461-86f4-408f-a81b-719e8ff0266f" providerId="ADAL" clId="{8C9ED161-531E-47E5-9AA7-D05B3D16832E}" dt="2023-08-11T18:20:12.288" v="2590" actId="47"/>
        <pc:sldMkLst>
          <pc:docMk/>
          <pc:sldMk cId="1610746066" sldId="288"/>
        </pc:sldMkLst>
      </pc:sldChg>
      <pc:sldChg chg="del">
        <pc:chgData name="PCSIEHER (HERRERA TRUJILLO, EMILIO ANTONIO)" userId="c2439461-86f4-408f-a81b-719e8ff0266f" providerId="ADAL" clId="{8C9ED161-531E-47E5-9AA7-D05B3D16832E}" dt="2023-08-11T18:20:12.288" v="2590" actId="47"/>
        <pc:sldMkLst>
          <pc:docMk/>
          <pc:sldMk cId="1995260138" sldId="289"/>
        </pc:sldMkLst>
      </pc:sldChg>
      <pc:sldChg chg="del">
        <pc:chgData name="PCSIEHER (HERRERA TRUJILLO, EMILIO ANTONIO)" userId="c2439461-86f4-408f-a81b-719e8ff0266f" providerId="ADAL" clId="{8C9ED161-531E-47E5-9AA7-D05B3D16832E}" dt="2023-08-11T18:20:12.288" v="2590" actId="47"/>
        <pc:sldMkLst>
          <pc:docMk/>
          <pc:sldMk cId="1172831578" sldId="291"/>
        </pc:sldMkLst>
      </pc:sldChg>
      <pc:sldChg chg="del">
        <pc:chgData name="PCSIEHER (HERRERA TRUJILLO, EMILIO ANTONIO)" userId="c2439461-86f4-408f-a81b-719e8ff0266f" providerId="ADAL" clId="{8C9ED161-531E-47E5-9AA7-D05B3D16832E}" dt="2023-08-11T18:20:12.288" v="2590" actId="47"/>
        <pc:sldMkLst>
          <pc:docMk/>
          <pc:sldMk cId="1121704813" sldId="292"/>
        </pc:sldMkLst>
      </pc:sldChg>
      <pc:sldChg chg="del">
        <pc:chgData name="PCSIEHER (HERRERA TRUJILLO, EMILIO ANTONIO)" userId="c2439461-86f4-408f-a81b-719e8ff0266f" providerId="ADAL" clId="{8C9ED161-531E-47E5-9AA7-D05B3D16832E}" dt="2023-08-11T18:20:12.288" v="2590" actId="47"/>
        <pc:sldMkLst>
          <pc:docMk/>
          <pc:sldMk cId="3706678102" sldId="293"/>
        </pc:sldMkLst>
      </pc:sldChg>
      <pc:sldChg chg="del">
        <pc:chgData name="PCSIEHER (HERRERA TRUJILLO, EMILIO ANTONIO)" userId="c2439461-86f4-408f-a81b-719e8ff0266f" providerId="ADAL" clId="{8C9ED161-531E-47E5-9AA7-D05B3D16832E}" dt="2023-08-11T18:20:20.452" v="2591" actId="47"/>
        <pc:sldMkLst>
          <pc:docMk/>
          <pc:sldMk cId="4261334561" sldId="294"/>
        </pc:sldMkLst>
      </pc:sldChg>
      <pc:sldChg chg="del">
        <pc:chgData name="PCSIEHER (HERRERA TRUJILLO, EMILIO ANTONIO)" userId="c2439461-86f4-408f-a81b-719e8ff0266f" providerId="ADAL" clId="{8C9ED161-531E-47E5-9AA7-D05B3D16832E}" dt="2023-08-11T18:20:20.452" v="2591" actId="47"/>
        <pc:sldMkLst>
          <pc:docMk/>
          <pc:sldMk cId="2083802534" sldId="295"/>
        </pc:sldMkLst>
      </pc:sldChg>
      <pc:sldChg chg="del">
        <pc:chgData name="PCSIEHER (HERRERA TRUJILLO, EMILIO ANTONIO)" userId="c2439461-86f4-408f-a81b-719e8ff0266f" providerId="ADAL" clId="{8C9ED161-531E-47E5-9AA7-D05B3D16832E}" dt="2023-08-11T18:20:20.452" v="2591" actId="47"/>
        <pc:sldMkLst>
          <pc:docMk/>
          <pc:sldMk cId="3450429283" sldId="296"/>
        </pc:sldMkLst>
      </pc:sldChg>
      <pc:sldChg chg="del">
        <pc:chgData name="PCSIEHER (HERRERA TRUJILLO, EMILIO ANTONIO)" userId="c2439461-86f4-408f-a81b-719e8ff0266f" providerId="ADAL" clId="{8C9ED161-531E-47E5-9AA7-D05B3D16832E}" dt="2023-08-11T18:20:20.452" v="2591" actId="47"/>
        <pc:sldMkLst>
          <pc:docMk/>
          <pc:sldMk cId="3241243282" sldId="297"/>
        </pc:sldMkLst>
      </pc:sldChg>
      <pc:sldChg chg="del">
        <pc:chgData name="PCSIEHER (HERRERA TRUJILLO, EMILIO ANTONIO)" userId="c2439461-86f4-408f-a81b-719e8ff0266f" providerId="ADAL" clId="{8C9ED161-531E-47E5-9AA7-D05B3D16832E}" dt="2023-08-11T18:20:20.452" v="2591" actId="47"/>
        <pc:sldMkLst>
          <pc:docMk/>
          <pc:sldMk cId="427885628" sldId="298"/>
        </pc:sldMkLst>
      </pc:sldChg>
      <pc:sldChg chg="del">
        <pc:chgData name="PCSIEHER (HERRERA TRUJILLO, EMILIO ANTONIO)" userId="c2439461-86f4-408f-a81b-719e8ff0266f" providerId="ADAL" clId="{8C9ED161-531E-47E5-9AA7-D05B3D16832E}" dt="2023-08-11T18:20:20.452" v="2591" actId="47"/>
        <pc:sldMkLst>
          <pc:docMk/>
          <pc:sldMk cId="3102339460" sldId="299"/>
        </pc:sldMkLst>
      </pc:sldChg>
      <pc:sldChg chg="del">
        <pc:chgData name="PCSIEHER (HERRERA TRUJILLO, EMILIO ANTONIO)" userId="c2439461-86f4-408f-a81b-719e8ff0266f" providerId="ADAL" clId="{8C9ED161-531E-47E5-9AA7-D05B3D16832E}" dt="2023-08-11T18:21:02.304" v="2595" actId="47"/>
        <pc:sldMkLst>
          <pc:docMk/>
          <pc:sldMk cId="490867371" sldId="300"/>
        </pc:sldMkLst>
      </pc:sldChg>
      <pc:sldChg chg="del">
        <pc:chgData name="PCSIEHER (HERRERA TRUJILLO, EMILIO ANTONIO)" userId="c2439461-86f4-408f-a81b-719e8ff0266f" providerId="ADAL" clId="{8C9ED161-531E-47E5-9AA7-D05B3D16832E}" dt="2023-08-11T18:21:06.475" v="2596" actId="47"/>
        <pc:sldMkLst>
          <pc:docMk/>
          <pc:sldMk cId="3867121197" sldId="301"/>
        </pc:sldMkLst>
      </pc:sldChg>
      <pc:sldChg chg="del">
        <pc:chgData name="PCSIEHER (HERRERA TRUJILLO, EMILIO ANTONIO)" userId="c2439461-86f4-408f-a81b-719e8ff0266f" providerId="ADAL" clId="{8C9ED161-531E-47E5-9AA7-D05B3D16832E}" dt="2023-08-11T18:21:06.475" v="2596" actId="47"/>
        <pc:sldMkLst>
          <pc:docMk/>
          <pc:sldMk cId="2107494099" sldId="302"/>
        </pc:sldMkLst>
      </pc:sldChg>
      <pc:sldChg chg="del">
        <pc:chgData name="PCSIEHER (HERRERA TRUJILLO, EMILIO ANTONIO)" userId="c2439461-86f4-408f-a81b-719e8ff0266f" providerId="ADAL" clId="{8C9ED161-531E-47E5-9AA7-D05B3D16832E}" dt="2023-08-11T18:29:16.423" v="3416" actId="47"/>
        <pc:sldMkLst>
          <pc:docMk/>
          <pc:sldMk cId="1873520187" sldId="303"/>
        </pc:sldMkLst>
      </pc:sldChg>
      <pc:sldChg chg="del">
        <pc:chgData name="PCSIEHER (HERRERA TRUJILLO, EMILIO ANTONIO)" userId="c2439461-86f4-408f-a81b-719e8ff0266f" providerId="ADAL" clId="{8C9ED161-531E-47E5-9AA7-D05B3D16832E}" dt="2023-08-11T18:33:47.191" v="4019" actId="47"/>
        <pc:sldMkLst>
          <pc:docMk/>
          <pc:sldMk cId="2914984164" sldId="304"/>
        </pc:sldMkLst>
      </pc:sldChg>
      <pc:sldChg chg="del">
        <pc:chgData name="PCSIEHER (HERRERA TRUJILLO, EMILIO ANTONIO)" userId="c2439461-86f4-408f-a81b-719e8ff0266f" providerId="ADAL" clId="{8C9ED161-531E-47E5-9AA7-D05B3D16832E}" dt="2023-08-11T18:28:10.939" v="3376" actId="47"/>
        <pc:sldMkLst>
          <pc:docMk/>
          <pc:sldMk cId="3602232711" sldId="305"/>
        </pc:sldMkLst>
      </pc:sldChg>
      <pc:sldChg chg="del">
        <pc:chgData name="PCSIEHER (HERRERA TRUJILLO, EMILIO ANTONIO)" userId="c2439461-86f4-408f-a81b-719e8ff0266f" providerId="ADAL" clId="{8C9ED161-531E-47E5-9AA7-D05B3D16832E}" dt="2023-08-11T18:28:10.939" v="3376" actId="47"/>
        <pc:sldMkLst>
          <pc:docMk/>
          <pc:sldMk cId="2902720608" sldId="306"/>
        </pc:sldMkLst>
      </pc:sldChg>
      <pc:sldChg chg="del">
        <pc:chgData name="PCSIEHER (HERRERA TRUJILLO, EMILIO ANTONIO)" userId="c2439461-86f4-408f-a81b-719e8ff0266f" providerId="ADAL" clId="{8C9ED161-531E-47E5-9AA7-D05B3D16832E}" dt="2023-08-11T18:28:18.396" v="3377" actId="47"/>
        <pc:sldMkLst>
          <pc:docMk/>
          <pc:sldMk cId="3190732665" sldId="307"/>
        </pc:sldMkLst>
      </pc:sldChg>
      <pc:sldChg chg="del">
        <pc:chgData name="PCSIEHER (HERRERA TRUJILLO, EMILIO ANTONIO)" userId="c2439461-86f4-408f-a81b-719e8ff0266f" providerId="ADAL" clId="{8C9ED161-531E-47E5-9AA7-D05B3D16832E}" dt="2023-08-11T18:33:47.191" v="4019" actId="47"/>
        <pc:sldMkLst>
          <pc:docMk/>
          <pc:sldMk cId="6450418" sldId="308"/>
        </pc:sldMkLst>
      </pc:sldChg>
      <pc:sldChg chg="del">
        <pc:chgData name="PCSIEHER (HERRERA TRUJILLO, EMILIO ANTONIO)" userId="c2439461-86f4-408f-a81b-719e8ff0266f" providerId="ADAL" clId="{8C9ED161-531E-47E5-9AA7-D05B3D16832E}" dt="2023-08-11T18:28:18.396" v="3377" actId="47"/>
        <pc:sldMkLst>
          <pc:docMk/>
          <pc:sldMk cId="1355987675" sldId="309"/>
        </pc:sldMkLst>
      </pc:sldChg>
      <pc:sldChg chg="del">
        <pc:chgData name="PCSIEHER (HERRERA TRUJILLO, EMILIO ANTONIO)" userId="c2439461-86f4-408f-a81b-719e8ff0266f" providerId="ADAL" clId="{8C9ED161-531E-47E5-9AA7-D05B3D16832E}" dt="2023-08-11T18:28:18.396" v="3377" actId="47"/>
        <pc:sldMkLst>
          <pc:docMk/>
          <pc:sldMk cId="4107518765" sldId="310"/>
        </pc:sldMkLst>
      </pc:sldChg>
      <pc:sldChg chg="del">
        <pc:chgData name="PCSIEHER (HERRERA TRUJILLO, EMILIO ANTONIO)" userId="c2439461-86f4-408f-a81b-719e8ff0266f" providerId="ADAL" clId="{8C9ED161-531E-47E5-9AA7-D05B3D16832E}" dt="2023-08-11T18:33:47.191" v="4019" actId="47"/>
        <pc:sldMkLst>
          <pc:docMk/>
          <pc:sldMk cId="1480915646" sldId="311"/>
        </pc:sldMkLst>
      </pc:sldChg>
      <pc:sldChg chg="del">
        <pc:chgData name="PCSIEHER (HERRERA TRUJILLO, EMILIO ANTONIO)" userId="c2439461-86f4-408f-a81b-719e8ff0266f" providerId="ADAL" clId="{8C9ED161-531E-47E5-9AA7-D05B3D16832E}" dt="2023-08-11T18:33:47.191" v="4019" actId="47"/>
        <pc:sldMkLst>
          <pc:docMk/>
          <pc:sldMk cId="1824084751" sldId="312"/>
        </pc:sldMkLst>
      </pc:sldChg>
      <pc:sldChg chg="del">
        <pc:chgData name="PCSIEHER (HERRERA TRUJILLO, EMILIO ANTONIO)" userId="c2439461-86f4-408f-a81b-719e8ff0266f" providerId="ADAL" clId="{8C9ED161-531E-47E5-9AA7-D05B3D16832E}" dt="2023-08-11T18:33:47.191" v="4019" actId="47"/>
        <pc:sldMkLst>
          <pc:docMk/>
          <pc:sldMk cId="2982133611" sldId="313"/>
        </pc:sldMkLst>
      </pc:sldChg>
      <pc:sldChg chg="del">
        <pc:chgData name="PCSIEHER (HERRERA TRUJILLO, EMILIO ANTONIO)" userId="c2439461-86f4-408f-a81b-719e8ff0266f" providerId="ADAL" clId="{8C9ED161-531E-47E5-9AA7-D05B3D16832E}" dt="2023-08-11T18:33:52.458" v="4020" actId="47"/>
        <pc:sldMkLst>
          <pc:docMk/>
          <pc:sldMk cId="2456579236" sldId="314"/>
        </pc:sldMkLst>
      </pc:sldChg>
      <pc:sldChg chg="del">
        <pc:chgData name="PCSIEHER (HERRERA TRUJILLO, EMILIO ANTONIO)" userId="c2439461-86f4-408f-a81b-719e8ff0266f" providerId="ADAL" clId="{8C9ED161-531E-47E5-9AA7-D05B3D16832E}" dt="2023-08-11T18:33:52.458" v="4020" actId="47"/>
        <pc:sldMkLst>
          <pc:docMk/>
          <pc:sldMk cId="774798152" sldId="315"/>
        </pc:sldMkLst>
      </pc:sldChg>
      <pc:sldChg chg="del">
        <pc:chgData name="PCSIEHER (HERRERA TRUJILLO, EMILIO ANTONIO)" userId="c2439461-86f4-408f-a81b-719e8ff0266f" providerId="ADAL" clId="{8C9ED161-531E-47E5-9AA7-D05B3D16832E}" dt="2023-08-11T18:33:52.458" v="4020" actId="47"/>
        <pc:sldMkLst>
          <pc:docMk/>
          <pc:sldMk cId="3083830776" sldId="316"/>
        </pc:sldMkLst>
      </pc:sldChg>
      <pc:sldChg chg="del">
        <pc:chgData name="PCSIEHER (HERRERA TRUJILLO, EMILIO ANTONIO)" userId="c2439461-86f4-408f-a81b-719e8ff0266f" providerId="ADAL" clId="{8C9ED161-531E-47E5-9AA7-D05B3D16832E}" dt="2023-08-11T18:34:42.893" v="4021" actId="47"/>
        <pc:sldMkLst>
          <pc:docMk/>
          <pc:sldMk cId="299252262" sldId="317"/>
        </pc:sldMkLst>
      </pc:sldChg>
      <pc:sldChg chg="del">
        <pc:chgData name="PCSIEHER (HERRERA TRUJILLO, EMILIO ANTONIO)" userId="c2439461-86f4-408f-a81b-719e8ff0266f" providerId="ADAL" clId="{8C9ED161-531E-47E5-9AA7-D05B3D16832E}" dt="2023-08-11T18:34:42.893" v="4021" actId="47"/>
        <pc:sldMkLst>
          <pc:docMk/>
          <pc:sldMk cId="3258140316" sldId="320"/>
        </pc:sldMkLst>
      </pc:sldChg>
      <pc:sldChg chg="del">
        <pc:chgData name="PCSIEHER (HERRERA TRUJILLO, EMILIO ANTONIO)" userId="c2439461-86f4-408f-a81b-719e8ff0266f" providerId="ADAL" clId="{8C9ED161-531E-47E5-9AA7-D05B3D16832E}" dt="2023-08-11T18:34:42.893" v="4021" actId="47"/>
        <pc:sldMkLst>
          <pc:docMk/>
          <pc:sldMk cId="4058257071" sldId="321"/>
        </pc:sldMkLst>
      </pc:sldChg>
      <pc:sldChg chg="del">
        <pc:chgData name="PCSIEHER (HERRERA TRUJILLO, EMILIO ANTONIO)" userId="c2439461-86f4-408f-a81b-719e8ff0266f" providerId="ADAL" clId="{8C9ED161-531E-47E5-9AA7-D05B3D16832E}" dt="2023-08-11T18:34:42.893" v="4021" actId="47"/>
        <pc:sldMkLst>
          <pc:docMk/>
          <pc:sldMk cId="265552468" sldId="327"/>
        </pc:sldMkLst>
      </pc:sldChg>
      <pc:sldChg chg="del">
        <pc:chgData name="PCSIEHER (HERRERA TRUJILLO, EMILIO ANTONIO)" userId="c2439461-86f4-408f-a81b-719e8ff0266f" providerId="ADAL" clId="{8C9ED161-531E-47E5-9AA7-D05B3D16832E}" dt="2023-08-11T18:34:42.893" v="4021" actId="47"/>
        <pc:sldMkLst>
          <pc:docMk/>
          <pc:sldMk cId="1704100781" sldId="328"/>
        </pc:sldMkLst>
      </pc:sldChg>
      <pc:sldChg chg="addSp modSp add mod">
        <pc:chgData name="PCSIEHER (HERRERA TRUJILLO, EMILIO ANTONIO)" userId="c2439461-86f4-408f-a81b-719e8ff0266f" providerId="ADAL" clId="{8C9ED161-531E-47E5-9AA7-D05B3D16832E}" dt="2023-08-11T18:09:19.472" v="2029" actId="1076"/>
        <pc:sldMkLst>
          <pc:docMk/>
          <pc:sldMk cId="1697758598" sldId="329"/>
        </pc:sldMkLst>
        <pc:spChg chg="add mod">
          <ac:chgData name="PCSIEHER (HERRERA TRUJILLO, EMILIO ANTONIO)" userId="c2439461-86f4-408f-a81b-719e8ff0266f" providerId="ADAL" clId="{8C9ED161-531E-47E5-9AA7-D05B3D16832E}" dt="2023-08-11T18:08:24.786" v="1965" actId="207"/>
          <ac:spMkLst>
            <pc:docMk/>
            <pc:sldMk cId="1697758598" sldId="329"/>
            <ac:spMk id="2" creationId="{39B5D506-05A4-E668-A2CC-F315F7466133}"/>
          </ac:spMkLst>
        </pc:spChg>
        <pc:spChg chg="mod">
          <ac:chgData name="PCSIEHER (HERRERA TRUJILLO, EMILIO ANTONIO)" userId="c2439461-86f4-408f-a81b-719e8ff0266f" providerId="ADAL" clId="{8C9ED161-531E-47E5-9AA7-D05B3D16832E}" dt="2023-08-11T18:07:06.104" v="1943" actId="13926"/>
          <ac:spMkLst>
            <pc:docMk/>
            <pc:sldMk cId="1697758598" sldId="329"/>
            <ac:spMk id="6" creationId="{2F230DB2-8DA9-EA49-EEC1-C91E5F2B5C9C}"/>
          </ac:spMkLst>
        </pc:spChg>
        <pc:spChg chg="add mod">
          <ac:chgData name="PCSIEHER (HERRERA TRUJILLO, EMILIO ANTONIO)" userId="c2439461-86f4-408f-a81b-719e8ff0266f" providerId="ADAL" clId="{8C9ED161-531E-47E5-9AA7-D05B3D16832E}" dt="2023-08-11T18:08:18.306" v="1963" actId="207"/>
          <ac:spMkLst>
            <pc:docMk/>
            <pc:sldMk cId="1697758598" sldId="329"/>
            <ac:spMk id="7" creationId="{3C3D5F2F-BE8E-2BF6-3178-EEFA80B55DBE}"/>
          </ac:spMkLst>
        </pc:spChg>
        <pc:spChg chg="add mod">
          <ac:chgData name="PCSIEHER (HERRERA TRUJILLO, EMILIO ANTONIO)" userId="c2439461-86f4-408f-a81b-719e8ff0266f" providerId="ADAL" clId="{8C9ED161-531E-47E5-9AA7-D05B3D16832E}" dt="2023-08-11T18:09:19.472" v="2029" actId="1076"/>
          <ac:spMkLst>
            <pc:docMk/>
            <pc:sldMk cId="1697758598" sldId="329"/>
            <ac:spMk id="11" creationId="{D2C7D494-6211-CA6E-352D-EFAF80C79F87}"/>
          </ac:spMkLst>
        </pc:spChg>
        <pc:cxnChg chg="add">
          <ac:chgData name="PCSIEHER (HERRERA TRUJILLO, EMILIO ANTONIO)" userId="c2439461-86f4-408f-a81b-719e8ff0266f" providerId="ADAL" clId="{8C9ED161-531E-47E5-9AA7-D05B3D16832E}" dt="2023-08-11T18:07:52.397" v="1953" actId="11529"/>
          <ac:cxnSpMkLst>
            <pc:docMk/>
            <pc:sldMk cId="1697758598" sldId="329"/>
            <ac:cxnSpMk id="5" creationId="{1DCC1DD8-6131-8983-FA04-BF22D2B1F0FF}"/>
          </ac:cxnSpMkLst>
        </pc:cxnChg>
        <pc:cxnChg chg="add mod">
          <ac:chgData name="PCSIEHER (HERRERA TRUJILLO, EMILIO ANTONIO)" userId="c2439461-86f4-408f-a81b-719e8ff0266f" providerId="ADAL" clId="{8C9ED161-531E-47E5-9AA7-D05B3D16832E}" dt="2023-08-11T18:08:46.391" v="1966" actId="14100"/>
          <ac:cxnSpMkLst>
            <pc:docMk/>
            <pc:sldMk cId="1697758598" sldId="329"/>
            <ac:cxnSpMk id="9" creationId="{218C4E3E-BED1-3253-0118-D10417254379}"/>
          </ac:cxnSpMkLst>
        </pc:cxnChg>
      </pc:sldChg>
      <pc:sldChg chg="modSp add mod">
        <pc:chgData name="PCSIEHER (HERRERA TRUJILLO, EMILIO ANTONIO)" userId="c2439461-86f4-408f-a81b-719e8ff0266f" providerId="ADAL" clId="{8C9ED161-531E-47E5-9AA7-D05B3D16832E}" dt="2023-08-11T18:11:57.513" v="2243" actId="20577"/>
        <pc:sldMkLst>
          <pc:docMk/>
          <pc:sldMk cId="3147524494" sldId="330"/>
        </pc:sldMkLst>
        <pc:spChg chg="mod">
          <ac:chgData name="PCSIEHER (HERRERA TRUJILLO, EMILIO ANTONIO)" userId="c2439461-86f4-408f-a81b-719e8ff0266f" providerId="ADAL" clId="{8C9ED161-531E-47E5-9AA7-D05B3D16832E}" dt="2023-08-11T18:10:23.664" v="2118" actId="20577"/>
          <ac:spMkLst>
            <pc:docMk/>
            <pc:sldMk cId="3147524494" sldId="330"/>
            <ac:spMk id="2" creationId="{D724EF13-434E-AB81-435E-555A730DBE2A}"/>
          </ac:spMkLst>
        </pc:spChg>
        <pc:spChg chg="mod">
          <ac:chgData name="PCSIEHER (HERRERA TRUJILLO, EMILIO ANTONIO)" userId="c2439461-86f4-408f-a81b-719e8ff0266f" providerId="ADAL" clId="{8C9ED161-531E-47E5-9AA7-D05B3D16832E}" dt="2023-08-11T18:11:57.513" v="2243" actId="20577"/>
          <ac:spMkLst>
            <pc:docMk/>
            <pc:sldMk cId="3147524494" sldId="330"/>
            <ac:spMk id="4" creationId="{2588C7D1-F78D-4230-AAE0-F183065FA15F}"/>
          </ac:spMkLst>
        </pc:spChg>
      </pc:sldChg>
      <pc:sldChg chg="addSp modSp add mod">
        <pc:chgData name="PCSIEHER (HERRERA TRUJILLO, EMILIO ANTONIO)" userId="c2439461-86f4-408f-a81b-719e8ff0266f" providerId="ADAL" clId="{8C9ED161-531E-47E5-9AA7-D05B3D16832E}" dt="2023-08-11T18:12:00.546" v="2245" actId="20577"/>
        <pc:sldMkLst>
          <pc:docMk/>
          <pc:sldMk cId="3679847896" sldId="331"/>
        </pc:sldMkLst>
        <pc:spChg chg="add mod">
          <ac:chgData name="PCSIEHER (HERRERA TRUJILLO, EMILIO ANTONIO)" userId="c2439461-86f4-408f-a81b-719e8ff0266f" providerId="ADAL" clId="{8C9ED161-531E-47E5-9AA7-D05B3D16832E}" dt="2023-08-11T18:11:19.255" v="2241" actId="13926"/>
          <ac:spMkLst>
            <pc:docMk/>
            <pc:sldMk cId="3679847896" sldId="331"/>
            <ac:spMk id="3" creationId="{FFFB5D2C-9B32-38FB-19D4-E2491CB93B6A}"/>
          </ac:spMkLst>
        </pc:spChg>
        <pc:spChg chg="mod">
          <ac:chgData name="PCSIEHER (HERRERA TRUJILLO, EMILIO ANTONIO)" userId="c2439461-86f4-408f-a81b-719e8ff0266f" providerId="ADAL" clId="{8C9ED161-531E-47E5-9AA7-D05B3D16832E}" dt="2023-08-11T18:12:00.546" v="2245" actId="20577"/>
          <ac:spMkLst>
            <pc:docMk/>
            <pc:sldMk cId="3679847896" sldId="331"/>
            <ac:spMk id="4" creationId="{2588C7D1-F78D-4230-AAE0-F183065FA15F}"/>
          </ac:spMkLst>
        </pc:spChg>
      </pc:sldChg>
      <pc:sldChg chg="delSp modSp add mod">
        <pc:chgData name="PCSIEHER (HERRERA TRUJILLO, EMILIO ANTONIO)" userId="c2439461-86f4-408f-a81b-719e8ff0266f" providerId="ADAL" clId="{8C9ED161-531E-47E5-9AA7-D05B3D16832E}" dt="2023-08-11T18:17:11.691" v="2358" actId="1076"/>
        <pc:sldMkLst>
          <pc:docMk/>
          <pc:sldMk cId="2990512406" sldId="332"/>
        </pc:sldMkLst>
        <pc:spChg chg="mod">
          <ac:chgData name="PCSIEHER (HERRERA TRUJILLO, EMILIO ANTONIO)" userId="c2439461-86f4-408f-a81b-719e8ff0266f" providerId="ADAL" clId="{8C9ED161-531E-47E5-9AA7-D05B3D16832E}" dt="2023-08-11T18:17:11.691" v="2358" actId="1076"/>
          <ac:spMkLst>
            <pc:docMk/>
            <pc:sldMk cId="2990512406" sldId="332"/>
            <ac:spMk id="2" creationId="{D724EF13-434E-AB81-435E-555A730DBE2A}"/>
          </ac:spMkLst>
        </pc:spChg>
        <pc:spChg chg="mod">
          <ac:chgData name="PCSIEHER (HERRERA TRUJILLO, EMILIO ANTONIO)" userId="c2439461-86f4-408f-a81b-719e8ff0266f" providerId="ADAL" clId="{8C9ED161-531E-47E5-9AA7-D05B3D16832E}" dt="2023-08-11T18:16:01.766" v="2248" actId="20577"/>
          <ac:spMkLst>
            <pc:docMk/>
            <pc:sldMk cId="2990512406" sldId="332"/>
            <ac:spMk id="4" creationId="{2588C7D1-F78D-4230-AAE0-F183065FA15F}"/>
          </ac:spMkLst>
        </pc:spChg>
        <pc:spChg chg="del">
          <ac:chgData name="PCSIEHER (HERRERA TRUJILLO, EMILIO ANTONIO)" userId="c2439461-86f4-408f-a81b-719e8ff0266f" providerId="ADAL" clId="{8C9ED161-531E-47E5-9AA7-D05B3D16832E}" dt="2023-08-11T18:17:07.873" v="2357" actId="478"/>
          <ac:spMkLst>
            <pc:docMk/>
            <pc:sldMk cId="2990512406" sldId="332"/>
            <ac:spMk id="6" creationId="{2F230DB2-8DA9-EA49-EEC1-C91E5F2B5C9C}"/>
          </ac:spMkLst>
        </pc:spChg>
      </pc:sldChg>
      <pc:sldChg chg="addSp modSp add mod">
        <pc:chgData name="PCSIEHER (HERRERA TRUJILLO, EMILIO ANTONIO)" userId="c2439461-86f4-408f-a81b-719e8ff0266f" providerId="ADAL" clId="{8C9ED161-531E-47E5-9AA7-D05B3D16832E}" dt="2023-08-11T18:19:30.688" v="2589" actId="14100"/>
        <pc:sldMkLst>
          <pc:docMk/>
          <pc:sldMk cId="3421933027" sldId="333"/>
        </pc:sldMkLst>
        <pc:spChg chg="add mod">
          <ac:chgData name="PCSIEHER (HERRERA TRUJILLO, EMILIO ANTONIO)" userId="c2439461-86f4-408f-a81b-719e8ff0266f" providerId="ADAL" clId="{8C9ED161-531E-47E5-9AA7-D05B3D16832E}" dt="2023-08-11T18:19:30.688" v="2589" actId="14100"/>
          <ac:spMkLst>
            <pc:docMk/>
            <pc:sldMk cId="3421933027" sldId="333"/>
            <ac:spMk id="3" creationId="{04B794EB-CBDE-7B70-A2CE-19DEFC610924}"/>
          </ac:spMkLst>
        </pc:spChg>
      </pc:sldChg>
      <pc:sldChg chg="modSp add mod">
        <pc:chgData name="PCSIEHER (HERRERA TRUJILLO, EMILIO ANTONIO)" userId="c2439461-86f4-408f-a81b-719e8ff0266f" providerId="ADAL" clId="{8C9ED161-531E-47E5-9AA7-D05B3D16832E}" dt="2023-08-11T18:27:58.014" v="3375" actId="6549"/>
        <pc:sldMkLst>
          <pc:docMk/>
          <pc:sldMk cId="1615915262" sldId="334"/>
        </pc:sldMkLst>
        <pc:spChg chg="mod">
          <ac:chgData name="PCSIEHER (HERRERA TRUJILLO, EMILIO ANTONIO)" userId="c2439461-86f4-408f-a81b-719e8ff0266f" providerId="ADAL" clId="{8C9ED161-531E-47E5-9AA7-D05B3D16832E}" dt="2023-08-11T18:27:58.014" v="3375" actId="6549"/>
          <ac:spMkLst>
            <pc:docMk/>
            <pc:sldMk cId="1615915262" sldId="334"/>
            <ac:spMk id="2" creationId="{D724EF13-434E-AB81-435E-555A730DBE2A}"/>
          </ac:spMkLst>
        </pc:spChg>
        <pc:spChg chg="mod">
          <ac:chgData name="PCSIEHER (HERRERA TRUJILLO, EMILIO ANTONIO)" userId="c2439461-86f4-408f-a81b-719e8ff0266f" providerId="ADAL" clId="{8C9ED161-531E-47E5-9AA7-D05B3D16832E}" dt="2023-08-11T18:20:56.108" v="2594" actId="20577"/>
          <ac:spMkLst>
            <pc:docMk/>
            <pc:sldMk cId="1615915262" sldId="334"/>
            <ac:spMk id="4" creationId="{2588C7D1-F78D-4230-AAE0-F183065FA15F}"/>
          </ac:spMkLst>
        </pc:spChg>
      </pc:sldChg>
      <pc:sldChg chg="addSp modSp add mod">
        <pc:chgData name="PCSIEHER (HERRERA TRUJILLO, EMILIO ANTONIO)" userId="c2439461-86f4-408f-a81b-719e8ff0266f" providerId="ADAL" clId="{8C9ED161-531E-47E5-9AA7-D05B3D16832E}" dt="2023-08-11T18:41:48.344" v="4130" actId="20577"/>
        <pc:sldMkLst>
          <pc:docMk/>
          <pc:sldMk cId="2442385959" sldId="335"/>
        </pc:sldMkLst>
        <pc:spChg chg="mod">
          <ac:chgData name="PCSIEHER (HERRERA TRUJILLO, EMILIO ANTONIO)" userId="c2439461-86f4-408f-a81b-719e8ff0266f" providerId="ADAL" clId="{8C9ED161-531E-47E5-9AA7-D05B3D16832E}" dt="2023-08-11T18:27:48.522" v="3374" actId="6549"/>
          <ac:spMkLst>
            <pc:docMk/>
            <pc:sldMk cId="2442385959" sldId="335"/>
            <ac:spMk id="2" creationId="{D724EF13-434E-AB81-435E-555A730DBE2A}"/>
          </ac:spMkLst>
        </pc:spChg>
        <pc:spChg chg="add mod">
          <ac:chgData name="PCSIEHER (HERRERA TRUJILLO, EMILIO ANTONIO)" userId="c2439461-86f4-408f-a81b-719e8ff0266f" providerId="ADAL" clId="{8C9ED161-531E-47E5-9AA7-D05B3D16832E}" dt="2023-08-11T18:41:48.344" v="4130" actId="20577"/>
          <ac:spMkLst>
            <pc:docMk/>
            <pc:sldMk cId="2442385959" sldId="335"/>
            <ac:spMk id="5" creationId="{6B167ED5-645A-66DD-5DBB-3B4A8E4291AD}"/>
          </ac:spMkLst>
        </pc:spChg>
        <pc:picChg chg="add mod">
          <ac:chgData name="PCSIEHER (HERRERA TRUJILLO, EMILIO ANTONIO)" userId="c2439461-86f4-408f-a81b-719e8ff0266f" providerId="ADAL" clId="{8C9ED161-531E-47E5-9AA7-D05B3D16832E}" dt="2023-08-11T18:27:36.080" v="3373" actId="14100"/>
          <ac:picMkLst>
            <pc:docMk/>
            <pc:sldMk cId="2442385959" sldId="335"/>
            <ac:picMk id="3" creationId="{E6FBF263-08C4-E06D-D9E8-BAEFADE52F35}"/>
          </ac:picMkLst>
        </pc:picChg>
      </pc:sldChg>
      <pc:sldChg chg="modSp add mod">
        <pc:chgData name="PCSIEHER (HERRERA TRUJILLO, EMILIO ANTONIO)" userId="c2439461-86f4-408f-a81b-719e8ff0266f" providerId="ADAL" clId="{8C9ED161-531E-47E5-9AA7-D05B3D16832E}" dt="2023-08-11T18:29:09.882" v="3414" actId="6549"/>
        <pc:sldMkLst>
          <pc:docMk/>
          <pc:sldMk cId="907441899" sldId="336"/>
        </pc:sldMkLst>
        <pc:spChg chg="mod">
          <ac:chgData name="PCSIEHER (HERRERA TRUJILLO, EMILIO ANTONIO)" userId="c2439461-86f4-408f-a81b-719e8ff0266f" providerId="ADAL" clId="{8C9ED161-531E-47E5-9AA7-D05B3D16832E}" dt="2023-08-11T18:29:09.882" v="3414" actId="6549"/>
          <ac:spMkLst>
            <pc:docMk/>
            <pc:sldMk cId="907441899" sldId="336"/>
            <ac:spMk id="2" creationId="{D724EF13-434E-AB81-435E-555A730DBE2A}"/>
          </ac:spMkLst>
        </pc:spChg>
        <pc:spChg chg="mod">
          <ac:chgData name="PCSIEHER (HERRERA TRUJILLO, EMILIO ANTONIO)" userId="c2439461-86f4-408f-a81b-719e8ff0266f" providerId="ADAL" clId="{8C9ED161-531E-47E5-9AA7-D05B3D16832E}" dt="2023-08-11T18:28:49.750" v="3380" actId="20577"/>
          <ac:spMkLst>
            <pc:docMk/>
            <pc:sldMk cId="907441899" sldId="336"/>
            <ac:spMk id="4" creationId="{2588C7D1-F78D-4230-AAE0-F183065FA15F}"/>
          </ac:spMkLst>
        </pc:spChg>
      </pc:sldChg>
      <pc:sldChg chg="addSp modSp add mod">
        <pc:chgData name="PCSIEHER (HERRERA TRUJILLO, EMILIO ANTONIO)" userId="c2439461-86f4-408f-a81b-719e8ff0266f" providerId="ADAL" clId="{8C9ED161-531E-47E5-9AA7-D05B3D16832E}" dt="2023-08-11T18:42:10.110" v="4146" actId="113"/>
        <pc:sldMkLst>
          <pc:docMk/>
          <pc:sldMk cId="3977065941" sldId="337"/>
        </pc:sldMkLst>
        <pc:spChg chg="add mod">
          <ac:chgData name="PCSIEHER (HERRERA TRUJILLO, EMILIO ANTONIO)" userId="c2439461-86f4-408f-a81b-719e8ff0266f" providerId="ADAL" clId="{8C9ED161-531E-47E5-9AA7-D05B3D16832E}" dt="2023-08-11T18:42:10.110" v="4146" actId="113"/>
          <ac:spMkLst>
            <pc:docMk/>
            <pc:sldMk cId="3977065941" sldId="337"/>
            <ac:spMk id="3" creationId="{4D308F66-68AB-890C-0D02-05CE8CC9494F}"/>
          </ac:spMkLst>
        </pc:spChg>
      </pc:sldChg>
      <pc:sldChg chg="delSp add del mod">
        <pc:chgData name="PCSIEHER (HERRERA TRUJILLO, EMILIO ANTONIO)" userId="c2439461-86f4-408f-a81b-719e8ff0266f" providerId="ADAL" clId="{8C9ED161-531E-47E5-9AA7-D05B3D16832E}" dt="2023-08-11T18:40:57.108" v="4080" actId="47"/>
        <pc:sldMkLst>
          <pc:docMk/>
          <pc:sldMk cId="1734305367" sldId="338"/>
        </pc:sldMkLst>
        <pc:spChg chg="del">
          <ac:chgData name="PCSIEHER (HERRERA TRUJILLO, EMILIO ANTONIO)" userId="c2439461-86f4-408f-a81b-719e8ff0266f" providerId="ADAL" clId="{8C9ED161-531E-47E5-9AA7-D05B3D16832E}" dt="2023-08-11T18:38:48.383" v="4025" actId="478"/>
          <ac:spMkLst>
            <pc:docMk/>
            <pc:sldMk cId="1734305367" sldId="338"/>
            <ac:spMk id="4" creationId="{7C7F2FF5-9B62-4452-94C2-0210E993C510}"/>
          </ac:spMkLst>
        </pc:spChg>
        <pc:spChg chg="del">
          <ac:chgData name="PCSIEHER (HERRERA TRUJILLO, EMILIO ANTONIO)" userId="c2439461-86f4-408f-a81b-719e8ff0266f" providerId="ADAL" clId="{8C9ED161-531E-47E5-9AA7-D05B3D16832E}" dt="2023-08-11T18:38:46.829" v="4024" actId="478"/>
          <ac:spMkLst>
            <pc:docMk/>
            <pc:sldMk cId="1734305367" sldId="338"/>
            <ac:spMk id="5" creationId="{8F67A4D8-1A99-41DD-9879-6ABDDF160189}"/>
          </ac:spMkLst>
        </pc:spChg>
      </pc:sldChg>
      <pc:sldChg chg="addSp delSp modSp add mod">
        <pc:chgData name="PCSIEHER (HERRERA TRUJILLO, EMILIO ANTONIO)" userId="c2439461-86f4-408f-a81b-719e8ff0266f" providerId="ADAL" clId="{8C9ED161-531E-47E5-9AA7-D05B3D16832E}" dt="2023-08-11T18:40:01.317" v="4043" actId="1076"/>
        <pc:sldMkLst>
          <pc:docMk/>
          <pc:sldMk cId="1638021372" sldId="339"/>
        </pc:sldMkLst>
        <pc:spChg chg="del">
          <ac:chgData name="PCSIEHER (HERRERA TRUJILLO, EMILIO ANTONIO)" userId="c2439461-86f4-408f-a81b-719e8ff0266f" providerId="ADAL" clId="{8C9ED161-531E-47E5-9AA7-D05B3D16832E}" dt="2023-08-11T18:39:30.727" v="4029" actId="478"/>
          <ac:spMkLst>
            <pc:docMk/>
            <pc:sldMk cId="1638021372" sldId="339"/>
            <ac:spMk id="2" creationId="{D724EF13-434E-AB81-435E-555A730DBE2A}"/>
          </ac:spMkLst>
        </pc:spChg>
        <pc:spChg chg="mod">
          <ac:chgData name="PCSIEHER (HERRERA TRUJILLO, EMILIO ANTONIO)" userId="c2439461-86f4-408f-a81b-719e8ff0266f" providerId="ADAL" clId="{8C9ED161-531E-47E5-9AA7-D05B3D16832E}" dt="2023-08-11T18:39:27.444" v="4028" actId="20577"/>
          <ac:spMkLst>
            <pc:docMk/>
            <pc:sldMk cId="1638021372" sldId="339"/>
            <ac:spMk id="4" creationId="{2588C7D1-F78D-4230-AAE0-F183065FA15F}"/>
          </ac:spMkLst>
        </pc:spChg>
        <pc:spChg chg="add mod">
          <ac:chgData name="PCSIEHER (HERRERA TRUJILLO, EMILIO ANTONIO)" userId="c2439461-86f4-408f-a81b-719e8ff0266f" providerId="ADAL" clId="{8C9ED161-531E-47E5-9AA7-D05B3D16832E}" dt="2023-08-11T18:40:01.317" v="4043" actId="1076"/>
          <ac:spMkLst>
            <pc:docMk/>
            <pc:sldMk cId="1638021372" sldId="339"/>
            <ac:spMk id="5" creationId="{E712916A-E89C-B733-8CE8-C578ACCE28A5}"/>
          </ac:spMkLst>
        </pc:spChg>
      </pc:sldChg>
      <pc:sldChg chg="addSp modSp add mod">
        <pc:chgData name="PCSIEHER (HERRERA TRUJILLO, EMILIO ANTONIO)" userId="c2439461-86f4-408f-a81b-719e8ff0266f" providerId="ADAL" clId="{8C9ED161-531E-47E5-9AA7-D05B3D16832E}" dt="2023-08-11T18:40:20.708" v="4047" actId="1076"/>
        <pc:sldMkLst>
          <pc:docMk/>
          <pc:sldMk cId="2461236618" sldId="340"/>
        </pc:sldMkLst>
        <pc:spChg chg="add mod">
          <ac:chgData name="PCSIEHER (HERRERA TRUJILLO, EMILIO ANTONIO)" userId="c2439461-86f4-408f-a81b-719e8ff0266f" providerId="ADAL" clId="{8C9ED161-531E-47E5-9AA7-D05B3D16832E}" dt="2023-08-11T18:40:20.708" v="4047" actId="1076"/>
          <ac:spMkLst>
            <pc:docMk/>
            <pc:sldMk cId="2461236618" sldId="340"/>
            <ac:spMk id="3" creationId="{5F2CDE0D-02CD-FEA0-5E96-EEFC80BCA92F}"/>
          </ac:spMkLst>
        </pc:spChg>
        <pc:spChg chg="mod">
          <ac:chgData name="PCSIEHER (HERRERA TRUJILLO, EMILIO ANTONIO)" userId="c2439461-86f4-408f-a81b-719e8ff0266f" providerId="ADAL" clId="{8C9ED161-531E-47E5-9AA7-D05B3D16832E}" dt="2023-08-11T18:39:36.822" v="4032" actId="20577"/>
          <ac:spMkLst>
            <pc:docMk/>
            <pc:sldMk cId="2461236618" sldId="340"/>
            <ac:spMk id="4" creationId="{2588C7D1-F78D-4230-AAE0-F183065FA15F}"/>
          </ac:spMkLst>
        </pc:spChg>
      </pc:sldChg>
      <pc:sldChg chg="addSp modSp add mod">
        <pc:chgData name="PCSIEHER (HERRERA TRUJILLO, EMILIO ANTONIO)" userId="c2439461-86f4-408f-a81b-719e8ff0266f" providerId="ADAL" clId="{8C9ED161-531E-47E5-9AA7-D05B3D16832E}" dt="2023-08-11T18:40:45.690" v="4075" actId="1076"/>
        <pc:sldMkLst>
          <pc:docMk/>
          <pc:sldMk cId="285810875" sldId="341"/>
        </pc:sldMkLst>
        <pc:spChg chg="add mod">
          <ac:chgData name="PCSIEHER (HERRERA TRUJILLO, EMILIO ANTONIO)" userId="c2439461-86f4-408f-a81b-719e8ff0266f" providerId="ADAL" clId="{8C9ED161-531E-47E5-9AA7-D05B3D16832E}" dt="2023-08-11T18:40:45.690" v="4075" actId="1076"/>
          <ac:spMkLst>
            <pc:docMk/>
            <pc:sldMk cId="285810875" sldId="341"/>
            <ac:spMk id="3" creationId="{5EFCBAC1-2E86-B96F-46A4-CD6E3209A50C}"/>
          </ac:spMkLst>
        </pc:spChg>
        <pc:spChg chg="mod">
          <ac:chgData name="PCSIEHER (HERRERA TRUJILLO, EMILIO ANTONIO)" userId="c2439461-86f4-408f-a81b-719e8ff0266f" providerId="ADAL" clId="{8C9ED161-531E-47E5-9AA7-D05B3D16832E}" dt="2023-08-11T18:39:41.314" v="4035" actId="20577"/>
          <ac:spMkLst>
            <pc:docMk/>
            <pc:sldMk cId="285810875" sldId="341"/>
            <ac:spMk id="4" creationId="{2588C7D1-F78D-4230-AAE0-F183065FA15F}"/>
          </ac:spMkLst>
        </pc:spChg>
      </pc:sldChg>
      <pc:sldChg chg="addSp modSp add mod">
        <pc:chgData name="PCSIEHER (HERRERA TRUJILLO, EMILIO ANTONIO)" userId="c2439461-86f4-408f-a81b-719e8ff0266f" providerId="ADAL" clId="{8C9ED161-531E-47E5-9AA7-D05B3D16832E}" dt="2023-08-11T18:42:31.597" v="4147" actId="1076"/>
        <pc:sldMkLst>
          <pc:docMk/>
          <pc:sldMk cId="4187819511" sldId="342"/>
        </pc:sldMkLst>
        <pc:spChg chg="add mod">
          <ac:chgData name="PCSIEHER (HERRERA TRUJILLO, EMILIO ANTONIO)" userId="c2439461-86f4-408f-a81b-719e8ff0266f" providerId="ADAL" clId="{8C9ED161-531E-47E5-9AA7-D05B3D16832E}" dt="2023-08-11T18:42:31.597" v="4147" actId="1076"/>
          <ac:spMkLst>
            <pc:docMk/>
            <pc:sldMk cId="4187819511" sldId="342"/>
            <ac:spMk id="2" creationId="{40575546-B75E-5265-209D-DC44EC3CA7A9}"/>
          </ac:spMkLst>
        </pc:spChg>
        <pc:spChg chg="mod">
          <ac:chgData name="PCSIEHER (HERRERA TRUJILLO, EMILIO ANTONIO)" userId="c2439461-86f4-408f-a81b-719e8ff0266f" providerId="ADAL" clId="{8C9ED161-531E-47E5-9AA7-D05B3D16832E}" dt="2023-08-11T18:39:46.192" v="4038" actId="20577"/>
          <ac:spMkLst>
            <pc:docMk/>
            <pc:sldMk cId="4187819511" sldId="342"/>
            <ac:spMk id="4" creationId="{2588C7D1-F78D-4230-AAE0-F183065FA15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72C9F6-3108-4422-B358-AEE821738E6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5763EF3-FB4D-460B-93CF-A54FEA08F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8480C80C-8E4C-4D31-997A-0E675AD992E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898FBF12-ACBB-4A5D-9132-4F51A413B87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F0387FB9-8F97-49F9-94BE-41B1064BD447}"/>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2000794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9B841-94B6-43B1-B10B-6B4F3562929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B2A09F5-4764-480A-AC18-2F8C36E4CE43}"/>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1D9D184-7C83-41AC-A10D-90895C122F34}"/>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AF9E338C-4617-4F88-828C-F0C51D687EE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497E61C-D33C-4FAE-969C-22872F0911E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262875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D2DF4-1783-4803-BD86-3332D4625F5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2165861-CFB3-4706-80D6-8B4E919529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11379654-6916-4E5E-9E83-047D37C1BA0B}"/>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8C6CBB51-CECC-400B-A06B-1A0FED05FE1E}"/>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A96AC94-A712-4DE7-9916-947607F2AD1F}"/>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974147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03565-3CEC-454D-B0E4-1F3A4B2AD76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A577CAB0-02C9-444A-B433-42A9B39FC289}"/>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769E70EF-2AB7-4AF8-B421-B33346A280CE}"/>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9E9F7071-1882-48B8-97E7-6C62AC408F4C}"/>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9016E1D6-C23B-4AE3-9445-E296D3C58D2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D98AB4C-E4AB-4276-90B6-6787B43D145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601743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6C0AD6-2804-458C-A94E-A54C1F8980B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3DD99509-7517-4944-A0C3-B6A633DF1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45CC561F-AEBD-48B1-A327-27209D0C69DB}"/>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2B94DDD8-B641-45E8-B06C-61B41A2758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7F0BFB76-EDEE-4F58-A240-7BC4D6563228}"/>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F32B0C75-63F6-4579-8C2D-708FD418680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8" name="Marcador de pie de página 7">
            <a:extLst>
              <a:ext uri="{FF2B5EF4-FFF2-40B4-BE49-F238E27FC236}">
                <a16:creationId xmlns:a16="http://schemas.microsoft.com/office/drawing/2014/main" id="{0FA679A2-2601-4213-B31B-7E22D1CD8524}"/>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8B34B6A2-18A5-4B43-B61C-F85CB44671F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929091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985923-36AB-479B-AA32-3CE091109A5E}"/>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47E991E-E8B3-4861-8079-B49015AF8990}"/>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4" name="Marcador de pie de página 3">
            <a:extLst>
              <a:ext uri="{FF2B5EF4-FFF2-40B4-BE49-F238E27FC236}">
                <a16:creationId xmlns:a16="http://schemas.microsoft.com/office/drawing/2014/main" id="{31C7CD5D-01C1-468A-A64D-BD59676A42F8}"/>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2EDF724D-C8C8-46C0-A165-6C4BF5EC012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800680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ED5ACD7-AFC6-47E9-B374-A70DD0CC55FB}"/>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3" name="Marcador de pie de página 2">
            <a:extLst>
              <a:ext uri="{FF2B5EF4-FFF2-40B4-BE49-F238E27FC236}">
                <a16:creationId xmlns:a16="http://schemas.microsoft.com/office/drawing/2014/main" id="{0C024F4E-416A-4ACD-95A2-DFEEA651660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E33B3057-B79D-4650-A58B-14EFB9D32E7F}"/>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4069954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887FA2-1495-44AB-A7CF-D876A2ACB93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43C63BB-6365-4D3F-8EB8-FBEF90994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5BDF8BE6-9C03-43D1-96ED-FBD9784DA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2C86DAE8-55BA-43A9-AA26-B8C02B39AA16}"/>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B075D4F8-5B99-4533-A32D-7CC4B0563AEB}"/>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061E3D5-6FB5-404F-991F-8430FDEA0C7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47837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C3646D-6BCB-4916-B697-4A20D56BDAD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9320245A-E071-46B0-9C0A-0B618D7ED4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0D7623D9-937C-45AA-9AC4-F4B9407DB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E22BC2BF-3214-4E97-AACC-2D120072D66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073308F0-205D-4930-8608-B86E75B279E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727BF15-0885-4B7D-9188-A80DFA0012B6}"/>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761094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D504E7-9621-4102-B2AF-E0B0F5ADF03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4BBEB7FF-3D05-449D-B843-C1E8FD9DE591}"/>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7394DCE-A73F-4DA2-9D01-BE75BF7DFB4E}"/>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595641F3-3520-4C32-862F-2CF786B2BCE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5ECD71C-46E7-4B9C-B0AA-8C8E85173D76}"/>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2142854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B4B7C6E-48D6-4E1B-9637-BE57FE2572D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F5ADEC21-DBD5-4818-B347-448649C57945}"/>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B425DC6-5B64-48A0-ADFD-3450D0A74398}"/>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229E2622-7023-4D2C-A9C7-FA015F3EAFB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683B04B-CF91-4DF3-920D-66084038129E}"/>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92971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E267104-36B6-4212-AA39-92FC56495E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2F6CFBF-9C53-43AF-A6D0-3F2DAC823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3BE99D2-511E-4C6D-B01E-0EE49A030E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7D731D7F-C0E0-45A2-8B80-90CE8923ED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2DA1E70C-0651-452A-98F6-24C9FA30D0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C471D-AA5C-4C19-82D7-A1D7FA3791BA}" type="slidenum">
              <a:rPr lang="es-PE" smtClean="0"/>
              <a:t>‹Nº›</a:t>
            </a:fld>
            <a:endParaRPr lang="es-PE"/>
          </a:p>
        </p:txBody>
      </p:sp>
    </p:spTree>
    <p:extLst>
      <p:ext uri="{BB962C8B-B14F-4D97-AF65-F5344CB8AC3E}">
        <p14:creationId xmlns:p14="http://schemas.microsoft.com/office/powerpoint/2010/main" val="2624323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044E04-63F5-4419-B737-917DE6A7BCB2}"/>
              </a:ext>
            </a:extLst>
          </p:cNvPr>
          <p:cNvSpPr>
            <a:spLocks noGrp="1"/>
          </p:cNvSpPr>
          <p:nvPr>
            <p:ph type="ctrTitle"/>
          </p:nvPr>
        </p:nvSpPr>
        <p:spPr>
          <a:xfrm>
            <a:off x="6774967" y="1581410"/>
            <a:ext cx="4712184" cy="1326423"/>
          </a:xfrm>
        </p:spPr>
        <p:txBody>
          <a:bodyPr>
            <a:noAutofit/>
          </a:bodyPr>
          <a:lstStyle/>
          <a:p>
            <a:pPr algn="r"/>
            <a:r>
              <a:rPr lang="es-PE" sz="4800" dirty="0">
                <a:latin typeface="Solano Gothic MVB Std Cap" panose="02000506030000020004" pitchFamily="50" charset="0"/>
              </a:rPr>
              <a:t>ARQUITECTURA </a:t>
            </a:r>
            <a:br>
              <a:rPr lang="es-PE" sz="4800" dirty="0">
                <a:latin typeface="Solano Gothic MVB Std Cap" panose="02000506030000020004" pitchFamily="50" charset="0"/>
              </a:rPr>
            </a:br>
            <a:r>
              <a:rPr lang="es-PE" sz="4800" dirty="0">
                <a:latin typeface="Solano Gothic MVB Std Cap" panose="02000506030000020004" pitchFamily="50" charset="0"/>
              </a:rPr>
              <a:t>EMPRESARIAL</a:t>
            </a:r>
          </a:p>
        </p:txBody>
      </p:sp>
      <p:sp>
        <p:nvSpPr>
          <p:cNvPr id="3" name="Subtítulo 2">
            <a:extLst>
              <a:ext uri="{FF2B5EF4-FFF2-40B4-BE49-F238E27FC236}">
                <a16:creationId xmlns:a16="http://schemas.microsoft.com/office/drawing/2014/main" id="{CF2085F7-CAA4-405B-97ED-17A87A66D67D}"/>
              </a:ext>
            </a:extLst>
          </p:cNvPr>
          <p:cNvSpPr>
            <a:spLocks noGrp="1"/>
          </p:cNvSpPr>
          <p:nvPr>
            <p:ph type="subTitle" idx="1"/>
          </p:nvPr>
        </p:nvSpPr>
        <p:spPr>
          <a:xfrm>
            <a:off x="6096001" y="3619889"/>
            <a:ext cx="5391150" cy="2095528"/>
          </a:xfrm>
        </p:spPr>
        <p:txBody>
          <a:bodyPr>
            <a:normAutofit/>
          </a:bodyPr>
          <a:lstStyle/>
          <a:p>
            <a:pPr algn="r"/>
            <a:r>
              <a:rPr lang="es-PE" sz="2200" dirty="0">
                <a:solidFill>
                  <a:srgbClr val="878789"/>
                </a:solidFill>
                <a:latin typeface="Solano Gothic MVB Std Cap" panose="02000506030000020004" pitchFamily="50" charset="0"/>
              </a:rPr>
              <a:t>SEMANA 3 – SESIÓN 2</a:t>
            </a:r>
          </a:p>
          <a:p>
            <a:pPr algn="r"/>
            <a:endParaRPr lang="es-PE" sz="1600" dirty="0">
              <a:latin typeface="Solano Gothic MVB Std Cap" panose="02000506030000020004" pitchFamily="50" charset="0"/>
            </a:endParaRPr>
          </a:p>
          <a:p>
            <a:pPr algn="r"/>
            <a:r>
              <a:rPr lang="es-ES" sz="1600" dirty="0">
                <a:latin typeface="Solano Gothic MVB Std Cap" panose="02000506030000020004" pitchFamily="50" charset="0"/>
              </a:rPr>
              <a:t>Ejercicios hasta la semana 3</a:t>
            </a:r>
            <a:endParaRPr lang="es-PE" sz="1600" dirty="0">
              <a:latin typeface="Solano Gothic MVB Std Cap" panose="02000506030000020004" pitchFamily="50" charset="0"/>
            </a:endParaRPr>
          </a:p>
          <a:p>
            <a:pPr algn="r"/>
            <a:endParaRPr lang="es-PE" dirty="0">
              <a:solidFill>
                <a:srgbClr val="878789"/>
              </a:solidFill>
              <a:latin typeface="Solano Gothic MVB Std Cap" panose="02000506030000020004" pitchFamily="50" charset="0"/>
            </a:endParaRPr>
          </a:p>
        </p:txBody>
      </p:sp>
      <p:sp>
        <p:nvSpPr>
          <p:cNvPr id="4" name="Subtítulo 2">
            <a:extLst>
              <a:ext uri="{FF2B5EF4-FFF2-40B4-BE49-F238E27FC236}">
                <a16:creationId xmlns:a16="http://schemas.microsoft.com/office/drawing/2014/main" id="{9CE198DE-125F-402F-B3CF-9A2665B60051}"/>
              </a:ext>
            </a:extLst>
          </p:cNvPr>
          <p:cNvSpPr txBox="1">
            <a:spLocks/>
          </p:cNvSpPr>
          <p:nvPr/>
        </p:nvSpPr>
        <p:spPr>
          <a:xfrm>
            <a:off x="10187876" y="6309544"/>
            <a:ext cx="1299274" cy="3719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PE" sz="1800" dirty="0">
                <a:solidFill>
                  <a:srgbClr val="878789"/>
                </a:solidFill>
                <a:latin typeface="Solano Gothic MVB Std Cap" panose="02000506030000020004" pitchFamily="50" charset="0"/>
              </a:rPr>
              <a:t>2023 - 02</a:t>
            </a:r>
          </a:p>
          <a:p>
            <a:pPr algn="r"/>
            <a:endParaRPr lang="es-PE" dirty="0">
              <a:solidFill>
                <a:srgbClr val="878789"/>
              </a:solidFill>
              <a:latin typeface="Solano Gothic MVB Std Cap" panose="02000506030000020004" pitchFamily="50" charset="0"/>
            </a:endParaRPr>
          </a:p>
        </p:txBody>
      </p:sp>
      <p:pic>
        <p:nvPicPr>
          <p:cNvPr id="10" name="Imagen 9">
            <a:extLst>
              <a:ext uri="{FF2B5EF4-FFF2-40B4-BE49-F238E27FC236}">
                <a16:creationId xmlns:a16="http://schemas.microsoft.com/office/drawing/2014/main" id="{24A38C57-27C7-42FB-80DC-2D003CF96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0113" y="176497"/>
            <a:ext cx="1299274" cy="1299274"/>
          </a:xfrm>
          <a:prstGeom prst="rect">
            <a:avLst/>
          </a:prstGeom>
        </p:spPr>
      </p:pic>
      <p:pic>
        <p:nvPicPr>
          <p:cNvPr id="5" name="Imagen 4">
            <a:extLst>
              <a:ext uri="{FF2B5EF4-FFF2-40B4-BE49-F238E27FC236}">
                <a16:creationId xmlns:a16="http://schemas.microsoft.com/office/drawing/2014/main" id="{5CCA9E83-D5A3-F9B5-1ECB-9BEFD3B460A7}"/>
              </a:ext>
            </a:extLst>
          </p:cNvPr>
          <p:cNvPicPr>
            <a:picLocks noChangeAspect="1"/>
          </p:cNvPicPr>
          <p:nvPr/>
        </p:nvPicPr>
        <p:blipFill>
          <a:blip r:embed="rId3"/>
          <a:stretch>
            <a:fillRect/>
          </a:stretch>
        </p:blipFill>
        <p:spPr>
          <a:xfrm>
            <a:off x="33456" y="0"/>
            <a:ext cx="6741511" cy="6858000"/>
          </a:xfrm>
          <a:prstGeom prst="rect">
            <a:avLst/>
          </a:prstGeom>
        </p:spPr>
      </p:pic>
    </p:spTree>
    <p:extLst>
      <p:ext uri="{BB962C8B-B14F-4D97-AF65-F5344CB8AC3E}">
        <p14:creationId xmlns:p14="http://schemas.microsoft.com/office/powerpoint/2010/main" val="2288737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8514C8A-1986-4342-988B-31CDE22F946B}"/>
              </a:ext>
            </a:extLst>
          </p:cNvPr>
          <p:cNvSpPr>
            <a:spLocks noGrp="1"/>
          </p:cNvSpPr>
          <p:nvPr>
            <p:ph type="title"/>
          </p:nvPr>
        </p:nvSpPr>
        <p:spPr>
          <a:xfrm>
            <a:off x="838200" y="365125"/>
            <a:ext cx="10515600" cy="1325563"/>
          </a:xfrm>
        </p:spPr>
        <p:txBody>
          <a:bodyPr>
            <a:normAutofit/>
          </a:bodyPr>
          <a:lstStyle/>
          <a:p>
            <a:r>
              <a:rPr lang="es-PE" sz="4000" b="1" dirty="0">
                <a:solidFill>
                  <a:srgbClr val="009D72"/>
                </a:solidFill>
                <a:latin typeface="Solano Gothic MVB Std Cap" panose="02000506030000020004" pitchFamily="50" charset="0"/>
              </a:rPr>
              <a:t>AGENDA</a:t>
            </a:r>
          </a:p>
        </p:txBody>
      </p:sp>
      <p:sp>
        <p:nvSpPr>
          <p:cNvPr id="5" name="Rectángulo 4">
            <a:extLst>
              <a:ext uri="{FF2B5EF4-FFF2-40B4-BE49-F238E27FC236}">
                <a16:creationId xmlns:a16="http://schemas.microsoft.com/office/drawing/2014/main" id="{1D39DD4F-DC34-4888-A3DF-6B41C859FA23}"/>
              </a:ext>
            </a:extLst>
          </p:cNvPr>
          <p:cNvSpPr/>
          <p:nvPr/>
        </p:nvSpPr>
        <p:spPr>
          <a:xfrm>
            <a:off x="1891026"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50BCE2"/>
              </a:solidFill>
            </a:endParaRPr>
          </a:p>
        </p:txBody>
      </p:sp>
      <p:sp>
        <p:nvSpPr>
          <p:cNvPr id="6" name="Rectángulo 5">
            <a:extLst>
              <a:ext uri="{FF2B5EF4-FFF2-40B4-BE49-F238E27FC236}">
                <a16:creationId xmlns:a16="http://schemas.microsoft.com/office/drawing/2014/main" id="{D1920445-2224-41CF-9436-C0A0A7CBF3A4}"/>
              </a:ext>
            </a:extLst>
          </p:cNvPr>
          <p:cNvSpPr/>
          <p:nvPr/>
        </p:nvSpPr>
        <p:spPr>
          <a:xfrm>
            <a:off x="838200" y="1690688"/>
            <a:ext cx="9584267" cy="584775"/>
          </a:xfrm>
          <a:prstGeom prst="rect">
            <a:avLst/>
          </a:prstGeom>
        </p:spPr>
        <p:txBody>
          <a:bodyPr wrap="square">
            <a:spAutoFit/>
          </a:bodyPr>
          <a:lstStyle/>
          <a:p>
            <a:pPr marL="342900" indent="-342900" algn="just">
              <a:buClr>
                <a:srgbClr val="009D72"/>
              </a:buClr>
              <a:buFont typeface="Arial" panose="020B0604020202020204" pitchFamily="34" charset="0"/>
              <a:buChar char="•"/>
            </a:pPr>
            <a:r>
              <a:rPr lang="es-PE" sz="1600" dirty="0">
                <a:solidFill>
                  <a:srgbClr val="878789"/>
                </a:solidFill>
              </a:rPr>
              <a:t>EJERCICIOS</a:t>
            </a:r>
          </a:p>
          <a:p>
            <a:pPr algn="just">
              <a:buClr>
                <a:srgbClr val="009D72"/>
              </a:buClr>
            </a:pPr>
            <a:endParaRPr lang="es-PE" sz="1600" dirty="0">
              <a:solidFill>
                <a:srgbClr val="878789"/>
              </a:solidFill>
            </a:endParaRPr>
          </a:p>
        </p:txBody>
      </p:sp>
    </p:spTree>
    <p:extLst>
      <p:ext uri="{BB962C8B-B14F-4D97-AF65-F5344CB8AC3E}">
        <p14:creationId xmlns:p14="http://schemas.microsoft.com/office/powerpoint/2010/main" val="1667273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8514C8A-1986-4342-988B-31CDE22F946B}"/>
              </a:ext>
            </a:extLst>
          </p:cNvPr>
          <p:cNvSpPr>
            <a:spLocks noGrp="1"/>
          </p:cNvSpPr>
          <p:nvPr>
            <p:ph type="title"/>
          </p:nvPr>
        </p:nvSpPr>
        <p:spPr>
          <a:xfrm>
            <a:off x="838200" y="365125"/>
            <a:ext cx="10515600" cy="1325563"/>
          </a:xfrm>
        </p:spPr>
        <p:txBody>
          <a:bodyPr>
            <a:normAutofit/>
          </a:bodyPr>
          <a:lstStyle/>
          <a:p>
            <a:r>
              <a:rPr lang="es-PE" sz="4000" b="1" dirty="0">
                <a:solidFill>
                  <a:srgbClr val="009D72"/>
                </a:solidFill>
                <a:latin typeface="Solano Gothic MVB Std Cap" panose="02000506030000020004" pitchFamily="50" charset="0"/>
              </a:rPr>
              <a:t>LOGROS</a:t>
            </a:r>
          </a:p>
        </p:txBody>
      </p:sp>
      <p:sp>
        <p:nvSpPr>
          <p:cNvPr id="5" name="Rectángulo 4">
            <a:extLst>
              <a:ext uri="{FF2B5EF4-FFF2-40B4-BE49-F238E27FC236}">
                <a16:creationId xmlns:a16="http://schemas.microsoft.com/office/drawing/2014/main" id="{1D39DD4F-DC34-4888-A3DF-6B41C859FA23}"/>
              </a:ext>
            </a:extLst>
          </p:cNvPr>
          <p:cNvSpPr/>
          <p:nvPr/>
        </p:nvSpPr>
        <p:spPr>
          <a:xfrm>
            <a:off x="1891026"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50BCE2"/>
              </a:solidFill>
            </a:endParaRPr>
          </a:p>
        </p:txBody>
      </p:sp>
      <p:sp>
        <p:nvSpPr>
          <p:cNvPr id="6" name="Rectángulo 5">
            <a:extLst>
              <a:ext uri="{FF2B5EF4-FFF2-40B4-BE49-F238E27FC236}">
                <a16:creationId xmlns:a16="http://schemas.microsoft.com/office/drawing/2014/main" id="{D1920445-2224-41CF-9436-C0A0A7CBF3A4}"/>
              </a:ext>
            </a:extLst>
          </p:cNvPr>
          <p:cNvSpPr/>
          <p:nvPr/>
        </p:nvSpPr>
        <p:spPr>
          <a:xfrm>
            <a:off x="838200" y="1690688"/>
            <a:ext cx="9584267" cy="830997"/>
          </a:xfrm>
          <a:prstGeom prst="rect">
            <a:avLst/>
          </a:prstGeom>
        </p:spPr>
        <p:txBody>
          <a:bodyPr wrap="square">
            <a:spAutoFit/>
          </a:bodyPr>
          <a:lstStyle/>
          <a:p>
            <a:pPr algn="just">
              <a:buClr>
                <a:srgbClr val="009D72"/>
              </a:buClr>
            </a:pPr>
            <a:r>
              <a:rPr lang="es-PE" sz="1600" dirty="0">
                <a:solidFill>
                  <a:srgbClr val="878789"/>
                </a:solidFill>
              </a:rPr>
              <a:t>PRACTICAR LO APRENDIDO HASTA LA SEMANA 3</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endParaRPr lang="es-PE" sz="1600" dirty="0">
              <a:solidFill>
                <a:srgbClr val="878789"/>
              </a:solidFill>
            </a:endParaRPr>
          </a:p>
        </p:txBody>
      </p:sp>
    </p:spTree>
    <p:extLst>
      <p:ext uri="{BB962C8B-B14F-4D97-AF65-F5344CB8AC3E}">
        <p14:creationId xmlns:p14="http://schemas.microsoft.com/office/powerpoint/2010/main" val="4112524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1</a:t>
            </a:r>
            <a:endParaRPr lang="es-PE" sz="4000" b="1" dirty="0">
              <a:solidFill>
                <a:srgbClr val="009D72"/>
              </a:solidFill>
              <a:latin typeface="Solano Gothic MVB Std Cap" panose="02000506030000020004" pitchFamily="50" charset="0"/>
            </a:endParaRPr>
          </a:p>
        </p:txBody>
      </p:sp>
      <p:sp>
        <p:nvSpPr>
          <p:cNvPr id="6" name="1 Rectángulo">
            <a:extLst>
              <a:ext uri="{FF2B5EF4-FFF2-40B4-BE49-F238E27FC236}">
                <a16:creationId xmlns:a16="http://schemas.microsoft.com/office/drawing/2014/main" id="{2F230DB2-8DA9-EA49-EEC1-C91E5F2B5C9C}"/>
              </a:ext>
            </a:extLst>
          </p:cNvPr>
          <p:cNvSpPr/>
          <p:nvPr/>
        </p:nvSpPr>
        <p:spPr>
          <a:xfrm>
            <a:off x="503499" y="1120676"/>
            <a:ext cx="10474437" cy="4770537"/>
          </a:xfrm>
          <a:prstGeom prst="rect">
            <a:avLst/>
          </a:prstGeom>
        </p:spPr>
        <p:txBody>
          <a:bodyPr wrap="square">
            <a:spAutoFit/>
          </a:bodyPr>
          <a:lstStyle/>
          <a:p>
            <a:pPr algn="just"/>
            <a:r>
              <a:rPr lang="es-ES" sz="1600" dirty="0">
                <a:latin typeface="+mj-lt"/>
              </a:rPr>
              <a:t>Una empresa que vende productos para aire acondicionado para casas, edificios y centros comerciales. Las ventas se realizan tomando los datos del requerimiento para poder hacer la evaluación y confirmar la atención del servicio. Cuando el requerimiento es para una persona natural, se atiende según stock. Pero, para todo servicio a gran escala (centros comerciales), es atendido por medio de las siguientes fases:</a:t>
            </a:r>
          </a:p>
          <a:p>
            <a:pPr algn="just"/>
            <a:endParaRPr lang="es-ES" sz="1600" dirty="0">
              <a:latin typeface="+mj-lt"/>
            </a:endParaRPr>
          </a:p>
          <a:p>
            <a:pPr marL="342900" indent="-342900" algn="just">
              <a:buAutoNum type="arabicPeriod"/>
            </a:pPr>
            <a:r>
              <a:rPr lang="es-ES" sz="1600" dirty="0">
                <a:latin typeface="+mj-lt"/>
              </a:rPr>
              <a:t>Evaluación del requerimiento.</a:t>
            </a:r>
          </a:p>
          <a:p>
            <a:pPr marL="342900" indent="-342900" algn="just">
              <a:buAutoNum type="arabicPeriod"/>
            </a:pPr>
            <a:r>
              <a:rPr lang="es-ES" sz="1600" dirty="0">
                <a:latin typeface="+mj-lt"/>
              </a:rPr>
              <a:t>Importación de los equipos de aire acondicionado.</a:t>
            </a:r>
          </a:p>
          <a:p>
            <a:pPr marL="342900" indent="-342900" algn="just">
              <a:buAutoNum type="arabicPeriod"/>
            </a:pPr>
            <a:r>
              <a:rPr lang="es-PE" sz="1600" dirty="0">
                <a:latin typeface="+mj-lt"/>
              </a:rPr>
              <a:t>Instalación de los equipos en el centro comercial.</a:t>
            </a:r>
          </a:p>
          <a:p>
            <a:pPr marL="342900" indent="-342900" algn="just">
              <a:buAutoNum type="arabicPeriod"/>
            </a:pPr>
            <a:r>
              <a:rPr lang="es-PE" sz="1600" dirty="0">
                <a:latin typeface="+mj-lt"/>
              </a:rPr>
              <a:t>Aseguramiento de la calidad.</a:t>
            </a:r>
          </a:p>
          <a:p>
            <a:pPr marL="342900" indent="-342900" algn="just">
              <a:buAutoNum type="arabicPeriod"/>
            </a:pPr>
            <a:r>
              <a:rPr lang="es-PE" sz="1600" dirty="0">
                <a:latin typeface="+mj-lt"/>
              </a:rPr>
              <a:t>Cierre del servicio.</a:t>
            </a:r>
          </a:p>
          <a:p>
            <a:pPr marL="342900" indent="-342900" algn="just">
              <a:buAutoNum type="arabicPeriod"/>
            </a:pPr>
            <a:endParaRPr lang="es-PE" sz="1600" dirty="0">
              <a:latin typeface="+mj-lt"/>
            </a:endParaRPr>
          </a:p>
          <a:p>
            <a:pPr algn="just"/>
            <a:r>
              <a:rPr lang="es-PE" sz="1600" dirty="0">
                <a:latin typeface="+mj-lt"/>
              </a:rPr>
              <a:t>Estas fases son lideradas por un gerente técnico, el que supervisa todo el trabajo, pero como parte del servicio, se debe entregar al cliente toda la documentación que acredita la certificación de la ISO 90001-23; caso contrario, la empresa se verá multada. Acá es donde el nivel de multas ha ido en aumento durante el 2021, 2022 y 2023. La organización del área de ventas y el área de instalaciones no comparten los datos del cliente y del requerimiento, lo que obliga al área de instalaciones confirmar el requerimiento varias veces con el cliente. Esto incrementa la cantidad de errores y las instalaciones, si bien técnicamente se hacen bien, la gestión en general es deficiente. Para que el área de instalaciones pueda entregar certificar el producto (con la aplicación de las </a:t>
            </a:r>
            <a:r>
              <a:rPr lang="es-PE" sz="1600" dirty="0" err="1">
                <a:latin typeface="+mj-lt"/>
              </a:rPr>
              <a:t>ISOs</a:t>
            </a:r>
            <a:r>
              <a:rPr lang="es-PE" sz="1600" dirty="0">
                <a:latin typeface="+mj-lt"/>
              </a:rPr>
              <a:t>), depende de una asistente de la gerencia general, quien también organiza a los equipos (técnicos, ingenieros, y otros relacionados), ella asume funciones de RRHH.</a:t>
            </a:r>
          </a:p>
        </p:txBody>
      </p:sp>
      <p:sp>
        <p:nvSpPr>
          <p:cNvPr id="2" name="CuadroTexto 1">
            <a:extLst>
              <a:ext uri="{FF2B5EF4-FFF2-40B4-BE49-F238E27FC236}">
                <a16:creationId xmlns:a16="http://schemas.microsoft.com/office/drawing/2014/main" id="{D724EF13-434E-AB81-435E-555A730DBE2A}"/>
              </a:ext>
            </a:extLst>
          </p:cNvPr>
          <p:cNvSpPr txBox="1"/>
          <p:nvPr/>
        </p:nvSpPr>
        <p:spPr>
          <a:xfrm>
            <a:off x="503499" y="683521"/>
            <a:ext cx="6747745" cy="369332"/>
          </a:xfrm>
          <a:prstGeom prst="rect">
            <a:avLst/>
          </a:prstGeom>
          <a:noFill/>
        </p:spPr>
        <p:txBody>
          <a:bodyPr wrap="none" rtlCol="0">
            <a:spAutoFit/>
          </a:bodyPr>
          <a:lstStyle/>
          <a:p>
            <a:r>
              <a:rPr lang="es-ES" dirty="0"/>
              <a:t>IDENTIFICAR EL PROBLEMA Y SUS CAUSAS DE FORMA ESTRUCTURADA</a:t>
            </a:r>
            <a:endParaRPr lang="es-PE" dirty="0"/>
          </a:p>
        </p:txBody>
      </p:sp>
    </p:spTree>
    <p:extLst>
      <p:ext uri="{BB962C8B-B14F-4D97-AF65-F5344CB8AC3E}">
        <p14:creationId xmlns:p14="http://schemas.microsoft.com/office/powerpoint/2010/main" val="4089982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2</a:t>
            </a:r>
            <a:endParaRPr lang="es-PE" sz="4000" b="1" dirty="0">
              <a:solidFill>
                <a:srgbClr val="009D72"/>
              </a:solidFill>
              <a:latin typeface="Solano Gothic MVB Std Cap" panose="02000506030000020004" pitchFamily="50" charset="0"/>
            </a:endParaRPr>
          </a:p>
        </p:txBody>
      </p:sp>
      <p:sp>
        <p:nvSpPr>
          <p:cNvPr id="6" name="1 Rectángulo">
            <a:extLst>
              <a:ext uri="{FF2B5EF4-FFF2-40B4-BE49-F238E27FC236}">
                <a16:creationId xmlns:a16="http://schemas.microsoft.com/office/drawing/2014/main" id="{2F230DB2-8DA9-EA49-EEC1-C91E5F2B5C9C}"/>
              </a:ext>
            </a:extLst>
          </p:cNvPr>
          <p:cNvSpPr/>
          <p:nvPr/>
        </p:nvSpPr>
        <p:spPr>
          <a:xfrm>
            <a:off x="503499" y="1120676"/>
            <a:ext cx="10474437" cy="4770537"/>
          </a:xfrm>
          <a:prstGeom prst="rect">
            <a:avLst/>
          </a:prstGeom>
        </p:spPr>
        <p:txBody>
          <a:bodyPr wrap="square">
            <a:spAutoFit/>
          </a:bodyPr>
          <a:lstStyle/>
          <a:p>
            <a:pPr algn="just"/>
            <a:r>
              <a:rPr lang="es-ES" sz="1600" dirty="0">
                <a:latin typeface="+mj-lt"/>
              </a:rPr>
              <a:t>Una empresa que vende productos para aire acondicionado para casas, edificios y centros comerciales. Las ventas se realizan tomando los datos del requerimiento para poder hacer la evaluación y confirmar la atención del servicio. Cuando el requerimiento es para una persona natural, se atiende según stock. Pero, para todo servicio a gran escala (centros comerciales), es atendido por medio de las siguientes fases:</a:t>
            </a:r>
          </a:p>
          <a:p>
            <a:pPr algn="just"/>
            <a:endParaRPr lang="es-ES" sz="1600" dirty="0">
              <a:latin typeface="+mj-lt"/>
            </a:endParaRPr>
          </a:p>
          <a:p>
            <a:pPr marL="342900" indent="-342900" algn="just">
              <a:buAutoNum type="arabicPeriod"/>
            </a:pPr>
            <a:r>
              <a:rPr lang="es-ES" sz="1600" dirty="0">
                <a:latin typeface="+mj-lt"/>
              </a:rPr>
              <a:t>Evaluación del requerimiento.</a:t>
            </a:r>
          </a:p>
          <a:p>
            <a:pPr marL="342900" indent="-342900" algn="just">
              <a:buAutoNum type="arabicPeriod"/>
            </a:pPr>
            <a:r>
              <a:rPr lang="es-ES" sz="1600" dirty="0">
                <a:latin typeface="+mj-lt"/>
              </a:rPr>
              <a:t>Importación de los equipos de aire acondicionado.</a:t>
            </a:r>
          </a:p>
          <a:p>
            <a:pPr marL="342900" indent="-342900" algn="just">
              <a:buAutoNum type="arabicPeriod"/>
            </a:pPr>
            <a:r>
              <a:rPr lang="es-PE" sz="1600" dirty="0">
                <a:latin typeface="+mj-lt"/>
              </a:rPr>
              <a:t>Instalación de los equipos en el centro comercial.</a:t>
            </a:r>
          </a:p>
          <a:p>
            <a:pPr marL="342900" indent="-342900" algn="just">
              <a:buAutoNum type="arabicPeriod"/>
            </a:pPr>
            <a:r>
              <a:rPr lang="es-PE" sz="1600" dirty="0">
                <a:latin typeface="+mj-lt"/>
              </a:rPr>
              <a:t>Aseguramiento de la calidad.</a:t>
            </a:r>
          </a:p>
          <a:p>
            <a:pPr marL="342900" indent="-342900" algn="just">
              <a:buAutoNum type="arabicPeriod"/>
            </a:pPr>
            <a:r>
              <a:rPr lang="es-PE" sz="1600" dirty="0">
                <a:latin typeface="+mj-lt"/>
              </a:rPr>
              <a:t>Cierre del servicio.</a:t>
            </a:r>
          </a:p>
          <a:p>
            <a:pPr marL="342900" indent="-342900" algn="just">
              <a:buAutoNum type="arabicPeriod"/>
            </a:pPr>
            <a:endParaRPr lang="es-PE" sz="1600" dirty="0">
              <a:latin typeface="+mj-lt"/>
            </a:endParaRPr>
          </a:p>
          <a:p>
            <a:pPr algn="just"/>
            <a:r>
              <a:rPr lang="es-PE" sz="1600" dirty="0">
                <a:latin typeface="+mj-lt"/>
              </a:rPr>
              <a:t>Estas fases son lideradas por un gerente técnico, el que supervisa todo el trabajo, pero como parte del servicio, se debe entregar al cliente toda la documentación que acredita la certificación de la ISO 90001-23; caso contrario, la empresa se verá multada. Acá es donde el nivel de multas ha ido en aumento durante el 2021, 2022 y 2023. La organización del área de ventas y el área de instalaciones no comparten los datos del cliente y del requerimiento, lo que obliga al área de instalaciones confirmar el requerimiento varias veces con el cliente. Esto incrementa la cantidad de errores y las instalaciones, si bien técnicamente se hacen bien, la gestión en general es deficiente. Para que el área de instalaciones pueda entregar certificar el producto (con la aplicación de las </a:t>
            </a:r>
            <a:r>
              <a:rPr lang="es-PE" sz="1600" dirty="0" err="1">
                <a:latin typeface="+mj-lt"/>
              </a:rPr>
              <a:t>ISOs</a:t>
            </a:r>
            <a:r>
              <a:rPr lang="es-PE" sz="1600" dirty="0">
                <a:latin typeface="+mj-lt"/>
              </a:rPr>
              <a:t>), depende de una asistente de la gerencia general, quien también organiza a los equipos (técnicos, ingenieros, y otros relacionados), ella asume funciones de RRHH.</a:t>
            </a:r>
          </a:p>
        </p:txBody>
      </p:sp>
      <p:sp>
        <p:nvSpPr>
          <p:cNvPr id="2" name="CuadroTexto 1">
            <a:extLst>
              <a:ext uri="{FF2B5EF4-FFF2-40B4-BE49-F238E27FC236}">
                <a16:creationId xmlns:a16="http://schemas.microsoft.com/office/drawing/2014/main" id="{D724EF13-434E-AB81-435E-555A730DBE2A}"/>
              </a:ext>
            </a:extLst>
          </p:cNvPr>
          <p:cNvSpPr txBox="1"/>
          <p:nvPr/>
        </p:nvSpPr>
        <p:spPr>
          <a:xfrm>
            <a:off x="503499" y="683521"/>
            <a:ext cx="5949001" cy="369332"/>
          </a:xfrm>
          <a:prstGeom prst="rect">
            <a:avLst/>
          </a:prstGeom>
          <a:noFill/>
        </p:spPr>
        <p:txBody>
          <a:bodyPr wrap="none" rtlCol="0">
            <a:spAutoFit/>
          </a:bodyPr>
          <a:lstStyle/>
          <a:p>
            <a:r>
              <a:rPr lang="es-ES" dirty="0"/>
              <a:t>¿EN QUÉ ETAPA DE EVOLUCIÓN SE ENCUENTRA LA EMPRESA?</a:t>
            </a:r>
            <a:endParaRPr lang="es-PE" dirty="0"/>
          </a:p>
        </p:txBody>
      </p:sp>
    </p:spTree>
    <p:extLst>
      <p:ext uri="{BB962C8B-B14F-4D97-AF65-F5344CB8AC3E}">
        <p14:creationId xmlns:p14="http://schemas.microsoft.com/office/powerpoint/2010/main" val="3147524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3</a:t>
            </a:r>
            <a:endParaRPr lang="es-PE" sz="4000" b="1" dirty="0">
              <a:solidFill>
                <a:srgbClr val="009D72"/>
              </a:solidFill>
              <a:latin typeface="Solano Gothic MVB Std Cap" panose="02000506030000020004" pitchFamily="50" charset="0"/>
            </a:endParaRPr>
          </a:p>
        </p:txBody>
      </p:sp>
      <p:sp>
        <p:nvSpPr>
          <p:cNvPr id="2" name="CuadroTexto 1">
            <a:extLst>
              <a:ext uri="{FF2B5EF4-FFF2-40B4-BE49-F238E27FC236}">
                <a16:creationId xmlns:a16="http://schemas.microsoft.com/office/drawing/2014/main" id="{D724EF13-434E-AB81-435E-555A730DBE2A}"/>
              </a:ext>
            </a:extLst>
          </p:cNvPr>
          <p:cNvSpPr txBox="1"/>
          <p:nvPr/>
        </p:nvSpPr>
        <p:spPr>
          <a:xfrm>
            <a:off x="461801" y="919048"/>
            <a:ext cx="11730199" cy="369332"/>
          </a:xfrm>
          <a:prstGeom prst="rect">
            <a:avLst/>
          </a:prstGeom>
          <a:noFill/>
        </p:spPr>
        <p:txBody>
          <a:bodyPr wrap="none" rtlCol="0">
            <a:spAutoFit/>
          </a:bodyPr>
          <a:lstStyle/>
          <a:p>
            <a:r>
              <a:rPr lang="es-ES" dirty="0"/>
              <a:t>ANALIZAR EL PROCESO DE MATRÍCULA DE LA UPC E IDENTIFICAR SU(S) PROBLEMA(S), CAUSAS DE FORMA ESTRUCTURADA</a:t>
            </a:r>
            <a:endParaRPr lang="es-PE" dirty="0"/>
          </a:p>
        </p:txBody>
      </p:sp>
    </p:spTree>
    <p:extLst>
      <p:ext uri="{BB962C8B-B14F-4D97-AF65-F5344CB8AC3E}">
        <p14:creationId xmlns:p14="http://schemas.microsoft.com/office/powerpoint/2010/main" val="299051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4</a:t>
            </a:r>
            <a:endParaRPr lang="es-PE" sz="4000" b="1" dirty="0">
              <a:solidFill>
                <a:srgbClr val="009D72"/>
              </a:solidFill>
              <a:latin typeface="Solano Gothic MVB Std Cap" panose="02000506030000020004" pitchFamily="50" charset="0"/>
            </a:endParaRPr>
          </a:p>
        </p:txBody>
      </p:sp>
      <p:sp>
        <p:nvSpPr>
          <p:cNvPr id="2" name="CuadroTexto 1">
            <a:extLst>
              <a:ext uri="{FF2B5EF4-FFF2-40B4-BE49-F238E27FC236}">
                <a16:creationId xmlns:a16="http://schemas.microsoft.com/office/drawing/2014/main" id="{D724EF13-434E-AB81-435E-555A730DBE2A}"/>
              </a:ext>
            </a:extLst>
          </p:cNvPr>
          <p:cNvSpPr txBox="1"/>
          <p:nvPr/>
        </p:nvSpPr>
        <p:spPr>
          <a:xfrm>
            <a:off x="461801" y="919048"/>
            <a:ext cx="10392397" cy="369332"/>
          </a:xfrm>
          <a:prstGeom prst="rect">
            <a:avLst/>
          </a:prstGeom>
          <a:noFill/>
        </p:spPr>
        <p:txBody>
          <a:bodyPr wrap="none" rtlCol="0">
            <a:spAutoFit/>
          </a:bodyPr>
          <a:lstStyle/>
          <a:p>
            <a:r>
              <a:rPr lang="es-ES" dirty="0"/>
              <a:t>ENTENDIENDO QUE EL PROCESO DE MATRÍCULA DE LA UPC ES UNA CAPACIDAD, INDICAR SUS DIMENSIONES.</a:t>
            </a:r>
            <a:endParaRPr lang="es-PE" dirty="0"/>
          </a:p>
        </p:txBody>
      </p:sp>
    </p:spTree>
    <p:extLst>
      <p:ext uri="{BB962C8B-B14F-4D97-AF65-F5344CB8AC3E}">
        <p14:creationId xmlns:p14="http://schemas.microsoft.com/office/powerpoint/2010/main" val="1615915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5</a:t>
            </a:r>
            <a:endParaRPr lang="es-PE" sz="4000" b="1" dirty="0">
              <a:solidFill>
                <a:srgbClr val="009D72"/>
              </a:solidFill>
              <a:latin typeface="Solano Gothic MVB Std Cap" panose="02000506030000020004" pitchFamily="50" charset="0"/>
            </a:endParaRPr>
          </a:p>
        </p:txBody>
      </p:sp>
      <p:sp>
        <p:nvSpPr>
          <p:cNvPr id="2" name="CuadroTexto 1">
            <a:extLst>
              <a:ext uri="{FF2B5EF4-FFF2-40B4-BE49-F238E27FC236}">
                <a16:creationId xmlns:a16="http://schemas.microsoft.com/office/drawing/2014/main" id="{D724EF13-434E-AB81-435E-555A730DBE2A}"/>
              </a:ext>
            </a:extLst>
          </p:cNvPr>
          <p:cNvSpPr txBox="1"/>
          <p:nvPr/>
        </p:nvSpPr>
        <p:spPr>
          <a:xfrm>
            <a:off x="461801" y="919048"/>
            <a:ext cx="10331996" cy="369332"/>
          </a:xfrm>
          <a:prstGeom prst="rect">
            <a:avLst/>
          </a:prstGeom>
          <a:noFill/>
        </p:spPr>
        <p:txBody>
          <a:bodyPr wrap="none" rtlCol="0">
            <a:spAutoFit/>
          </a:bodyPr>
          <a:lstStyle/>
          <a:p>
            <a:r>
              <a:rPr lang="es-ES" dirty="0"/>
              <a:t>ENTENDIENDO QUE EL PROCESO DE RECLAMO DE NOTAS DE LA UPC ES UNA CAPACIDAD, INDICAR SU FICHA</a:t>
            </a:r>
            <a:endParaRPr lang="es-PE" dirty="0"/>
          </a:p>
        </p:txBody>
      </p:sp>
    </p:spTree>
    <p:extLst>
      <p:ext uri="{BB962C8B-B14F-4D97-AF65-F5344CB8AC3E}">
        <p14:creationId xmlns:p14="http://schemas.microsoft.com/office/powerpoint/2010/main" val="907441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6</a:t>
            </a:r>
            <a:endParaRPr lang="es-PE" sz="4000" b="1" dirty="0">
              <a:solidFill>
                <a:srgbClr val="009D72"/>
              </a:solidFill>
              <a:latin typeface="Solano Gothic MVB Std Cap" panose="02000506030000020004" pitchFamily="50" charset="0"/>
            </a:endParaRPr>
          </a:p>
        </p:txBody>
      </p:sp>
      <p:sp>
        <p:nvSpPr>
          <p:cNvPr id="5" name="CuadroTexto 4">
            <a:extLst>
              <a:ext uri="{FF2B5EF4-FFF2-40B4-BE49-F238E27FC236}">
                <a16:creationId xmlns:a16="http://schemas.microsoft.com/office/drawing/2014/main" id="{E712916A-E89C-B733-8CE8-C578ACCE28A5}"/>
              </a:ext>
            </a:extLst>
          </p:cNvPr>
          <p:cNvSpPr txBox="1"/>
          <p:nvPr/>
        </p:nvSpPr>
        <p:spPr>
          <a:xfrm>
            <a:off x="706581" y="1013799"/>
            <a:ext cx="9975273" cy="369332"/>
          </a:xfrm>
          <a:prstGeom prst="rect">
            <a:avLst/>
          </a:prstGeom>
          <a:noFill/>
        </p:spPr>
        <p:txBody>
          <a:bodyPr wrap="square">
            <a:spAutoFit/>
          </a:bodyPr>
          <a:lstStyle/>
          <a:p>
            <a:pPr marL="285750" indent="-285750">
              <a:buFont typeface="Arial" panose="020B0604020202020204" pitchFamily="34" charset="0"/>
              <a:buChar char="•"/>
            </a:pPr>
            <a:r>
              <a:rPr lang="es-ES" dirty="0"/>
              <a:t>Realizar el mapa de capacidades del Front Office del Starbacks / Cafetería.</a:t>
            </a:r>
          </a:p>
        </p:txBody>
      </p:sp>
    </p:spTree>
    <p:extLst>
      <p:ext uri="{BB962C8B-B14F-4D97-AF65-F5344CB8AC3E}">
        <p14:creationId xmlns:p14="http://schemas.microsoft.com/office/powerpoint/2010/main" val="1638021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7</a:t>
            </a:r>
            <a:endParaRPr lang="es-PE" sz="4000" b="1" dirty="0">
              <a:solidFill>
                <a:srgbClr val="009D72"/>
              </a:solidFill>
              <a:latin typeface="Solano Gothic MVB Std Cap" panose="02000506030000020004" pitchFamily="50" charset="0"/>
            </a:endParaRPr>
          </a:p>
        </p:txBody>
      </p:sp>
      <p:sp>
        <p:nvSpPr>
          <p:cNvPr id="3" name="CuadroTexto 2">
            <a:extLst>
              <a:ext uri="{FF2B5EF4-FFF2-40B4-BE49-F238E27FC236}">
                <a16:creationId xmlns:a16="http://schemas.microsoft.com/office/drawing/2014/main" id="{5F2CDE0D-02CD-FEA0-5E96-EEFC80BCA92F}"/>
              </a:ext>
            </a:extLst>
          </p:cNvPr>
          <p:cNvSpPr txBox="1"/>
          <p:nvPr/>
        </p:nvSpPr>
        <p:spPr>
          <a:xfrm>
            <a:off x="692727" y="1110781"/>
            <a:ext cx="7813964" cy="369332"/>
          </a:xfrm>
          <a:prstGeom prst="rect">
            <a:avLst/>
          </a:prstGeom>
          <a:noFill/>
        </p:spPr>
        <p:txBody>
          <a:bodyPr wrap="square">
            <a:spAutoFit/>
          </a:bodyPr>
          <a:lstStyle/>
          <a:p>
            <a:pPr marL="285750" indent="-285750">
              <a:buFont typeface="Arial" panose="020B0604020202020204" pitchFamily="34" charset="0"/>
              <a:buChar char="•"/>
            </a:pPr>
            <a:r>
              <a:rPr lang="es-ES" dirty="0"/>
              <a:t>Realizar el mapa de capacidades del Back Office de Soporte de un banco.</a:t>
            </a:r>
          </a:p>
        </p:txBody>
      </p:sp>
    </p:spTree>
    <p:extLst>
      <p:ext uri="{BB962C8B-B14F-4D97-AF65-F5344CB8AC3E}">
        <p14:creationId xmlns:p14="http://schemas.microsoft.com/office/powerpoint/2010/main" val="246123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8</a:t>
            </a:r>
            <a:endParaRPr lang="es-PE" sz="4000" b="1" dirty="0">
              <a:solidFill>
                <a:srgbClr val="009D72"/>
              </a:solidFill>
              <a:latin typeface="Solano Gothic MVB Std Cap" panose="02000506030000020004" pitchFamily="50" charset="0"/>
            </a:endParaRPr>
          </a:p>
        </p:txBody>
      </p:sp>
      <p:sp>
        <p:nvSpPr>
          <p:cNvPr id="3" name="CuadroTexto 2">
            <a:extLst>
              <a:ext uri="{FF2B5EF4-FFF2-40B4-BE49-F238E27FC236}">
                <a16:creationId xmlns:a16="http://schemas.microsoft.com/office/drawing/2014/main" id="{5EFCBAC1-2E86-B96F-46A4-CD6E3209A50C}"/>
              </a:ext>
            </a:extLst>
          </p:cNvPr>
          <p:cNvSpPr txBox="1"/>
          <p:nvPr/>
        </p:nvSpPr>
        <p:spPr>
          <a:xfrm>
            <a:off x="751609" y="1041508"/>
            <a:ext cx="8839200" cy="369332"/>
          </a:xfrm>
          <a:prstGeom prst="rect">
            <a:avLst/>
          </a:prstGeom>
          <a:noFill/>
        </p:spPr>
        <p:txBody>
          <a:bodyPr wrap="square">
            <a:spAutoFit/>
          </a:bodyPr>
          <a:lstStyle/>
          <a:p>
            <a:pPr marL="285750" indent="-285750">
              <a:buFont typeface="Arial" panose="020B0604020202020204" pitchFamily="34" charset="0"/>
              <a:buChar char="•"/>
            </a:pPr>
            <a:r>
              <a:rPr lang="es-ES" dirty="0"/>
              <a:t>Realizar el mapa de capacidades del Back Office completo de una pizzería.</a:t>
            </a:r>
          </a:p>
        </p:txBody>
      </p:sp>
    </p:spTree>
    <p:extLst>
      <p:ext uri="{BB962C8B-B14F-4D97-AF65-F5344CB8AC3E}">
        <p14:creationId xmlns:p14="http://schemas.microsoft.com/office/powerpoint/2010/main" val="285810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0342418" cy="74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dirty="0">
                <a:solidFill>
                  <a:srgbClr val="009D72"/>
                </a:solidFill>
                <a:latin typeface="Solano Gothic MVB Std Cap" panose="02000506030000020004" pitchFamily="50" charset="0"/>
              </a:rPr>
              <a:t>EJERCICIO 9</a:t>
            </a:r>
            <a:endParaRPr lang="es-PE" sz="4000" b="1" dirty="0">
              <a:solidFill>
                <a:srgbClr val="009D72"/>
              </a:solidFill>
              <a:latin typeface="Solano Gothic MVB Std Cap" panose="02000506030000020004" pitchFamily="50" charset="0"/>
            </a:endParaRPr>
          </a:p>
        </p:txBody>
      </p:sp>
      <p:sp>
        <p:nvSpPr>
          <p:cNvPr id="2" name="CuadroTexto 1">
            <a:extLst>
              <a:ext uri="{FF2B5EF4-FFF2-40B4-BE49-F238E27FC236}">
                <a16:creationId xmlns:a16="http://schemas.microsoft.com/office/drawing/2014/main" id="{40575546-B75E-5265-209D-DC44EC3CA7A9}"/>
              </a:ext>
            </a:extLst>
          </p:cNvPr>
          <p:cNvSpPr txBox="1"/>
          <p:nvPr/>
        </p:nvSpPr>
        <p:spPr>
          <a:xfrm>
            <a:off x="103909" y="923395"/>
            <a:ext cx="11630891" cy="646331"/>
          </a:xfrm>
          <a:prstGeom prst="rect">
            <a:avLst/>
          </a:prstGeom>
          <a:noFill/>
        </p:spPr>
        <p:txBody>
          <a:bodyPr wrap="square" rtlCol="0">
            <a:spAutoFit/>
          </a:bodyPr>
          <a:lstStyle/>
          <a:p>
            <a:pPr marL="285750" indent="-285750">
              <a:buFont typeface="Arial" panose="020B0604020202020204" pitchFamily="34" charset="0"/>
              <a:buChar char="•"/>
            </a:pPr>
            <a:r>
              <a:rPr lang="es-ES" dirty="0"/>
              <a:t>Realizar el mapa de capacidades completo (con las fichas de 5 capacidades), de una empresa consultora (ej. EY, PWC, KPMG, etc.)</a:t>
            </a:r>
            <a:endParaRPr lang="es-PE" dirty="0"/>
          </a:p>
        </p:txBody>
      </p:sp>
    </p:spTree>
    <p:extLst>
      <p:ext uri="{BB962C8B-B14F-4D97-AF65-F5344CB8AC3E}">
        <p14:creationId xmlns:p14="http://schemas.microsoft.com/office/powerpoint/2010/main" val="4187819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C7F2FF5-9B62-4452-94C2-0210E993C510}"/>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CONCLUSIONES</a:t>
            </a:r>
          </a:p>
        </p:txBody>
      </p:sp>
      <p:sp>
        <p:nvSpPr>
          <p:cNvPr id="5" name="Rectángulo 4">
            <a:extLst>
              <a:ext uri="{FF2B5EF4-FFF2-40B4-BE49-F238E27FC236}">
                <a16:creationId xmlns:a16="http://schemas.microsoft.com/office/drawing/2014/main" id="{8F67A4D8-1A99-41DD-9879-6ABDDF160189}"/>
              </a:ext>
            </a:extLst>
          </p:cNvPr>
          <p:cNvSpPr/>
          <p:nvPr/>
        </p:nvSpPr>
        <p:spPr>
          <a:xfrm>
            <a:off x="3028447"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3037525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EB2CE0CA36E954FA213ED12040B44F1" ma:contentTypeVersion="11" ma:contentTypeDescription="Create a new document." ma:contentTypeScope="" ma:versionID="559d83820419ad196432a27ced504a54">
  <xsd:schema xmlns:xsd="http://www.w3.org/2001/XMLSchema" xmlns:xs="http://www.w3.org/2001/XMLSchema" xmlns:p="http://schemas.microsoft.com/office/2006/metadata/properties" xmlns:ns2="04635621-dc1a-449d-9263-379ef1e0c7af" xmlns:ns3="e7552d2f-a9ff-49a3-97e8-b15d4d12b8a4" targetNamespace="http://schemas.microsoft.com/office/2006/metadata/properties" ma:root="true" ma:fieldsID="4c747997d895b93b9e64d746c09744b0" ns2:_="" ns3:_="">
    <xsd:import namespace="04635621-dc1a-449d-9263-379ef1e0c7af"/>
    <xsd:import namespace="e7552d2f-a9ff-49a3-97e8-b15d4d12b8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EventHashCode" minOccurs="0"/>
                <xsd:element ref="ns2:MediaServiceGenerationTim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635621-dc1a-449d-9263-379ef1e0c7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552d2f-a9ff-49a3-97e8-b15d4d12b8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BAAF26-68DC-4D8E-A30F-95F73D30E0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635621-dc1a-449d-9263-379ef1e0c7af"/>
    <ds:schemaRef ds:uri="e7552d2f-a9ff-49a3-97e8-b15d4d12b8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E6CE43-FC6D-467A-98DF-308B87224D3B}">
  <ds:schemaRefs>
    <ds:schemaRef ds:uri="http://schemas.microsoft.com/sharepoint/v3/contenttype/forms"/>
  </ds:schemaRefs>
</ds:datastoreItem>
</file>

<file path=customXml/itemProps3.xml><?xml version="1.0" encoding="utf-8"?>
<ds:datastoreItem xmlns:ds="http://schemas.openxmlformats.org/officeDocument/2006/customXml" ds:itemID="{C7A1AD7D-84A4-4F57-9520-9A5415790336}">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3848</TotalTime>
  <Words>749</Words>
  <Application>Microsoft Office PowerPoint</Application>
  <PresentationFormat>Panorámica</PresentationFormat>
  <Paragraphs>46</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Solano Gothic MVB Std Cap</vt:lpstr>
      <vt:lpstr>Tema de Office</vt:lpstr>
      <vt:lpstr>ARQUITECTURA  EMPRESARIAL</vt:lpstr>
      <vt:lpstr>AGENDA</vt:lpstr>
      <vt:lpstr>LOGROS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Mafer Burmester</dc:creator>
  <cp:lastModifiedBy>Emilio Herrera Trujillo</cp:lastModifiedBy>
  <cp:revision>78</cp:revision>
  <dcterms:created xsi:type="dcterms:W3CDTF">2018-11-07T18:54:08Z</dcterms:created>
  <dcterms:modified xsi:type="dcterms:W3CDTF">2023-08-11T18:43:41Z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0x0101003EB2CE0CA36E954FA213ED12040B44F1</vt:lpwstr>
  </property>
</Properties>
</file>