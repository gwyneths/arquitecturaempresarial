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81" r:id="rId6"/>
    <p:sldId id="282" r:id="rId7"/>
    <p:sldId id="317" r:id="rId8"/>
    <p:sldId id="263" r:id="rId9"/>
    <p:sldId id="304" r:id="rId10"/>
    <p:sldId id="305" r:id="rId11"/>
    <p:sldId id="306" r:id="rId12"/>
    <p:sldId id="307" r:id="rId13"/>
    <p:sldId id="308" r:id="rId14"/>
    <p:sldId id="309" r:id="rId15"/>
    <p:sldId id="310" r:id="rId16"/>
    <p:sldId id="311" r:id="rId17"/>
    <p:sldId id="312" r:id="rId18"/>
    <p:sldId id="313" r:id="rId19"/>
    <p:sldId id="314" r:id="rId20"/>
    <p:sldId id="315" r:id="rId21"/>
    <p:sldId id="316" r:id="rId22"/>
    <p:sldId id="318" r:id="rId23"/>
    <p:sldId id="319" r:id="rId24"/>
    <p:sldId id="284" r:id="rId25"/>
    <p:sldId id="285" r:id="rId26"/>
    <p:sldId id="286" r:id="rId27"/>
    <p:sldId id="287" r:id="rId28"/>
    <p:sldId id="288" r:id="rId29"/>
    <p:sldId id="290" r:id="rId30"/>
    <p:sldId id="294" r:id="rId31"/>
    <p:sldId id="295" r:id="rId32"/>
    <p:sldId id="296" r:id="rId33"/>
    <p:sldId id="297" r:id="rId34"/>
    <p:sldId id="291" r:id="rId35"/>
    <p:sldId id="298" r:id="rId36"/>
    <p:sldId id="320" r:id="rId37"/>
    <p:sldId id="293" r:id="rId38"/>
    <p:sldId id="299" r:id="rId39"/>
    <p:sldId id="300" r:id="rId40"/>
    <p:sldId id="321" r:id="rId41"/>
    <p:sldId id="322" r:id="rId42"/>
    <p:sldId id="323" r:id="rId43"/>
    <p:sldId id="324" r:id="rId44"/>
    <p:sldId id="325" r:id="rId45"/>
    <p:sldId id="301" r:id="rId46"/>
    <p:sldId id="326" r:id="rId47"/>
    <p:sldId id="327" r:id="rId48"/>
    <p:sldId id="328" r:id="rId49"/>
    <p:sldId id="329" r:id="rId50"/>
    <p:sldId id="330" r:id="rId51"/>
    <p:sldId id="331" r:id="rId52"/>
    <p:sldId id="332" r:id="rId53"/>
    <p:sldId id="292" r:id="rId54"/>
    <p:sldId id="302" r:id="rId55"/>
    <p:sldId id="283" r:id="rId5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D72"/>
    <a:srgbClr val="8AB2A5"/>
    <a:srgbClr val="006E4F"/>
    <a:srgbClr val="535353"/>
    <a:srgbClr val="0091CB"/>
    <a:srgbClr val="006178"/>
    <a:srgbClr val="007DA1"/>
    <a:srgbClr val="AEAEAE"/>
    <a:srgbClr val="50BCE2"/>
    <a:srgbClr val="0E74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7A2E3C-C9C9-466B-81AB-8171F9F198F3}" v="4" dt="2023-08-11T16:23:25.09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40" autoAdjust="0"/>
    <p:restoredTop sz="94660"/>
  </p:normalViewPr>
  <p:slideViewPr>
    <p:cSldViewPr snapToGrid="0">
      <p:cViewPr varScale="1">
        <p:scale>
          <a:sx n="69" d="100"/>
          <a:sy n="69" d="100"/>
        </p:scale>
        <p:origin x="59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ilio Herrera Trujillo" userId="968374b4-bfd7-409d-b4bc-f1e0894ffdf7" providerId="ADAL" clId="{EF650527-779F-4C85-BAEE-F6D8363CE70A}"/>
    <pc:docChg chg="custSel modSld">
      <pc:chgData name="Emilio Herrera Trujillo" userId="968374b4-bfd7-409d-b4bc-f1e0894ffdf7" providerId="ADAL" clId="{EF650527-779F-4C85-BAEE-F6D8363CE70A}" dt="2023-03-12T02:12:25.790" v="0" actId="478"/>
      <pc:docMkLst>
        <pc:docMk/>
      </pc:docMkLst>
      <pc:sldChg chg="delSp mod">
        <pc:chgData name="Emilio Herrera Trujillo" userId="968374b4-bfd7-409d-b4bc-f1e0894ffdf7" providerId="ADAL" clId="{EF650527-779F-4C85-BAEE-F6D8363CE70A}" dt="2023-03-12T02:12:25.790" v="0" actId="478"/>
        <pc:sldMkLst>
          <pc:docMk/>
          <pc:sldMk cId="2288737760" sldId="256"/>
        </pc:sldMkLst>
        <pc:spChg chg="del">
          <ac:chgData name="Emilio Herrera Trujillo" userId="968374b4-bfd7-409d-b4bc-f1e0894ffdf7" providerId="ADAL" clId="{EF650527-779F-4C85-BAEE-F6D8363CE70A}" dt="2023-03-12T02:12:25.790" v="0" actId="478"/>
          <ac:spMkLst>
            <pc:docMk/>
            <pc:sldMk cId="2288737760" sldId="256"/>
            <ac:spMk id="9" creationId="{FED19880-6C5F-1A52-A9BD-73E4E9A8DFB2}"/>
          </ac:spMkLst>
        </pc:spChg>
      </pc:sldChg>
    </pc:docChg>
  </pc:docChgLst>
  <pc:docChgLst>
    <pc:chgData name="PCSIEHER (HERRERA TRUJILLO, EMILIO ANTONIO)" userId="c2439461-86f4-408f-a81b-719e8ff0266f" providerId="ADAL" clId="{FC7A2E3C-C9C9-466B-81AB-8171F9F198F3}"/>
    <pc:docChg chg="custSel addSld modSld sldOrd">
      <pc:chgData name="PCSIEHER (HERRERA TRUJILLO, EMILIO ANTONIO)" userId="c2439461-86f4-408f-a81b-719e8ff0266f" providerId="ADAL" clId="{FC7A2E3C-C9C9-466B-81AB-8171F9F198F3}" dt="2023-08-11T16:24:51.083" v="431" actId="20577"/>
      <pc:docMkLst>
        <pc:docMk/>
      </pc:docMkLst>
      <pc:sldChg chg="modSp mod">
        <pc:chgData name="PCSIEHER (HERRERA TRUJILLO, EMILIO ANTONIO)" userId="c2439461-86f4-408f-a81b-719e8ff0266f" providerId="ADAL" clId="{FC7A2E3C-C9C9-466B-81AB-8171F9F198F3}" dt="2023-08-11T16:17:30.378" v="39" actId="20577"/>
        <pc:sldMkLst>
          <pc:docMk/>
          <pc:sldMk cId="2288737760" sldId="256"/>
        </pc:sldMkLst>
        <pc:spChg chg="mod">
          <ac:chgData name="PCSIEHER (HERRERA TRUJILLO, EMILIO ANTONIO)" userId="c2439461-86f4-408f-a81b-719e8ff0266f" providerId="ADAL" clId="{FC7A2E3C-C9C9-466B-81AB-8171F9F198F3}" dt="2023-08-11T16:17:28.018" v="37" actId="1076"/>
          <ac:spMkLst>
            <pc:docMk/>
            <pc:sldMk cId="2288737760" sldId="256"/>
            <ac:spMk id="3" creationId="{CF2085F7-CAA4-405B-97ED-17A87A66D67D}"/>
          </ac:spMkLst>
        </pc:spChg>
        <pc:spChg chg="mod">
          <ac:chgData name="PCSIEHER (HERRERA TRUJILLO, EMILIO ANTONIO)" userId="c2439461-86f4-408f-a81b-719e8ff0266f" providerId="ADAL" clId="{FC7A2E3C-C9C9-466B-81AB-8171F9F198F3}" dt="2023-08-11T16:17:30.378" v="39" actId="20577"/>
          <ac:spMkLst>
            <pc:docMk/>
            <pc:sldMk cId="2288737760" sldId="256"/>
            <ac:spMk id="4" creationId="{9CE198DE-125F-402F-B3CF-9A2665B60051}"/>
          </ac:spMkLst>
        </pc:spChg>
      </pc:sldChg>
      <pc:sldChg chg="modSp mod">
        <pc:chgData name="PCSIEHER (HERRERA TRUJILLO, EMILIO ANTONIO)" userId="c2439461-86f4-408f-a81b-719e8ff0266f" providerId="ADAL" clId="{FC7A2E3C-C9C9-466B-81AB-8171F9F198F3}" dt="2023-08-11T16:17:59.314" v="74" actId="20577"/>
        <pc:sldMkLst>
          <pc:docMk/>
          <pc:sldMk cId="1667273690" sldId="281"/>
        </pc:sldMkLst>
        <pc:spChg chg="mod">
          <ac:chgData name="PCSIEHER (HERRERA TRUJILLO, EMILIO ANTONIO)" userId="c2439461-86f4-408f-a81b-719e8ff0266f" providerId="ADAL" clId="{FC7A2E3C-C9C9-466B-81AB-8171F9F198F3}" dt="2023-08-11T16:17:59.314" v="74" actId="20577"/>
          <ac:spMkLst>
            <pc:docMk/>
            <pc:sldMk cId="1667273690" sldId="281"/>
            <ac:spMk id="6" creationId="{D1920445-2224-41CF-9436-C0A0A7CBF3A4}"/>
          </ac:spMkLst>
        </pc:spChg>
      </pc:sldChg>
      <pc:sldChg chg="modSp mod">
        <pc:chgData name="PCSIEHER (HERRERA TRUJILLO, EMILIO ANTONIO)" userId="c2439461-86f4-408f-a81b-719e8ff0266f" providerId="ADAL" clId="{FC7A2E3C-C9C9-466B-81AB-8171F9F198F3}" dt="2023-08-11T16:19:17.929" v="190" actId="6549"/>
        <pc:sldMkLst>
          <pc:docMk/>
          <pc:sldMk cId="4112524396" sldId="282"/>
        </pc:sldMkLst>
        <pc:spChg chg="mod">
          <ac:chgData name="PCSIEHER (HERRERA TRUJILLO, EMILIO ANTONIO)" userId="c2439461-86f4-408f-a81b-719e8ff0266f" providerId="ADAL" clId="{FC7A2E3C-C9C9-466B-81AB-8171F9F198F3}" dt="2023-08-11T16:19:17.929" v="190" actId="6549"/>
          <ac:spMkLst>
            <pc:docMk/>
            <pc:sldMk cId="4112524396" sldId="282"/>
            <ac:spMk id="6" creationId="{D1920445-2224-41CF-9436-C0A0A7CBF3A4}"/>
          </ac:spMkLst>
        </pc:spChg>
      </pc:sldChg>
      <pc:sldChg chg="add">
        <pc:chgData name="PCSIEHER (HERRERA TRUJILLO, EMILIO ANTONIO)" userId="c2439461-86f4-408f-a81b-719e8ff0266f" providerId="ADAL" clId="{FC7A2E3C-C9C9-466B-81AB-8171F9F198F3}" dt="2023-08-11T16:22:31.284" v="249"/>
        <pc:sldMkLst>
          <pc:docMk/>
          <pc:sldMk cId="3482987551" sldId="284"/>
        </pc:sldMkLst>
      </pc:sldChg>
      <pc:sldChg chg="add">
        <pc:chgData name="PCSIEHER (HERRERA TRUJILLO, EMILIO ANTONIO)" userId="c2439461-86f4-408f-a81b-719e8ff0266f" providerId="ADAL" clId="{FC7A2E3C-C9C9-466B-81AB-8171F9F198F3}" dt="2023-08-11T16:22:31.284" v="249"/>
        <pc:sldMkLst>
          <pc:docMk/>
          <pc:sldMk cId="2170432562" sldId="285"/>
        </pc:sldMkLst>
      </pc:sldChg>
      <pc:sldChg chg="add">
        <pc:chgData name="PCSIEHER (HERRERA TRUJILLO, EMILIO ANTONIO)" userId="c2439461-86f4-408f-a81b-719e8ff0266f" providerId="ADAL" clId="{FC7A2E3C-C9C9-466B-81AB-8171F9F198F3}" dt="2023-08-11T16:22:31.284" v="249"/>
        <pc:sldMkLst>
          <pc:docMk/>
          <pc:sldMk cId="4091746884" sldId="286"/>
        </pc:sldMkLst>
      </pc:sldChg>
      <pc:sldChg chg="add">
        <pc:chgData name="PCSIEHER (HERRERA TRUJILLO, EMILIO ANTONIO)" userId="c2439461-86f4-408f-a81b-719e8ff0266f" providerId="ADAL" clId="{FC7A2E3C-C9C9-466B-81AB-8171F9F198F3}" dt="2023-08-11T16:22:31.284" v="249"/>
        <pc:sldMkLst>
          <pc:docMk/>
          <pc:sldMk cId="1045659866" sldId="287"/>
        </pc:sldMkLst>
      </pc:sldChg>
      <pc:sldChg chg="add">
        <pc:chgData name="PCSIEHER (HERRERA TRUJILLO, EMILIO ANTONIO)" userId="c2439461-86f4-408f-a81b-719e8ff0266f" providerId="ADAL" clId="{FC7A2E3C-C9C9-466B-81AB-8171F9F198F3}" dt="2023-08-11T16:22:31.284" v="249"/>
        <pc:sldMkLst>
          <pc:docMk/>
          <pc:sldMk cId="4171432366" sldId="288"/>
        </pc:sldMkLst>
      </pc:sldChg>
      <pc:sldChg chg="add">
        <pc:chgData name="PCSIEHER (HERRERA TRUJILLO, EMILIO ANTONIO)" userId="c2439461-86f4-408f-a81b-719e8ff0266f" providerId="ADAL" clId="{FC7A2E3C-C9C9-466B-81AB-8171F9F198F3}" dt="2023-08-11T16:22:31.284" v="249"/>
        <pc:sldMkLst>
          <pc:docMk/>
          <pc:sldMk cId="757957902" sldId="290"/>
        </pc:sldMkLst>
      </pc:sldChg>
      <pc:sldChg chg="add">
        <pc:chgData name="PCSIEHER (HERRERA TRUJILLO, EMILIO ANTONIO)" userId="c2439461-86f4-408f-a81b-719e8ff0266f" providerId="ADAL" clId="{FC7A2E3C-C9C9-466B-81AB-8171F9F198F3}" dt="2023-08-11T16:22:31.284" v="249"/>
        <pc:sldMkLst>
          <pc:docMk/>
          <pc:sldMk cId="2779429263" sldId="291"/>
        </pc:sldMkLst>
      </pc:sldChg>
      <pc:sldChg chg="modSp mod ord">
        <pc:chgData name="PCSIEHER (HERRERA TRUJILLO, EMILIO ANTONIO)" userId="c2439461-86f4-408f-a81b-719e8ff0266f" providerId="ADAL" clId="{FC7A2E3C-C9C9-466B-81AB-8171F9F198F3}" dt="2023-08-11T16:24:51.083" v="431" actId="20577"/>
        <pc:sldMkLst>
          <pc:docMk/>
          <pc:sldMk cId="2028409257" sldId="292"/>
        </pc:sldMkLst>
        <pc:spChg chg="mod">
          <ac:chgData name="PCSIEHER (HERRERA TRUJILLO, EMILIO ANTONIO)" userId="c2439461-86f4-408f-a81b-719e8ff0266f" providerId="ADAL" clId="{FC7A2E3C-C9C9-466B-81AB-8171F9F198F3}" dt="2023-08-11T16:24:51.083" v="431" actId="20577"/>
          <ac:spMkLst>
            <pc:docMk/>
            <pc:sldMk cId="2028409257" sldId="292"/>
            <ac:spMk id="3" creationId="{34641D4C-D0B1-6928-29F1-CAC65C4A93B7}"/>
          </ac:spMkLst>
        </pc:spChg>
      </pc:sldChg>
      <pc:sldChg chg="add">
        <pc:chgData name="PCSIEHER (HERRERA TRUJILLO, EMILIO ANTONIO)" userId="c2439461-86f4-408f-a81b-719e8ff0266f" providerId="ADAL" clId="{FC7A2E3C-C9C9-466B-81AB-8171F9F198F3}" dt="2023-08-11T16:22:31.284" v="249"/>
        <pc:sldMkLst>
          <pc:docMk/>
          <pc:sldMk cId="4094422400" sldId="293"/>
        </pc:sldMkLst>
      </pc:sldChg>
      <pc:sldChg chg="add">
        <pc:chgData name="PCSIEHER (HERRERA TRUJILLO, EMILIO ANTONIO)" userId="c2439461-86f4-408f-a81b-719e8ff0266f" providerId="ADAL" clId="{FC7A2E3C-C9C9-466B-81AB-8171F9F198F3}" dt="2023-08-11T16:22:31.284" v="249"/>
        <pc:sldMkLst>
          <pc:docMk/>
          <pc:sldMk cId="1649448667" sldId="294"/>
        </pc:sldMkLst>
      </pc:sldChg>
      <pc:sldChg chg="add">
        <pc:chgData name="PCSIEHER (HERRERA TRUJILLO, EMILIO ANTONIO)" userId="c2439461-86f4-408f-a81b-719e8ff0266f" providerId="ADAL" clId="{FC7A2E3C-C9C9-466B-81AB-8171F9F198F3}" dt="2023-08-11T16:22:31.284" v="249"/>
        <pc:sldMkLst>
          <pc:docMk/>
          <pc:sldMk cId="1816832664" sldId="295"/>
        </pc:sldMkLst>
      </pc:sldChg>
      <pc:sldChg chg="add">
        <pc:chgData name="PCSIEHER (HERRERA TRUJILLO, EMILIO ANTONIO)" userId="c2439461-86f4-408f-a81b-719e8ff0266f" providerId="ADAL" clId="{FC7A2E3C-C9C9-466B-81AB-8171F9F198F3}" dt="2023-08-11T16:22:31.284" v="249"/>
        <pc:sldMkLst>
          <pc:docMk/>
          <pc:sldMk cId="2948330551" sldId="296"/>
        </pc:sldMkLst>
      </pc:sldChg>
      <pc:sldChg chg="add">
        <pc:chgData name="PCSIEHER (HERRERA TRUJILLO, EMILIO ANTONIO)" userId="c2439461-86f4-408f-a81b-719e8ff0266f" providerId="ADAL" clId="{FC7A2E3C-C9C9-466B-81AB-8171F9F198F3}" dt="2023-08-11T16:22:31.284" v="249"/>
        <pc:sldMkLst>
          <pc:docMk/>
          <pc:sldMk cId="2547625854" sldId="297"/>
        </pc:sldMkLst>
      </pc:sldChg>
      <pc:sldChg chg="add">
        <pc:chgData name="PCSIEHER (HERRERA TRUJILLO, EMILIO ANTONIO)" userId="c2439461-86f4-408f-a81b-719e8ff0266f" providerId="ADAL" clId="{FC7A2E3C-C9C9-466B-81AB-8171F9F198F3}" dt="2023-08-11T16:22:31.284" v="249"/>
        <pc:sldMkLst>
          <pc:docMk/>
          <pc:sldMk cId="3157822482" sldId="298"/>
        </pc:sldMkLst>
      </pc:sldChg>
      <pc:sldChg chg="add">
        <pc:chgData name="PCSIEHER (HERRERA TRUJILLO, EMILIO ANTONIO)" userId="c2439461-86f4-408f-a81b-719e8ff0266f" providerId="ADAL" clId="{FC7A2E3C-C9C9-466B-81AB-8171F9F198F3}" dt="2023-08-11T16:22:31.284" v="249"/>
        <pc:sldMkLst>
          <pc:docMk/>
          <pc:sldMk cId="3034664159" sldId="299"/>
        </pc:sldMkLst>
      </pc:sldChg>
      <pc:sldChg chg="add">
        <pc:chgData name="PCSIEHER (HERRERA TRUJILLO, EMILIO ANTONIO)" userId="c2439461-86f4-408f-a81b-719e8ff0266f" providerId="ADAL" clId="{FC7A2E3C-C9C9-466B-81AB-8171F9F198F3}" dt="2023-08-11T16:22:31.284" v="249"/>
        <pc:sldMkLst>
          <pc:docMk/>
          <pc:sldMk cId="1132078284" sldId="300"/>
        </pc:sldMkLst>
      </pc:sldChg>
      <pc:sldChg chg="add">
        <pc:chgData name="PCSIEHER (HERRERA TRUJILLO, EMILIO ANTONIO)" userId="c2439461-86f4-408f-a81b-719e8ff0266f" providerId="ADAL" clId="{FC7A2E3C-C9C9-466B-81AB-8171F9F198F3}" dt="2023-08-11T16:22:31.284" v="249"/>
        <pc:sldMkLst>
          <pc:docMk/>
          <pc:sldMk cId="610158794" sldId="301"/>
        </pc:sldMkLst>
      </pc:sldChg>
      <pc:sldChg chg="addSp modSp add mod">
        <pc:chgData name="PCSIEHER (HERRERA TRUJILLO, EMILIO ANTONIO)" userId="c2439461-86f4-408f-a81b-719e8ff0266f" providerId="ADAL" clId="{FC7A2E3C-C9C9-466B-81AB-8171F9F198F3}" dt="2023-08-11T16:24:00.691" v="293" actId="6549"/>
        <pc:sldMkLst>
          <pc:docMk/>
          <pc:sldMk cId="2346714810" sldId="302"/>
        </pc:sldMkLst>
        <pc:spChg chg="mod">
          <ac:chgData name="PCSIEHER (HERRERA TRUJILLO, EMILIO ANTONIO)" userId="c2439461-86f4-408f-a81b-719e8ff0266f" providerId="ADAL" clId="{FC7A2E3C-C9C9-466B-81AB-8171F9F198F3}" dt="2023-08-11T16:24:00.691" v="293" actId="6549"/>
          <ac:spMkLst>
            <pc:docMk/>
            <pc:sldMk cId="2346714810" sldId="302"/>
            <ac:spMk id="2" creationId="{8A88965A-9E94-717B-C256-FE899B931B09}"/>
          </ac:spMkLst>
        </pc:spChg>
        <pc:spChg chg="add mod">
          <ac:chgData name="PCSIEHER (HERRERA TRUJILLO, EMILIO ANTONIO)" userId="c2439461-86f4-408f-a81b-719e8ff0266f" providerId="ADAL" clId="{FC7A2E3C-C9C9-466B-81AB-8171F9F198F3}" dt="2023-08-11T16:23:48.562" v="292" actId="20577"/>
          <ac:spMkLst>
            <pc:docMk/>
            <pc:sldMk cId="2346714810" sldId="302"/>
            <ac:spMk id="3" creationId="{1A5FF379-0933-B4F0-BA2E-444B0D43916C}"/>
          </ac:spMkLst>
        </pc:spChg>
      </pc:sldChg>
      <pc:sldChg chg="delSp modSp add mod">
        <pc:chgData name="PCSIEHER (HERRERA TRUJILLO, EMILIO ANTONIO)" userId="c2439461-86f4-408f-a81b-719e8ff0266f" providerId="ADAL" clId="{FC7A2E3C-C9C9-466B-81AB-8171F9F198F3}" dt="2023-08-11T16:21:23.442" v="214" actId="404"/>
        <pc:sldMkLst>
          <pc:docMk/>
          <pc:sldMk cId="2286474670" sldId="317"/>
        </pc:sldMkLst>
        <pc:spChg chg="mod">
          <ac:chgData name="PCSIEHER (HERRERA TRUJILLO, EMILIO ANTONIO)" userId="c2439461-86f4-408f-a81b-719e8ff0266f" providerId="ADAL" clId="{FC7A2E3C-C9C9-466B-81AB-8171F9F198F3}" dt="2023-08-11T16:21:23.442" v="214" actId="404"/>
          <ac:spMkLst>
            <pc:docMk/>
            <pc:sldMk cId="2286474670" sldId="317"/>
            <ac:spMk id="4" creationId="{2588C7D1-F78D-4230-AAE0-F183065FA15F}"/>
          </ac:spMkLst>
        </pc:spChg>
        <pc:spChg chg="del">
          <ac:chgData name="PCSIEHER (HERRERA TRUJILLO, EMILIO ANTONIO)" userId="c2439461-86f4-408f-a81b-719e8ff0266f" providerId="ADAL" clId="{FC7A2E3C-C9C9-466B-81AB-8171F9F198F3}" dt="2023-08-11T16:20:56.796" v="192" actId="478"/>
          <ac:spMkLst>
            <pc:docMk/>
            <pc:sldMk cId="2286474670" sldId="317"/>
            <ac:spMk id="5" creationId="{71515433-BA99-4B15-90B4-2CFB93914541}"/>
          </ac:spMkLst>
        </pc:spChg>
        <pc:spChg chg="del">
          <ac:chgData name="PCSIEHER (HERRERA TRUJILLO, EMILIO ANTONIO)" userId="c2439461-86f4-408f-a81b-719e8ff0266f" providerId="ADAL" clId="{FC7A2E3C-C9C9-466B-81AB-8171F9F198F3}" dt="2023-08-11T16:20:56.796" v="192" actId="478"/>
          <ac:spMkLst>
            <pc:docMk/>
            <pc:sldMk cId="2286474670" sldId="317"/>
            <ac:spMk id="10" creationId="{82741DDB-CA94-1A3B-9DFB-C31A09B3555F}"/>
          </ac:spMkLst>
        </pc:spChg>
        <pc:spChg chg="del">
          <ac:chgData name="PCSIEHER (HERRERA TRUJILLO, EMILIO ANTONIO)" userId="c2439461-86f4-408f-a81b-719e8ff0266f" providerId="ADAL" clId="{FC7A2E3C-C9C9-466B-81AB-8171F9F198F3}" dt="2023-08-11T16:20:56.796" v="192" actId="478"/>
          <ac:spMkLst>
            <pc:docMk/>
            <pc:sldMk cId="2286474670" sldId="317"/>
            <ac:spMk id="11" creationId="{BF718B85-7045-F304-2712-4FB5E08691D7}"/>
          </ac:spMkLst>
        </pc:spChg>
        <pc:picChg chg="del">
          <ac:chgData name="PCSIEHER (HERRERA TRUJILLO, EMILIO ANTONIO)" userId="c2439461-86f4-408f-a81b-719e8ff0266f" providerId="ADAL" clId="{FC7A2E3C-C9C9-466B-81AB-8171F9F198F3}" dt="2023-08-11T16:20:56.796" v="192" actId="478"/>
          <ac:picMkLst>
            <pc:docMk/>
            <pc:sldMk cId="2286474670" sldId="317"/>
            <ac:picMk id="2" creationId="{F1C26D74-4B79-BF8D-C84A-5152DA259140}"/>
          </ac:picMkLst>
        </pc:picChg>
      </pc:sldChg>
      <pc:sldChg chg="modSp add mod">
        <pc:chgData name="PCSIEHER (HERRERA TRUJILLO, EMILIO ANTONIO)" userId="c2439461-86f4-408f-a81b-719e8ff0266f" providerId="ADAL" clId="{FC7A2E3C-C9C9-466B-81AB-8171F9F198F3}" dt="2023-08-11T16:21:53.471" v="248" actId="20577"/>
        <pc:sldMkLst>
          <pc:docMk/>
          <pc:sldMk cId="2357577600" sldId="318"/>
        </pc:sldMkLst>
        <pc:spChg chg="mod">
          <ac:chgData name="PCSIEHER (HERRERA TRUJILLO, EMILIO ANTONIO)" userId="c2439461-86f4-408f-a81b-719e8ff0266f" providerId="ADAL" clId="{FC7A2E3C-C9C9-466B-81AB-8171F9F198F3}" dt="2023-08-11T16:21:53.471" v="248" actId="20577"/>
          <ac:spMkLst>
            <pc:docMk/>
            <pc:sldMk cId="2357577600" sldId="318"/>
            <ac:spMk id="4" creationId="{2588C7D1-F78D-4230-AAE0-F183065FA15F}"/>
          </ac:spMkLst>
        </pc:spChg>
      </pc:sldChg>
      <pc:sldChg chg="add">
        <pc:chgData name="PCSIEHER (HERRERA TRUJILLO, EMILIO ANTONIO)" userId="c2439461-86f4-408f-a81b-719e8ff0266f" providerId="ADAL" clId="{FC7A2E3C-C9C9-466B-81AB-8171F9F198F3}" dt="2023-08-11T16:22:31.284" v="249"/>
        <pc:sldMkLst>
          <pc:docMk/>
          <pc:sldMk cId="3175624045" sldId="319"/>
        </pc:sldMkLst>
      </pc:sldChg>
      <pc:sldChg chg="add">
        <pc:chgData name="PCSIEHER (HERRERA TRUJILLO, EMILIO ANTONIO)" userId="c2439461-86f4-408f-a81b-719e8ff0266f" providerId="ADAL" clId="{FC7A2E3C-C9C9-466B-81AB-8171F9F198F3}" dt="2023-08-11T16:22:31.284" v="249"/>
        <pc:sldMkLst>
          <pc:docMk/>
          <pc:sldMk cId="1770999448" sldId="320"/>
        </pc:sldMkLst>
      </pc:sldChg>
      <pc:sldChg chg="add">
        <pc:chgData name="PCSIEHER (HERRERA TRUJILLO, EMILIO ANTONIO)" userId="c2439461-86f4-408f-a81b-719e8ff0266f" providerId="ADAL" clId="{FC7A2E3C-C9C9-466B-81AB-8171F9F198F3}" dt="2023-08-11T16:22:31.284" v="249"/>
        <pc:sldMkLst>
          <pc:docMk/>
          <pc:sldMk cId="101319126" sldId="321"/>
        </pc:sldMkLst>
      </pc:sldChg>
      <pc:sldChg chg="add">
        <pc:chgData name="PCSIEHER (HERRERA TRUJILLO, EMILIO ANTONIO)" userId="c2439461-86f4-408f-a81b-719e8ff0266f" providerId="ADAL" clId="{FC7A2E3C-C9C9-466B-81AB-8171F9F198F3}" dt="2023-08-11T16:22:31.284" v="249"/>
        <pc:sldMkLst>
          <pc:docMk/>
          <pc:sldMk cId="1474916324" sldId="322"/>
        </pc:sldMkLst>
      </pc:sldChg>
      <pc:sldChg chg="add">
        <pc:chgData name="PCSIEHER (HERRERA TRUJILLO, EMILIO ANTONIO)" userId="c2439461-86f4-408f-a81b-719e8ff0266f" providerId="ADAL" clId="{FC7A2E3C-C9C9-466B-81AB-8171F9F198F3}" dt="2023-08-11T16:22:31.284" v="249"/>
        <pc:sldMkLst>
          <pc:docMk/>
          <pc:sldMk cId="2294199740" sldId="323"/>
        </pc:sldMkLst>
      </pc:sldChg>
      <pc:sldChg chg="add">
        <pc:chgData name="PCSIEHER (HERRERA TRUJILLO, EMILIO ANTONIO)" userId="c2439461-86f4-408f-a81b-719e8ff0266f" providerId="ADAL" clId="{FC7A2E3C-C9C9-466B-81AB-8171F9F198F3}" dt="2023-08-11T16:22:31.284" v="249"/>
        <pc:sldMkLst>
          <pc:docMk/>
          <pc:sldMk cId="1062102465" sldId="324"/>
        </pc:sldMkLst>
      </pc:sldChg>
      <pc:sldChg chg="add">
        <pc:chgData name="PCSIEHER (HERRERA TRUJILLO, EMILIO ANTONIO)" userId="c2439461-86f4-408f-a81b-719e8ff0266f" providerId="ADAL" clId="{FC7A2E3C-C9C9-466B-81AB-8171F9F198F3}" dt="2023-08-11T16:22:31.284" v="249"/>
        <pc:sldMkLst>
          <pc:docMk/>
          <pc:sldMk cId="223437340" sldId="325"/>
        </pc:sldMkLst>
      </pc:sldChg>
      <pc:sldChg chg="add">
        <pc:chgData name="PCSIEHER (HERRERA TRUJILLO, EMILIO ANTONIO)" userId="c2439461-86f4-408f-a81b-719e8ff0266f" providerId="ADAL" clId="{FC7A2E3C-C9C9-466B-81AB-8171F9F198F3}" dt="2023-08-11T16:22:31.284" v="249"/>
        <pc:sldMkLst>
          <pc:docMk/>
          <pc:sldMk cId="561919650" sldId="326"/>
        </pc:sldMkLst>
      </pc:sldChg>
      <pc:sldChg chg="add">
        <pc:chgData name="PCSIEHER (HERRERA TRUJILLO, EMILIO ANTONIO)" userId="c2439461-86f4-408f-a81b-719e8ff0266f" providerId="ADAL" clId="{FC7A2E3C-C9C9-466B-81AB-8171F9F198F3}" dt="2023-08-11T16:22:31.284" v="249"/>
        <pc:sldMkLst>
          <pc:docMk/>
          <pc:sldMk cId="473895697" sldId="327"/>
        </pc:sldMkLst>
      </pc:sldChg>
      <pc:sldChg chg="add">
        <pc:chgData name="PCSIEHER (HERRERA TRUJILLO, EMILIO ANTONIO)" userId="c2439461-86f4-408f-a81b-719e8ff0266f" providerId="ADAL" clId="{FC7A2E3C-C9C9-466B-81AB-8171F9F198F3}" dt="2023-08-11T16:22:31.284" v="249"/>
        <pc:sldMkLst>
          <pc:docMk/>
          <pc:sldMk cId="2610063374" sldId="328"/>
        </pc:sldMkLst>
      </pc:sldChg>
      <pc:sldChg chg="add">
        <pc:chgData name="PCSIEHER (HERRERA TRUJILLO, EMILIO ANTONIO)" userId="c2439461-86f4-408f-a81b-719e8ff0266f" providerId="ADAL" clId="{FC7A2E3C-C9C9-466B-81AB-8171F9F198F3}" dt="2023-08-11T16:22:31.284" v="249"/>
        <pc:sldMkLst>
          <pc:docMk/>
          <pc:sldMk cId="3994027834" sldId="329"/>
        </pc:sldMkLst>
      </pc:sldChg>
      <pc:sldChg chg="add">
        <pc:chgData name="PCSIEHER (HERRERA TRUJILLO, EMILIO ANTONIO)" userId="c2439461-86f4-408f-a81b-719e8ff0266f" providerId="ADAL" clId="{FC7A2E3C-C9C9-466B-81AB-8171F9F198F3}" dt="2023-08-11T16:22:31.284" v="249"/>
        <pc:sldMkLst>
          <pc:docMk/>
          <pc:sldMk cId="2435006752" sldId="330"/>
        </pc:sldMkLst>
      </pc:sldChg>
      <pc:sldChg chg="add">
        <pc:chgData name="PCSIEHER (HERRERA TRUJILLO, EMILIO ANTONIO)" userId="c2439461-86f4-408f-a81b-719e8ff0266f" providerId="ADAL" clId="{FC7A2E3C-C9C9-466B-81AB-8171F9F198F3}" dt="2023-08-11T16:22:31.284" v="249"/>
        <pc:sldMkLst>
          <pc:docMk/>
          <pc:sldMk cId="577784200" sldId="331"/>
        </pc:sldMkLst>
      </pc:sldChg>
      <pc:sldChg chg="add">
        <pc:chgData name="PCSIEHER (HERRERA TRUJILLO, EMILIO ANTONIO)" userId="c2439461-86f4-408f-a81b-719e8ff0266f" providerId="ADAL" clId="{FC7A2E3C-C9C9-466B-81AB-8171F9F198F3}" dt="2023-08-11T16:22:31.284" v="249"/>
        <pc:sldMkLst>
          <pc:docMk/>
          <pc:sldMk cId="2238601058" sldId="332"/>
        </pc:sldMkLst>
      </pc:sldChg>
    </pc:docChg>
  </pc:docChgLst>
  <pc:docChgLst>
    <pc:chgData name="Emilio Herrera Trujillo" userId="968374b4-bfd7-409d-b4bc-f1e0894ffdf7" providerId="ADAL" clId="{F9986450-B19F-4DE7-BD0F-EE4567DD3385}"/>
    <pc:docChg chg="undo custSel addSld modSld sldOrd">
      <pc:chgData name="Emilio Herrera Trujillo" userId="968374b4-bfd7-409d-b4bc-f1e0894ffdf7" providerId="ADAL" clId="{F9986450-B19F-4DE7-BD0F-EE4567DD3385}" dt="2023-02-02T22:57:33.751" v="906" actId="20577"/>
      <pc:docMkLst>
        <pc:docMk/>
      </pc:docMkLst>
      <pc:sldChg chg="addSp delSp modSp mod">
        <pc:chgData name="Emilio Herrera Trujillo" userId="968374b4-bfd7-409d-b4bc-f1e0894ffdf7" providerId="ADAL" clId="{F9986450-B19F-4DE7-BD0F-EE4567DD3385}" dt="2023-02-02T22:56:49.359" v="800" actId="20577"/>
        <pc:sldMkLst>
          <pc:docMk/>
          <pc:sldMk cId="2288737760" sldId="256"/>
        </pc:sldMkLst>
        <pc:spChg chg="mod">
          <ac:chgData name="Emilio Herrera Trujillo" userId="968374b4-bfd7-409d-b4bc-f1e0894ffdf7" providerId="ADAL" clId="{F9986450-B19F-4DE7-BD0F-EE4567DD3385}" dt="2023-02-02T22:42:29.558" v="81" actId="14100"/>
          <ac:spMkLst>
            <pc:docMk/>
            <pc:sldMk cId="2288737760" sldId="256"/>
            <ac:spMk id="2" creationId="{16044E04-63F5-4419-B737-917DE6A7BCB2}"/>
          </ac:spMkLst>
        </pc:spChg>
        <pc:spChg chg="mod">
          <ac:chgData name="Emilio Herrera Trujillo" userId="968374b4-bfd7-409d-b4bc-f1e0894ffdf7" providerId="ADAL" clId="{F9986450-B19F-4DE7-BD0F-EE4567DD3385}" dt="2023-02-02T22:56:49.359" v="800" actId="20577"/>
          <ac:spMkLst>
            <pc:docMk/>
            <pc:sldMk cId="2288737760" sldId="256"/>
            <ac:spMk id="3" creationId="{CF2085F7-CAA4-405B-97ED-17A87A66D67D}"/>
          </ac:spMkLst>
        </pc:spChg>
        <pc:spChg chg="mod">
          <ac:chgData name="Emilio Herrera Trujillo" userId="968374b4-bfd7-409d-b4bc-f1e0894ffdf7" providerId="ADAL" clId="{F9986450-B19F-4DE7-BD0F-EE4567DD3385}" dt="2023-02-02T22:45:02.919" v="152" actId="1076"/>
          <ac:spMkLst>
            <pc:docMk/>
            <pc:sldMk cId="2288737760" sldId="256"/>
            <ac:spMk id="4" creationId="{9CE198DE-125F-402F-B3CF-9A2665B60051}"/>
          </ac:spMkLst>
        </pc:spChg>
        <pc:spChg chg="add mod">
          <ac:chgData name="Emilio Herrera Trujillo" userId="968374b4-bfd7-409d-b4bc-f1e0894ffdf7" providerId="ADAL" clId="{F9986450-B19F-4DE7-BD0F-EE4567DD3385}" dt="2023-02-02T22:55:03.155" v="704" actId="1076"/>
          <ac:spMkLst>
            <pc:docMk/>
            <pc:sldMk cId="2288737760" sldId="256"/>
            <ac:spMk id="9" creationId="{FED19880-6C5F-1A52-A9BD-73E4E9A8DFB2}"/>
          </ac:spMkLst>
        </pc:spChg>
        <pc:picChg chg="add mod">
          <ac:chgData name="Emilio Herrera Trujillo" userId="968374b4-bfd7-409d-b4bc-f1e0894ffdf7" providerId="ADAL" clId="{F9986450-B19F-4DE7-BD0F-EE4567DD3385}" dt="2023-02-02T22:42:02.131" v="71" actId="14100"/>
          <ac:picMkLst>
            <pc:docMk/>
            <pc:sldMk cId="2288737760" sldId="256"/>
            <ac:picMk id="5" creationId="{5CCA9E83-D5A3-F9B5-1ECB-9BEFD3B460A7}"/>
          </ac:picMkLst>
        </pc:picChg>
        <pc:picChg chg="del">
          <ac:chgData name="Emilio Herrera Trujillo" userId="968374b4-bfd7-409d-b4bc-f1e0894ffdf7" providerId="ADAL" clId="{F9986450-B19F-4DE7-BD0F-EE4567DD3385}" dt="2023-02-02T22:38:26.621" v="0" actId="478"/>
          <ac:picMkLst>
            <pc:docMk/>
            <pc:sldMk cId="2288737760" sldId="256"/>
            <ac:picMk id="6" creationId="{5AB8CA2E-F474-4039-B57E-9C5FC8E47261}"/>
          </ac:picMkLst>
        </pc:picChg>
        <pc:picChg chg="add del mod">
          <ac:chgData name="Emilio Herrera Trujillo" userId="968374b4-bfd7-409d-b4bc-f1e0894ffdf7" providerId="ADAL" clId="{F9986450-B19F-4DE7-BD0F-EE4567DD3385}" dt="2023-02-02T22:44:43.404" v="149" actId="478"/>
          <ac:picMkLst>
            <pc:docMk/>
            <pc:sldMk cId="2288737760" sldId="256"/>
            <ac:picMk id="7" creationId="{D42063C9-52AC-7A7F-867A-732D6A6893C4}"/>
          </ac:picMkLst>
        </pc:picChg>
        <pc:picChg chg="del mod">
          <ac:chgData name="Emilio Herrera Trujillo" userId="968374b4-bfd7-409d-b4bc-f1e0894ffdf7" providerId="ADAL" clId="{F9986450-B19F-4DE7-BD0F-EE4567DD3385}" dt="2023-02-02T22:41:12.981" v="63" actId="478"/>
          <ac:picMkLst>
            <pc:docMk/>
            <pc:sldMk cId="2288737760" sldId="256"/>
            <ac:picMk id="8" creationId="{778C75AE-8ECE-4FD4-AFED-81096B6FE6FF}"/>
          </ac:picMkLst>
        </pc:picChg>
      </pc:sldChg>
      <pc:sldChg chg="addSp delSp modSp">
        <pc:chgData name="Emilio Herrera Trujillo" userId="968374b4-bfd7-409d-b4bc-f1e0894ffdf7" providerId="ADAL" clId="{F9986450-B19F-4DE7-BD0F-EE4567DD3385}" dt="2023-02-02T22:48:00.318" v="179"/>
        <pc:sldMkLst>
          <pc:docMk/>
          <pc:sldMk cId="1155280616" sldId="263"/>
        </pc:sldMkLst>
        <pc:picChg chg="add del mod">
          <ac:chgData name="Emilio Herrera Trujillo" userId="968374b4-bfd7-409d-b4bc-f1e0894ffdf7" providerId="ADAL" clId="{F9986450-B19F-4DE7-BD0F-EE4567DD3385}" dt="2023-02-02T22:48:00.318" v="179"/>
          <ac:picMkLst>
            <pc:docMk/>
            <pc:sldMk cId="1155280616" sldId="263"/>
            <ac:picMk id="2" creationId="{92C25FFB-7519-04A7-36BA-99E4A9C93952}"/>
          </ac:picMkLst>
        </pc:picChg>
      </pc:sldChg>
      <pc:sldChg chg="addSp delSp modSp">
        <pc:chgData name="Emilio Herrera Trujillo" userId="968374b4-bfd7-409d-b4bc-f1e0894ffdf7" providerId="ADAL" clId="{F9986450-B19F-4DE7-BD0F-EE4567DD3385}" dt="2023-02-02T22:47:58.562" v="178"/>
        <pc:sldMkLst>
          <pc:docMk/>
          <pc:sldMk cId="210311730" sldId="264"/>
        </pc:sldMkLst>
        <pc:picChg chg="add del mod">
          <ac:chgData name="Emilio Herrera Trujillo" userId="968374b4-bfd7-409d-b4bc-f1e0894ffdf7" providerId="ADAL" clId="{F9986450-B19F-4DE7-BD0F-EE4567DD3385}" dt="2023-02-02T22:47:58.562" v="178"/>
          <ac:picMkLst>
            <pc:docMk/>
            <pc:sldMk cId="210311730" sldId="264"/>
            <ac:picMk id="2" creationId="{C987A9A5-0A83-9C8A-A0EA-DA4C052B46A9}"/>
          </ac:picMkLst>
        </pc:picChg>
      </pc:sldChg>
      <pc:sldChg chg="addSp delSp modSp mod ord">
        <pc:chgData name="Emilio Herrera Trujillo" userId="968374b4-bfd7-409d-b4bc-f1e0894ffdf7" providerId="ADAL" clId="{F9986450-B19F-4DE7-BD0F-EE4567DD3385}" dt="2023-02-02T22:57:15.507" v="889" actId="20577"/>
        <pc:sldMkLst>
          <pc:docMk/>
          <pc:sldMk cId="1667273690" sldId="281"/>
        </pc:sldMkLst>
        <pc:spChg chg="mod">
          <ac:chgData name="Emilio Herrera Trujillo" userId="968374b4-bfd7-409d-b4bc-f1e0894ffdf7" providerId="ADAL" clId="{F9986450-B19F-4DE7-BD0F-EE4567DD3385}" dt="2023-02-02T22:57:15.507" v="889" actId="20577"/>
          <ac:spMkLst>
            <pc:docMk/>
            <pc:sldMk cId="1667273690" sldId="281"/>
            <ac:spMk id="6" creationId="{D1920445-2224-41CF-9436-C0A0A7CBF3A4}"/>
          </ac:spMkLst>
        </pc:spChg>
        <pc:picChg chg="add del mod">
          <ac:chgData name="Emilio Herrera Trujillo" userId="968374b4-bfd7-409d-b4bc-f1e0894ffdf7" providerId="ADAL" clId="{F9986450-B19F-4DE7-BD0F-EE4567DD3385}" dt="2023-02-02T22:48:08.416" v="181" actId="478"/>
          <ac:picMkLst>
            <pc:docMk/>
            <pc:sldMk cId="1667273690" sldId="281"/>
            <ac:picMk id="2" creationId="{892C3569-2A33-A13B-57B7-106CDC962E58}"/>
          </ac:picMkLst>
        </pc:picChg>
      </pc:sldChg>
      <pc:sldChg chg="addSp delSp modSp add mod">
        <pc:chgData name="Emilio Herrera Trujillo" userId="968374b4-bfd7-409d-b4bc-f1e0894ffdf7" providerId="ADAL" clId="{F9986450-B19F-4DE7-BD0F-EE4567DD3385}" dt="2023-02-02T22:57:33.751" v="906" actId="20577"/>
        <pc:sldMkLst>
          <pc:docMk/>
          <pc:sldMk cId="4112524396" sldId="282"/>
        </pc:sldMkLst>
        <pc:spChg chg="mod">
          <ac:chgData name="Emilio Herrera Trujillo" userId="968374b4-bfd7-409d-b4bc-f1e0894ffdf7" providerId="ADAL" clId="{F9986450-B19F-4DE7-BD0F-EE4567DD3385}" dt="2023-02-02T22:45:46.535" v="171" actId="20577"/>
          <ac:spMkLst>
            <pc:docMk/>
            <pc:sldMk cId="4112524396" sldId="282"/>
            <ac:spMk id="4" creationId="{08514C8A-1986-4342-988B-31CDE22F946B}"/>
          </ac:spMkLst>
        </pc:spChg>
        <pc:spChg chg="mod">
          <ac:chgData name="Emilio Herrera Trujillo" userId="968374b4-bfd7-409d-b4bc-f1e0894ffdf7" providerId="ADAL" clId="{F9986450-B19F-4DE7-BD0F-EE4567DD3385}" dt="2023-02-02T22:57:33.751" v="906" actId="20577"/>
          <ac:spMkLst>
            <pc:docMk/>
            <pc:sldMk cId="4112524396" sldId="282"/>
            <ac:spMk id="6" creationId="{D1920445-2224-41CF-9436-C0A0A7CBF3A4}"/>
          </ac:spMkLst>
        </pc:spChg>
        <pc:picChg chg="add del mod">
          <ac:chgData name="Emilio Herrera Trujillo" userId="968374b4-bfd7-409d-b4bc-f1e0894ffdf7" providerId="ADAL" clId="{F9986450-B19F-4DE7-BD0F-EE4567DD3385}" dt="2023-02-02T22:48:11.261" v="182" actId="478"/>
          <ac:picMkLst>
            <pc:docMk/>
            <pc:sldMk cId="4112524396" sldId="282"/>
            <ac:picMk id="2" creationId="{449F747E-2642-BED2-966F-B905CC1C3AEC}"/>
          </ac:picMkLst>
        </pc:picChg>
      </pc:sldChg>
    </pc:docChg>
  </pc:docChgLst>
  <pc:docChgLst>
    <pc:chgData name="Emilio Herrera Trujillo" userId="968374b4-bfd7-409d-b4bc-f1e0894ffdf7" providerId="ADAL" clId="{F0AB42F8-EFBD-4CCE-B0F8-43C055D8DFDC}"/>
    <pc:docChg chg="undo custSel addSld delSld modSld">
      <pc:chgData name="Emilio Herrera Trujillo" userId="968374b4-bfd7-409d-b4bc-f1e0894ffdf7" providerId="ADAL" clId="{F0AB42F8-EFBD-4CCE-B0F8-43C055D8DFDC}" dt="2023-02-22T01:28:08.436" v="581" actId="20577"/>
      <pc:docMkLst>
        <pc:docMk/>
      </pc:docMkLst>
      <pc:sldChg chg="del">
        <pc:chgData name="Emilio Herrera Trujillo" userId="968374b4-bfd7-409d-b4bc-f1e0894ffdf7" providerId="ADAL" clId="{F0AB42F8-EFBD-4CCE-B0F8-43C055D8DFDC}" dt="2023-02-22T01:27:29.030" v="522" actId="47"/>
        <pc:sldMkLst>
          <pc:docMk/>
          <pc:sldMk cId="1920641899" sldId="257"/>
        </pc:sldMkLst>
      </pc:sldChg>
      <pc:sldChg chg="del">
        <pc:chgData name="Emilio Herrera Trujillo" userId="968374b4-bfd7-409d-b4bc-f1e0894ffdf7" providerId="ADAL" clId="{F0AB42F8-EFBD-4CCE-B0F8-43C055D8DFDC}" dt="2023-02-22T01:27:29.030" v="522" actId="47"/>
        <pc:sldMkLst>
          <pc:docMk/>
          <pc:sldMk cId="3220905575" sldId="258"/>
        </pc:sldMkLst>
      </pc:sldChg>
      <pc:sldChg chg="del">
        <pc:chgData name="Emilio Herrera Trujillo" userId="968374b4-bfd7-409d-b4bc-f1e0894ffdf7" providerId="ADAL" clId="{F0AB42F8-EFBD-4CCE-B0F8-43C055D8DFDC}" dt="2023-02-22T01:27:29.030" v="522" actId="47"/>
        <pc:sldMkLst>
          <pc:docMk/>
          <pc:sldMk cId="3920266470" sldId="259"/>
        </pc:sldMkLst>
      </pc:sldChg>
      <pc:sldChg chg="del">
        <pc:chgData name="Emilio Herrera Trujillo" userId="968374b4-bfd7-409d-b4bc-f1e0894ffdf7" providerId="ADAL" clId="{F0AB42F8-EFBD-4CCE-B0F8-43C055D8DFDC}" dt="2023-02-22T01:27:29.030" v="522" actId="47"/>
        <pc:sldMkLst>
          <pc:docMk/>
          <pc:sldMk cId="2513683708" sldId="260"/>
        </pc:sldMkLst>
      </pc:sldChg>
      <pc:sldChg chg="del">
        <pc:chgData name="Emilio Herrera Trujillo" userId="968374b4-bfd7-409d-b4bc-f1e0894ffdf7" providerId="ADAL" clId="{F0AB42F8-EFBD-4CCE-B0F8-43C055D8DFDC}" dt="2023-02-22T01:27:29.030" v="522" actId="47"/>
        <pc:sldMkLst>
          <pc:docMk/>
          <pc:sldMk cId="1792476320" sldId="261"/>
        </pc:sldMkLst>
      </pc:sldChg>
      <pc:sldChg chg="del">
        <pc:chgData name="Emilio Herrera Trujillo" userId="968374b4-bfd7-409d-b4bc-f1e0894ffdf7" providerId="ADAL" clId="{F0AB42F8-EFBD-4CCE-B0F8-43C055D8DFDC}" dt="2023-02-22T01:27:29.030" v="522" actId="47"/>
        <pc:sldMkLst>
          <pc:docMk/>
          <pc:sldMk cId="1316330631" sldId="262"/>
        </pc:sldMkLst>
      </pc:sldChg>
      <pc:sldChg chg="addSp delSp modSp mod">
        <pc:chgData name="Emilio Herrera Trujillo" userId="968374b4-bfd7-409d-b4bc-f1e0894ffdf7" providerId="ADAL" clId="{F0AB42F8-EFBD-4CCE-B0F8-43C055D8DFDC}" dt="2023-02-22T01:20:54.989" v="417" actId="1076"/>
        <pc:sldMkLst>
          <pc:docMk/>
          <pc:sldMk cId="1155280616" sldId="263"/>
        </pc:sldMkLst>
        <pc:spChg chg="add del mod">
          <ac:chgData name="Emilio Herrera Trujillo" userId="968374b4-bfd7-409d-b4bc-f1e0894ffdf7" providerId="ADAL" clId="{F0AB42F8-EFBD-4CCE-B0F8-43C055D8DFDC}" dt="2023-02-22T00:34:26.495" v="140" actId="478"/>
          <ac:spMkLst>
            <pc:docMk/>
            <pc:sldMk cId="1155280616" sldId="263"/>
            <ac:spMk id="3" creationId="{2CE6A57F-B75A-150B-8B86-AD0968E742B4}"/>
          </ac:spMkLst>
        </pc:spChg>
        <pc:spChg chg="mod">
          <ac:chgData name="Emilio Herrera Trujillo" userId="968374b4-bfd7-409d-b4bc-f1e0894ffdf7" providerId="ADAL" clId="{F0AB42F8-EFBD-4CCE-B0F8-43C055D8DFDC}" dt="2023-02-22T01:20:54.989" v="417" actId="1076"/>
          <ac:spMkLst>
            <pc:docMk/>
            <pc:sldMk cId="1155280616" sldId="263"/>
            <ac:spMk id="4" creationId="{2588C7D1-F78D-4230-AAE0-F183065FA15F}"/>
          </ac:spMkLst>
        </pc:spChg>
        <pc:spChg chg="mod">
          <ac:chgData name="Emilio Herrera Trujillo" userId="968374b4-bfd7-409d-b4bc-f1e0894ffdf7" providerId="ADAL" clId="{F0AB42F8-EFBD-4CCE-B0F8-43C055D8DFDC}" dt="2023-02-22T00:09:10.001" v="133" actId="1076"/>
          <ac:spMkLst>
            <pc:docMk/>
            <pc:sldMk cId="1155280616" sldId="263"/>
            <ac:spMk id="5" creationId="{71515433-BA99-4B15-90B4-2CFB93914541}"/>
          </ac:spMkLst>
        </pc:spChg>
        <pc:spChg chg="del">
          <ac:chgData name="Emilio Herrera Trujillo" userId="968374b4-bfd7-409d-b4bc-f1e0894ffdf7" providerId="ADAL" clId="{F0AB42F8-EFBD-4CCE-B0F8-43C055D8DFDC}" dt="2023-02-22T00:34:14.753" v="137" actId="478"/>
          <ac:spMkLst>
            <pc:docMk/>
            <pc:sldMk cId="1155280616" sldId="263"/>
            <ac:spMk id="8" creationId="{4D2D4318-6BF9-4D3B-8A08-A82D65B8D0FD}"/>
          </ac:spMkLst>
        </pc:spChg>
        <pc:spChg chg="add del mod">
          <ac:chgData name="Emilio Herrera Trujillo" userId="968374b4-bfd7-409d-b4bc-f1e0894ffdf7" providerId="ADAL" clId="{F0AB42F8-EFBD-4CCE-B0F8-43C055D8DFDC}" dt="2023-02-22T00:34:16.727" v="138" actId="478"/>
          <ac:spMkLst>
            <pc:docMk/>
            <pc:sldMk cId="1155280616" sldId="263"/>
            <ac:spMk id="9" creationId="{659D20F5-F455-25CD-9355-4F07BAB7D443}"/>
          </ac:spMkLst>
        </pc:spChg>
        <pc:spChg chg="add mod">
          <ac:chgData name="Emilio Herrera Trujillo" userId="968374b4-bfd7-409d-b4bc-f1e0894ffdf7" providerId="ADAL" clId="{F0AB42F8-EFBD-4CCE-B0F8-43C055D8DFDC}" dt="2023-02-22T00:34:51.926" v="183"/>
          <ac:spMkLst>
            <pc:docMk/>
            <pc:sldMk cId="1155280616" sldId="263"/>
            <ac:spMk id="10" creationId="{82741DDB-CA94-1A3B-9DFB-C31A09B3555F}"/>
          </ac:spMkLst>
        </pc:spChg>
        <pc:spChg chg="add mod">
          <ac:chgData name="Emilio Herrera Trujillo" userId="968374b4-bfd7-409d-b4bc-f1e0894ffdf7" providerId="ADAL" clId="{F0AB42F8-EFBD-4CCE-B0F8-43C055D8DFDC}" dt="2023-02-22T01:20:24.715" v="416" actId="1076"/>
          <ac:spMkLst>
            <pc:docMk/>
            <pc:sldMk cId="1155280616" sldId="263"/>
            <ac:spMk id="11" creationId="{BF718B85-7045-F304-2712-4FB5E08691D7}"/>
          </ac:spMkLst>
        </pc:spChg>
        <pc:picChg chg="add mod">
          <ac:chgData name="Emilio Herrera Trujillo" userId="968374b4-bfd7-409d-b4bc-f1e0894ffdf7" providerId="ADAL" clId="{F0AB42F8-EFBD-4CCE-B0F8-43C055D8DFDC}" dt="2023-02-22T01:20:07.383" v="414" actId="1076"/>
          <ac:picMkLst>
            <pc:docMk/>
            <pc:sldMk cId="1155280616" sldId="263"/>
            <ac:picMk id="2" creationId="{F1C26D74-4B79-BF8D-C84A-5152DA259140}"/>
          </ac:picMkLst>
        </pc:picChg>
        <pc:picChg chg="del">
          <ac:chgData name="Emilio Herrera Trujillo" userId="968374b4-bfd7-409d-b4bc-f1e0894ffdf7" providerId="ADAL" clId="{F0AB42F8-EFBD-4CCE-B0F8-43C055D8DFDC}" dt="2023-02-22T00:09:05.643" v="131" actId="478"/>
          <ac:picMkLst>
            <pc:docMk/>
            <pc:sldMk cId="1155280616" sldId="263"/>
            <ac:picMk id="7" creationId="{E5CF7DA8-EBB5-4169-8BEA-4CDCD1120393}"/>
          </ac:picMkLst>
        </pc:picChg>
      </pc:sldChg>
      <pc:sldChg chg="del">
        <pc:chgData name="Emilio Herrera Trujillo" userId="968374b4-bfd7-409d-b4bc-f1e0894ffdf7" providerId="ADAL" clId="{F0AB42F8-EFBD-4CCE-B0F8-43C055D8DFDC}" dt="2023-02-22T01:27:29.030" v="522" actId="47"/>
        <pc:sldMkLst>
          <pc:docMk/>
          <pc:sldMk cId="210311730" sldId="264"/>
        </pc:sldMkLst>
      </pc:sldChg>
      <pc:sldChg chg="del">
        <pc:chgData name="Emilio Herrera Trujillo" userId="968374b4-bfd7-409d-b4bc-f1e0894ffdf7" providerId="ADAL" clId="{F0AB42F8-EFBD-4CCE-B0F8-43C055D8DFDC}" dt="2023-02-22T01:27:29.030" v="522" actId="47"/>
        <pc:sldMkLst>
          <pc:docMk/>
          <pc:sldMk cId="1738192409" sldId="265"/>
        </pc:sldMkLst>
      </pc:sldChg>
      <pc:sldChg chg="del">
        <pc:chgData name="Emilio Herrera Trujillo" userId="968374b4-bfd7-409d-b4bc-f1e0894ffdf7" providerId="ADAL" clId="{F0AB42F8-EFBD-4CCE-B0F8-43C055D8DFDC}" dt="2023-02-22T01:27:29.030" v="522" actId="47"/>
        <pc:sldMkLst>
          <pc:docMk/>
          <pc:sldMk cId="1966444759" sldId="266"/>
        </pc:sldMkLst>
      </pc:sldChg>
      <pc:sldChg chg="del">
        <pc:chgData name="Emilio Herrera Trujillo" userId="968374b4-bfd7-409d-b4bc-f1e0894ffdf7" providerId="ADAL" clId="{F0AB42F8-EFBD-4CCE-B0F8-43C055D8DFDC}" dt="2023-02-22T01:27:29.030" v="522" actId="47"/>
        <pc:sldMkLst>
          <pc:docMk/>
          <pc:sldMk cId="2612201283" sldId="267"/>
        </pc:sldMkLst>
      </pc:sldChg>
      <pc:sldChg chg="del">
        <pc:chgData name="Emilio Herrera Trujillo" userId="968374b4-bfd7-409d-b4bc-f1e0894ffdf7" providerId="ADAL" clId="{F0AB42F8-EFBD-4CCE-B0F8-43C055D8DFDC}" dt="2023-02-22T01:27:29.030" v="522" actId="47"/>
        <pc:sldMkLst>
          <pc:docMk/>
          <pc:sldMk cId="3410944906" sldId="268"/>
        </pc:sldMkLst>
      </pc:sldChg>
      <pc:sldChg chg="del">
        <pc:chgData name="Emilio Herrera Trujillo" userId="968374b4-bfd7-409d-b4bc-f1e0894ffdf7" providerId="ADAL" clId="{F0AB42F8-EFBD-4CCE-B0F8-43C055D8DFDC}" dt="2023-02-22T01:27:29.030" v="522" actId="47"/>
        <pc:sldMkLst>
          <pc:docMk/>
          <pc:sldMk cId="2554618019" sldId="269"/>
        </pc:sldMkLst>
      </pc:sldChg>
      <pc:sldChg chg="del">
        <pc:chgData name="Emilio Herrera Trujillo" userId="968374b4-bfd7-409d-b4bc-f1e0894ffdf7" providerId="ADAL" clId="{F0AB42F8-EFBD-4CCE-B0F8-43C055D8DFDC}" dt="2023-02-22T01:27:29.030" v="522" actId="47"/>
        <pc:sldMkLst>
          <pc:docMk/>
          <pc:sldMk cId="230375258" sldId="270"/>
        </pc:sldMkLst>
      </pc:sldChg>
      <pc:sldChg chg="del">
        <pc:chgData name="Emilio Herrera Trujillo" userId="968374b4-bfd7-409d-b4bc-f1e0894ffdf7" providerId="ADAL" clId="{F0AB42F8-EFBD-4CCE-B0F8-43C055D8DFDC}" dt="2023-02-22T01:27:29.030" v="522" actId="47"/>
        <pc:sldMkLst>
          <pc:docMk/>
          <pc:sldMk cId="317346644" sldId="271"/>
        </pc:sldMkLst>
      </pc:sldChg>
      <pc:sldChg chg="del">
        <pc:chgData name="Emilio Herrera Trujillo" userId="968374b4-bfd7-409d-b4bc-f1e0894ffdf7" providerId="ADAL" clId="{F0AB42F8-EFBD-4CCE-B0F8-43C055D8DFDC}" dt="2023-02-22T01:27:29.030" v="522" actId="47"/>
        <pc:sldMkLst>
          <pc:docMk/>
          <pc:sldMk cId="4117266902" sldId="272"/>
        </pc:sldMkLst>
      </pc:sldChg>
      <pc:sldChg chg="del">
        <pc:chgData name="Emilio Herrera Trujillo" userId="968374b4-bfd7-409d-b4bc-f1e0894ffdf7" providerId="ADAL" clId="{F0AB42F8-EFBD-4CCE-B0F8-43C055D8DFDC}" dt="2023-02-22T01:27:29.030" v="522" actId="47"/>
        <pc:sldMkLst>
          <pc:docMk/>
          <pc:sldMk cId="1599217531" sldId="273"/>
        </pc:sldMkLst>
      </pc:sldChg>
      <pc:sldChg chg="del">
        <pc:chgData name="Emilio Herrera Trujillo" userId="968374b4-bfd7-409d-b4bc-f1e0894ffdf7" providerId="ADAL" clId="{F0AB42F8-EFBD-4CCE-B0F8-43C055D8DFDC}" dt="2023-02-22T01:27:29.030" v="522" actId="47"/>
        <pc:sldMkLst>
          <pc:docMk/>
          <pc:sldMk cId="740907285" sldId="274"/>
        </pc:sldMkLst>
      </pc:sldChg>
      <pc:sldChg chg="del">
        <pc:chgData name="Emilio Herrera Trujillo" userId="968374b4-bfd7-409d-b4bc-f1e0894ffdf7" providerId="ADAL" clId="{F0AB42F8-EFBD-4CCE-B0F8-43C055D8DFDC}" dt="2023-02-22T01:27:29.030" v="522" actId="47"/>
        <pc:sldMkLst>
          <pc:docMk/>
          <pc:sldMk cId="3876870454" sldId="276"/>
        </pc:sldMkLst>
      </pc:sldChg>
      <pc:sldChg chg="del">
        <pc:chgData name="Emilio Herrera Trujillo" userId="968374b4-bfd7-409d-b4bc-f1e0894ffdf7" providerId="ADAL" clId="{F0AB42F8-EFBD-4CCE-B0F8-43C055D8DFDC}" dt="2023-02-22T01:27:29.030" v="522" actId="47"/>
        <pc:sldMkLst>
          <pc:docMk/>
          <pc:sldMk cId="1997639320" sldId="277"/>
        </pc:sldMkLst>
      </pc:sldChg>
      <pc:sldChg chg="del">
        <pc:chgData name="Emilio Herrera Trujillo" userId="968374b4-bfd7-409d-b4bc-f1e0894ffdf7" providerId="ADAL" clId="{F0AB42F8-EFBD-4CCE-B0F8-43C055D8DFDC}" dt="2023-02-22T01:27:29.030" v="522" actId="47"/>
        <pc:sldMkLst>
          <pc:docMk/>
          <pc:sldMk cId="1860897671" sldId="278"/>
        </pc:sldMkLst>
      </pc:sldChg>
      <pc:sldChg chg="del">
        <pc:chgData name="Emilio Herrera Trujillo" userId="968374b4-bfd7-409d-b4bc-f1e0894ffdf7" providerId="ADAL" clId="{F0AB42F8-EFBD-4CCE-B0F8-43C055D8DFDC}" dt="2023-02-22T01:27:29.030" v="522" actId="47"/>
        <pc:sldMkLst>
          <pc:docMk/>
          <pc:sldMk cId="2174890627" sldId="279"/>
        </pc:sldMkLst>
      </pc:sldChg>
      <pc:sldChg chg="del">
        <pc:chgData name="Emilio Herrera Trujillo" userId="968374b4-bfd7-409d-b4bc-f1e0894ffdf7" providerId="ADAL" clId="{F0AB42F8-EFBD-4CCE-B0F8-43C055D8DFDC}" dt="2023-02-22T01:27:29.030" v="522" actId="47"/>
        <pc:sldMkLst>
          <pc:docMk/>
          <pc:sldMk cId="2011226115" sldId="280"/>
        </pc:sldMkLst>
      </pc:sldChg>
      <pc:sldChg chg="modSp mod">
        <pc:chgData name="Emilio Herrera Trujillo" userId="968374b4-bfd7-409d-b4bc-f1e0894ffdf7" providerId="ADAL" clId="{F0AB42F8-EFBD-4CCE-B0F8-43C055D8DFDC}" dt="2023-02-22T00:05:34.206" v="6" actId="1076"/>
        <pc:sldMkLst>
          <pc:docMk/>
          <pc:sldMk cId="1667273690" sldId="281"/>
        </pc:sldMkLst>
        <pc:spChg chg="mod">
          <ac:chgData name="Emilio Herrera Trujillo" userId="968374b4-bfd7-409d-b4bc-f1e0894ffdf7" providerId="ADAL" clId="{F0AB42F8-EFBD-4CCE-B0F8-43C055D8DFDC}" dt="2023-02-22T00:05:34.206" v="6" actId="1076"/>
          <ac:spMkLst>
            <pc:docMk/>
            <pc:sldMk cId="1667273690" sldId="281"/>
            <ac:spMk id="4" creationId="{08514C8A-1986-4342-988B-31CDE22F946B}"/>
          </ac:spMkLst>
        </pc:spChg>
        <pc:spChg chg="mod">
          <ac:chgData name="Emilio Herrera Trujillo" userId="968374b4-bfd7-409d-b4bc-f1e0894ffdf7" providerId="ADAL" clId="{F0AB42F8-EFBD-4CCE-B0F8-43C055D8DFDC}" dt="2023-02-22T00:05:33.705" v="5" actId="1076"/>
          <ac:spMkLst>
            <pc:docMk/>
            <pc:sldMk cId="1667273690" sldId="281"/>
            <ac:spMk id="5" creationId="{1D39DD4F-DC34-4888-A3DF-6B41C859FA23}"/>
          </ac:spMkLst>
        </pc:spChg>
      </pc:sldChg>
      <pc:sldChg chg="modSp mod">
        <pc:chgData name="Emilio Herrera Trujillo" userId="968374b4-bfd7-409d-b4bc-f1e0894ffdf7" providerId="ADAL" clId="{F0AB42F8-EFBD-4CCE-B0F8-43C055D8DFDC}" dt="2023-02-22T00:06:12.094" v="125" actId="20577"/>
        <pc:sldMkLst>
          <pc:docMk/>
          <pc:sldMk cId="4112524396" sldId="282"/>
        </pc:sldMkLst>
        <pc:spChg chg="mod">
          <ac:chgData name="Emilio Herrera Trujillo" userId="968374b4-bfd7-409d-b4bc-f1e0894ffdf7" providerId="ADAL" clId="{F0AB42F8-EFBD-4CCE-B0F8-43C055D8DFDC}" dt="2023-02-22T00:06:12.094" v="125" actId="20577"/>
          <ac:spMkLst>
            <pc:docMk/>
            <pc:sldMk cId="4112524396" sldId="282"/>
            <ac:spMk id="6" creationId="{D1920445-2224-41CF-9436-C0A0A7CBF3A4}"/>
          </ac:spMkLst>
        </pc:spChg>
      </pc:sldChg>
      <pc:sldChg chg="modSp add mod">
        <pc:chgData name="Emilio Herrera Trujillo" userId="968374b4-bfd7-409d-b4bc-f1e0894ffdf7" providerId="ADAL" clId="{F0AB42F8-EFBD-4CCE-B0F8-43C055D8DFDC}" dt="2023-02-22T01:28:08.436" v="581" actId="20577"/>
        <pc:sldMkLst>
          <pc:docMk/>
          <pc:sldMk cId="608994278" sldId="283"/>
        </pc:sldMkLst>
        <pc:spChg chg="mod">
          <ac:chgData name="Emilio Herrera Trujillo" userId="968374b4-bfd7-409d-b4bc-f1e0894ffdf7" providerId="ADAL" clId="{F0AB42F8-EFBD-4CCE-B0F8-43C055D8DFDC}" dt="2023-02-22T01:28:08.436" v="581" actId="20577"/>
          <ac:spMkLst>
            <pc:docMk/>
            <pc:sldMk cId="608994278" sldId="283"/>
            <ac:spMk id="3" creationId="{CBD0E624-920B-4203-9E0E-EFB9DF5F770C}"/>
          </ac:spMkLst>
        </pc:spChg>
      </pc:sldChg>
      <pc:sldChg chg="add del">
        <pc:chgData name="Emilio Herrera Trujillo" userId="968374b4-bfd7-409d-b4bc-f1e0894ffdf7" providerId="ADAL" clId="{F0AB42F8-EFBD-4CCE-B0F8-43C055D8DFDC}" dt="2023-02-22T01:23:04.917" v="464" actId="2696"/>
        <pc:sldMkLst>
          <pc:docMk/>
          <pc:sldMk cId="1157475013" sldId="283"/>
        </pc:sldMkLst>
      </pc:sldChg>
      <pc:sldChg chg="modSp add mod">
        <pc:chgData name="Emilio Herrera Trujillo" userId="968374b4-bfd7-409d-b4bc-f1e0894ffdf7" providerId="ADAL" clId="{F0AB42F8-EFBD-4CCE-B0F8-43C055D8DFDC}" dt="2023-02-22T01:26:54.280" v="520" actId="20577"/>
        <pc:sldMkLst>
          <pc:docMk/>
          <pc:sldMk cId="2028409257" sldId="292"/>
        </pc:sldMkLst>
        <pc:spChg chg="mod">
          <ac:chgData name="Emilio Herrera Trujillo" userId="968374b4-bfd7-409d-b4bc-f1e0894ffdf7" providerId="ADAL" clId="{F0AB42F8-EFBD-4CCE-B0F8-43C055D8DFDC}" dt="2023-02-22T01:26:54.280" v="520" actId="20577"/>
          <ac:spMkLst>
            <pc:docMk/>
            <pc:sldMk cId="2028409257" sldId="292"/>
            <ac:spMk id="8" creationId="{D251FAAD-8852-B09D-72C9-4AAE28730C70}"/>
          </ac:spMkLst>
        </pc:spChg>
      </pc:sldChg>
      <pc:sldChg chg="addSp delSp modSp add mod">
        <pc:chgData name="Emilio Herrera Trujillo" userId="968374b4-bfd7-409d-b4bc-f1e0894ffdf7" providerId="ADAL" clId="{F0AB42F8-EFBD-4CCE-B0F8-43C055D8DFDC}" dt="2023-02-22T01:21:01.378" v="419"/>
        <pc:sldMkLst>
          <pc:docMk/>
          <pc:sldMk cId="3396402495" sldId="304"/>
        </pc:sldMkLst>
        <pc:spChg chg="del">
          <ac:chgData name="Emilio Herrera Trujillo" userId="968374b4-bfd7-409d-b4bc-f1e0894ffdf7" providerId="ADAL" clId="{F0AB42F8-EFBD-4CCE-B0F8-43C055D8DFDC}" dt="2023-02-22T01:21:00.792" v="418" actId="478"/>
          <ac:spMkLst>
            <pc:docMk/>
            <pc:sldMk cId="3396402495" sldId="304"/>
            <ac:spMk id="4" creationId="{2D543DA6-E7B4-4713-A3DB-8F209F62A2E3}"/>
          </ac:spMkLst>
        </pc:spChg>
        <pc:spChg chg="add mod">
          <ac:chgData name="Emilio Herrera Trujillo" userId="968374b4-bfd7-409d-b4bc-f1e0894ffdf7" providerId="ADAL" clId="{F0AB42F8-EFBD-4CCE-B0F8-43C055D8DFDC}" dt="2023-02-22T01:21:01.378" v="419"/>
          <ac:spMkLst>
            <pc:docMk/>
            <pc:sldMk cId="3396402495" sldId="304"/>
            <ac:spMk id="6" creationId="{4358725C-9E17-5138-655D-BFC37717AB2A}"/>
          </ac:spMkLst>
        </pc:spChg>
      </pc:sldChg>
      <pc:sldChg chg="addSp delSp modSp add mod">
        <pc:chgData name="Emilio Herrera Trujillo" userId="968374b4-bfd7-409d-b4bc-f1e0894ffdf7" providerId="ADAL" clId="{F0AB42F8-EFBD-4CCE-B0F8-43C055D8DFDC}" dt="2023-02-22T01:21:09.771" v="421"/>
        <pc:sldMkLst>
          <pc:docMk/>
          <pc:sldMk cId="3606217996" sldId="305"/>
        </pc:sldMkLst>
        <pc:spChg chg="del">
          <ac:chgData name="Emilio Herrera Trujillo" userId="968374b4-bfd7-409d-b4bc-f1e0894ffdf7" providerId="ADAL" clId="{F0AB42F8-EFBD-4CCE-B0F8-43C055D8DFDC}" dt="2023-02-22T01:21:09.333" v="420" actId="478"/>
          <ac:spMkLst>
            <pc:docMk/>
            <pc:sldMk cId="3606217996" sldId="305"/>
            <ac:spMk id="4" creationId="{2D543DA6-E7B4-4713-A3DB-8F209F62A2E3}"/>
          </ac:spMkLst>
        </pc:spChg>
        <pc:spChg chg="add mod">
          <ac:chgData name="Emilio Herrera Trujillo" userId="968374b4-bfd7-409d-b4bc-f1e0894ffdf7" providerId="ADAL" clId="{F0AB42F8-EFBD-4CCE-B0F8-43C055D8DFDC}" dt="2023-02-22T01:21:09.771" v="421"/>
          <ac:spMkLst>
            <pc:docMk/>
            <pc:sldMk cId="3606217996" sldId="305"/>
            <ac:spMk id="6" creationId="{48D52669-BE92-9C6F-62EF-4465B8D69722}"/>
          </ac:spMkLst>
        </pc:spChg>
      </pc:sldChg>
      <pc:sldChg chg="addSp delSp modSp add mod">
        <pc:chgData name="Emilio Herrera Trujillo" userId="968374b4-bfd7-409d-b4bc-f1e0894ffdf7" providerId="ADAL" clId="{F0AB42F8-EFBD-4CCE-B0F8-43C055D8DFDC}" dt="2023-02-22T01:21:16.367" v="423"/>
        <pc:sldMkLst>
          <pc:docMk/>
          <pc:sldMk cId="1214809668" sldId="306"/>
        </pc:sldMkLst>
        <pc:spChg chg="del">
          <ac:chgData name="Emilio Herrera Trujillo" userId="968374b4-bfd7-409d-b4bc-f1e0894ffdf7" providerId="ADAL" clId="{F0AB42F8-EFBD-4CCE-B0F8-43C055D8DFDC}" dt="2023-02-22T01:21:16.051" v="422" actId="478"/>
          <ac:spMkLst>
            <pc:docMk/>
            <pc:sldMk cId="1214809668" sldId="306"/>
            <ac:spMk id="4" creationId="{2D543DA6-E7B4-4713-A3DB-8F209F62A2E3}"/>
          </ac:spMkLst>
        </pc:spChg>
        <pc:spChg chg="add mod">
          <ac:chgData name="Emilio Herrera Trujillo" userId="968374b4-bfd7-409d-b4bc-f1e0894ffdf7" providerId="ADAL" clId="{F0AB42F8-EFBD-4CCE-B0F8-43C055D8DFDC}" dt="2023-02-22T01:21:16.367" v="423"/>
          <ac:spMkLst>
            <pc:docMk/>
            <pc:sldMk cId="1214809668" sldId="306"/>
            <ac:spMk id="6" creationId="{A075BA99-7116-697D-BACD-B2019B35298A}"/>
          </ac:spMkLst>
        </pc:spChg>
      </pc:sldChg>
      <pc:sldChg chg="addSp delSp modSp add mod">
        <pc:chgData name="Emilio Herrera Trujillo" userId="968374b4-bfd7-409d-b4bc-f1e0894ffdf7" providerId="ADAL" clId="{F0AB42F8-EFBD-4CCE-B0F8-43C055D8DFDC}" dt="2023-02-22T01:21:34.239" v="438" actId="14100"/>
        <pc:sldMkLst>
          <pc:docMk/>
          <pc:sldMk cId="3999776583" sldId="307"/>
        </pc:sldMkLst>
        <pc:spChg chg="del">
          <ac:chgData name="Emilio Herrera Trujillo" userId="968374b4-bfd7-409d-b4bc-f1e0894ffdf7" providerId="ADAL" clId="{F0AB42F8-EFBD-4CCE-B0F8-43C055D8DFDC}" dt="2023-02-22T01:21:25.016" v="424" actId="478"/>
          <ac:spMkLst>
            <pc:docMk/>
            <pc:sldMk cId="3999776583" sldId="307"/>
            <ac:spMk id="4" creationId="{2D543DA6-E7B4-4713-A3DB-8F209F62A2E3}"/>
          </ac:spMkLst>
        </pc:spChg>
        <pc:spChg chg="add mod">
          <ac:chgData name="Emilio Herrera Trujillo" userId="968374b4-bfd7-409d-b4bc-f1e0894ffdf7" providerId="ADAL" clId="{F0AB42F8-EFBD-4CCE-B0F8-43C055D8DFDC}" dt="2023-02-22T01:21:34.239" v="438" actId="14100"/>
          <ac:spMkLst>
            <pc:docMk/>
            <pc:sldMk cId="3999776583" sldId="307"/>
            <ac:spMk id="6" creationId="{75396250-A9CB-9F1E-042A-7AD0F2175486}"/>
          </ac:spMkLst>
        </pc:spChg>
        <pc:spChg chg="mod">
          <ac:chgData name="Emilio Herrera Trujillo" userId="968374b4-bfd7-409d-b4bc-f1e0894ffdf7" providerId="ADAL" clId="{F0AB42F8-EFBD-4CCE-B0F8-43C055D8DFDC}" dt="2023-02-22T01:00:27.529" v="332" actId="115"/>
          <ac:spMkLst>
            <pc:docMk/>
            <pc:sldMk cId="3999776583" sldId="307"/>
            <ac:spMk id="7" creationId="{4FF52C49-B82F-094E-1F20-AD86CAA917B4}"/>
          </ac:spMkLst>
        </pc:spChg>
      </pc:sldChg>
      <pc:sldChg chg="addSp delSp modSp add mod">
        <pc:chgData name="Emilio Herrera Trujillo" userId="968374b4-bfd7-409d-b4bc-f1e0894ffdf7" providerId="ADAL" clId="{F0AB42F8-EFBD-4CCE-B0F8-43C055D8DFDC}" dt="2023-02-22T01:21:53.767" v="440"/>
        <pc:sldMkLst>
          <pc:docMk/>
          <pc:sldMk cId="3131630718" sldId="308"/>
        </pc:sldMkLst>
        <pc:spChg chg="del">
          <ac:chgData name="Emilio Herrera Trujillo" userId="968374b4-bfd7-409d-b4bc-f1e0894ffdf7" providerId="ADAL" clId="{F0AB42F8-EFBD-4CCE-B0F8-43C055D8DFDC}" dt="2023-02-22T01:21:53.282" v="439" actId="478"/>
          <ac:spMkLst>
            <pc:docMk/>
            <pc:sldMk cId="3131630718" sldId="308"/>
            <ac:spMk id="4" creationId="{2D543DA6-E7B4-4713-A3DB-8F209F62A2E3}"/>
          </ac:spMkLst>
        </pc:spChg>
        <pc:spChg chg="add mod">
          <ac:chgData name="Emilio Herrera Trujillo" userId="968374b4-bfd7-409d-b4bc-f1e0894ffdf7" providerId="ADAL" clId="{F0AB42F8-EFBD-4CCE-B0F8-43C055D8DFDC}" dt="2023-02-22T01:21:53.767" v="440"/>
          <ac:spMkLst>
            <pc:docMk/>
            <pc:sldMk cId="3131630718" sldId="308"/>
            <ac:spMk id="6" creationId="{F0BC0731-F250-041C-8E30-21949F59A077}"/>
          </ac:spMkLst>
        </pc:spChg>
        <pc:spChg chg="mod">
          <ac:chgData name="Emilio Herrera Trujillo" userId="968374b4-bfd7-409d-b4bc-f1e0894ffdf7" providerId="ADAL" clId="{F0AB42F8-EFBD-4CCE-B0F8-43C055D8DFDC}" dt="2023-02-22T00:45:19.911" v="296" actId="13926"/>
          <ac:spMkLst>
            <pc:docMk/>
            <pc:sldMk cId="3131630718" sldId="308"/>
            <ac:spMk id="7" creationId="{4FF52C49-B82F-094E-1F20-AD86CAA917B4}"/>
          </ac:spMkLst>
        </pc:spChg>
      </pc:sldChg>
      <pc:sldChg chg="addSp delSp modSp add mod">
        <pc:chgData name="Emilio Herrera Trujillo" userId="968374b4-bfd7-409d-b4bc-f1e0894ffdf7" providerId="ADAL" clId="{F0AB42F8-EFBD-4CCE-B0F8-43C055D8DFDC}" dt="2023-02-22T01:22:00.024" v="442"/>
        <pc:sldMkLst>
          <pc:docMk/>
          <pc:sldMk cId="2840375028" sldId="309"/>
        </pc:sldMkLst>
        <pc:spChg chg="del">
          <ac:chgData name="Emilio Herrera Trujillo" userId="968374b4-bfd7-409d-b4bc-f1e0894ffdf7" providerId="ADAL" clId="{F0AB42F8-EFBD-4CCE-B0F8-43C055D8DFDC}" dt="2023-02-22T01:21:59.623" v="441" actId="478"/>
          <ac:spMkLst>
            <pc:docMk/>
            <pc:sldMk cId="2840375028" sldId="309"/>
            <ac:spMk id="4" creationId="{2D543DA6-E7B4-4713-A3DB-8F209F62A2E3}"/>
          </ac:spMkLst>
        </pc:spChg>
        <pc:spChg chg="mod">
          <ac:chgData name="Emilio Herrera Trujillo" userId="968374b4-bfd7-409d-b4bc-f1e0894ffdf7" providerId="ADAL" clId="{F0AB42F8-EFBD-4CCE-B0F8-43C055D8DFDC}" dt="2023-02-22T01:00:33.183" v="333" actId="115"/>
          <ac:spMkLst>
            <pc:docMk/>
            <pc:sldMk cId="2840375028" sldId="309"/>
            <ac:spMk id="7" creationId="{4FF52C49-B82F-094E-1F20-AD86CAA917B4}"/>
          </ac:spMkLst>
        </pc:spChg>
        <pc:spChg chg="add mod">
          <ac:chgData name="Emilio Herrera Trujillo" userId="968374b4-bfd7-409d-b4bc-f1e0894ffdf7" providerId="ADAL" clId="{F0AB42F8-EFBD-4CCE-B0F8-43C055D8DFDC}" dt="2023-02-22T01:22:00.024" v="442"/>
          <ac:spMkLst>
            <pc:docMk/>
            <pc:sldMk cId="2840375028" sldId="309"/>
            <ac:spMk id="14" creationId="{88E58FB9-40E0-C75D-44FE-6A2F81DE5173}"/>
          </ac:spMkLst>
        </pc:spChg>
        <pc:picChg chg="add mod">
          <ac:chgData name="Emilio Herrera Trujillo" userId="968374b4-bfd7-409d-b4bc-f1e0894ffdf7" providerId="ADAL" clId="{F0AB42F8-EFBD-4CCE-B0F8-43C055D8DFDC}" dt="2023-02-22T00:51:59.581" v="306" actId="1076"/>
          <ac:picMkLst>
            <pc:docMk/>
            <pc:sldMk cId="2840375028" sldId="309"/>
            <ac:picMk id="8" creationId="{90F5D30F-69C3-E708-0ABB-AC6A73C9D6A5}"/>
          </ac:picMkLst>
        </pc:picChg>
        <pc:picChg chg="add del">
          <ac:chgData name="Emilio Herrera Trujillo" userId="968374b4-bfd7-409d-b4bc-f1e0894ffdf7" providerId="ADAL" clId="{F0AB42F8-EFBD-4CCE-B0F8-43C055D8DFDC}" dt="2023-02-22T00:53:57.656" v="310" actId="478"/>
          <ac:picMkLst>
            <pc:docMk/>
            <pc:sldMk cId="2840375028" sldId="309"/>
            <ac:picMk id="13" creationId="{DE420F3E-0453-BD36-710F-04F1FE34EF83}"/>
          </ac:picMkLst>
        </pc:picChg>
      </pc:sldChg>
      <pc:sldChg chg="addSp delSp modSp add mod">
        <pc:chgData name="Emilio Herrera Trujillo" userId="968374b4-bfd7-409d-b4bc-f1e0894ffdf7" providerId="ADAL" clId="{F0AB42F8-EFBD-4CCE-B0F8-43C055D8DFDC}" dt="2023-02-22T01:22:06.071" v="444"/>
        <pc:sldMkLst>
          <pc:docMk/>
          <pc:sldMk cId="2230679986" sldId="310"/>
        </pc:sldMkLst>
        <pc:spChg chg="del">
          <ac:chgData name="Emilio Herrera Trujillo" userId="968374b4-bfd7-409d-b4bc-f1e0894ffdf7" providerId="ADAL" clId="{F0AB42F8-EFBD-4CCE-B0F8-43C055D8DFDC}" dt="2023-02-22T01:22:05.739" v="443" actId="478"/>
          <ac:spMkLst>
            <pc:docMk/>
            <pc:sldMk cId="2230679986" sldId="310"/>
            <ac:spMk id="4" creationId="{2D543DA6-E7B4-4713-A3DB-8F209F62A2E3}"/>
          </ac:spMkLst>
        </pc:spChg>
        <pc:spChg chg="add mod">
          <ac:chgData name="Emilio Herrera Trujillo" userId="968374b4-bfd7-409d-b4bc-f1e0894ffdf7" providerId="ADAL" clId="{F0AB42F8-EFBD-4CCE-B0F8-43C055D8DFDC}" dt="2023-02-22T01:22:06.071" v="444"/>
          <ac:spMkLst>
            <pc:docMk/>
            <pc:sldMk cId="2230679986" sldId="310"/>
            <ac:spMk id="6" creationId="{A373E0CF-E5C5-9798-9DE8-BC3F2159325B}"/>
          </ac:spMkLst>
        </pc:spChg>
        <pc:spChg chg="mod">
          <ac:chgData name="Emilio Herrera Trujillo" userId="968374b4-bfd7-409d-b4bc-f1e0894ffdf7" providerId="ADAL" clId="{F0AB42F8-EFBD-4CCE-B0F8-43C055D8DFDC}" dt="2023-02-22T01:00:38.983" v="334" actId="115"/>
          <ac:spMkLst>
            <pc:docMk/>
            <pc:sldMk cId="2230679986" sldId="310"/>
            <ac:spMk id="7" creationId="{4FF52C49-B82F-094E-1F20-AD86CAA917B4}"/>
          </ac:spMkLst>
        </pc:spChg>
        <pc:picChg chg="del">
          <ac:chgData name="Emilio Herrera Trujillo" userId="968374b4-bfd7-409d-b4bc-f1e0894ffdf7" providerId="ADAL" clId="{F0AB42F8-EFBD-4CCE-B0F8-43C055D8DFDC}" dt="2023-02-22T00:53:55.646" v="309" actId="478"/>
          <ac:picMkLst>
            <pc:docMk/>
            <pc:sldMk cId="2230679986" sldId="310"/>
            <ac:picMk id="8" creationId="{90F5D30F-69C3-E708-0ABB-AC6A73C9D6A5}"/>
          </ac:picMkLst>
        </pc:picChg>
        <pc:picChg chg="mod">
          <ac:chgData name="Emilio Herrera Trujillo" userId="968374b4-bfd7-409d-b4bc-f1e0894ffdf7" providerId="ADAL" clId="{F0AB42F8-EFBD-4CCE-B0F8-43C055D8DFDC}" dt="2023-02-22T00:56:57.251" v="321" actId="1076"/>
          <ac:picMkLst>
            <pc:docMk/>
            <pc:sldMk cId="2230679986" sldId="310"/>
            <ac:picMk id="13" creationId="{DE420F3E-0453-BD36-710F-04F1FE34EF83}"/>
          </ac:picMkLst>
        </pc:picChg>
      </pc:sldChg>
      <pc:sldChg chg="addSp delSp modSp add mod">
        <pc:chgData name="Emilio Herrera Trujillo" userId="968374b4-bfd7-409d-b4bc-f1e0894ffdf7" providerId="ADAL" clId="{F0AB42F8-EFBD-4CCE-B0F8-43C055D8DFDC}" dt="2023-02-22T01:22:11.354" v="446"/>
        <pc:sldMkLst>
          <pc:docMk/>
          <pc:sldMk cId="2767544718" sldId="311"/>
        </pc:sldMkLst>
        <pc:spChg chg="del">
          <ac:chgData name="Emilio Herrera Trujillo" userId="968374b4-bfd7-409d-b4bc-f1e0894ffdf7" providerId="ADAL" clId="{F0AB42F8-EFBD-4CCE-B0F8-43C055D8DFDC}" dt="2023-02-22T01:22:11.031" v="445" actId="478"/>
          <ac:spMkLst>
            <pc:docMk/>
            <pc:sldMk cId="2767544718" sldId="311"/>
            <ac:spMk id="4" creationId="{2D543DA6-E7B4-4713-A3DB-8F209F62A2E3}"/>
          </ac:spMkLst>
        </pc:spChg>
        <pc:spChg chg="add mod">
          <ac:chgData name="Emilio Herrera Trujillo" userId="968374b4-bfd7-409d-b4bc-f1e0894ffdf7" providerId="ADAL" clId="{F0AB42F8-EFBD-4CCE-B0F8-43C055D8DFDC}" dt="2023-02-22T01:22:11.354" v="446"/>
          <ac:spMkLst>
            <pc:docMk/>
            <pc:sldMk cId="2767544718" sldId="311"/>
            <ac:spMk id="6" creationId="{E7BDC311-28AA-E1EE-4077-50CCE9667645}"/>
          </ac:spMkLst>
        </pc:spChg>
        <pc:spChg chg="mod">
          <ac:chgData name="Emilio Herrera Trujillo" userId="968374b4-bfd7-409d-b4bc-f1e0894ffdf7" providerId="ADAL" clId="{F0AB42F8-EFBD-4CCE-B0F8-43C055D8DFDC}" dt="2023-02-22T00:59:37.800" v="327" actId="404"/>
          <ac:spMkLst>
            <pc:docMk/>
            <pc:sldMk cId="2767544718" sldId="311"/>
            <ac:spMk id="7" creationId="{4FF52C49-B82F-094E-1F20-AD86CAA917B4}"/>
          </ac:spMkLst>
        </pc:spChg>
        <pc:picChg chg="mod">
          <ac:chgData name="Emilio Herrera Trujillo" userId="968374b4-bfd7-409d-b4bc-f1e0894ffdf7" providerId="ADAL" clId="{F0AB42F8-EFBD-4CCE-B0F8-43C055D8DFDC}" dt="2023-02-22T00:59:54.180" v="331" actId="1076"/>
          <ac:picMkLst>
            <pc:docMk/>
            <pc:sldMk cId="2767544718" sldId="311"/>
            <ac:picMk id="13" creationId="{DE420F3E-0453-BD36-710F-04F1FE34EF83}"/>
          </ac:picMkLst>
        </pc:picChg>
      </pc:sldChg>
      <pc:sldChg chg="addSp delSp modSp add mod">
        <pc:chgData name="Emilio Herrera Trujillo" userId="968374b4-bfd7-409d-b4bc-f1e0894ffdf7" providerId="ADAL" clId="{F0AB42F8-EFBD-4CCE-B0F8-43C055D8DFDC}" dt="2023-02-22T01:22:16.645" v="448"/>
        <pc:sldMkLst>
          <pc:docMk/>
          <pc:sldMk cId="2789277686" sldId="312"/>
        </pc:sldMkLst>
        <pc:spChg chg="del">
          <ac:chgData name="Emilio Herrera Trujillo" userId="968374b4-bfd7-409d-b4bc-f1e0894ffdf7" providerId="ADAL" clId="{F0AB42F8-EFBD-4CCE-B0F8-43C055D8DFDC}" dt="2023-02-22T01:22:16.398" v="447" actId="478"/>
          <ac:spMkLst>
            <pc:docMk/>
            <pc:sldMk cId="2789277686" sldId="312"/>
            <ac:spMk id="4" creationId="{2D543DA6-E7B4-4713-A3DB-8F209F62A2E3}"/>
          </ac:spMkLst>
        </pc:spChg>
        <pc:spChg chg="mod">
          <ac:chgData name="Emilio Herrera Trujillo" userId="968374b4-bfd7-409d-b4bc-f1e0894ffdf7" providerId="ADAL" clId="{F0AB42F8-EFBD-4CCE-B0F8-43C055D8DFDC}" dt="2023-02-22T01:06:15.659" v="361" actId="115"/>
          <ac:spMkLst>
            <pc:docMk/>
            <pc:sldMk cId="2789277686" sldId="312"/>
            <ac:spMk id="7" creationId="{4FF52C49-B82F-094E-1F20-AD86CAA917B4}"/>
          </ac:spMkLst>
        </pc:spChg>
        <pc:spChg chg="add mod">
          <ac:chgData name="Emilio Herrera Trujillo" userId="968374b4-bfd7-409d-b4bc-f1e0894ffdf7" providerId="ADAL" clId="{F0AB42F8-EFBD-4CCE-B0F8-43C055D8DFDC}" dt="2023-02-22T01:22:16.645" v="448"/>
          <ac:spMkLst>
            <pc:docMk/>
            <pc:sldMk cId="2789277686" sldId="312"/>
            <ac:spMk id="12" creationId="{645E2F09-4F36-81B7-4321-559982DF2C53}"/>
          </ac:spMkLst>
        </pc:spChg>
        <pc:picChg chg="add mod">
          <ac:chgData name="Emilio Herrera Trujillo" userId="968374b4-bfd7-409d-b4bc-f1e0894ffdf7" providerId="ADAL" clId="{F0AB42F8-EFBD-4CCE-B0F8-43C055D8DFDC}" dt="2023-02-22T01:06:05.425" v="360" actId="14100"/>
          <ac:picMkLst>
            <pc:docMk/>
            <pc:sldMk cId="2789277686" sldId="312"/>
            <ac:picMk id="8" creationId="{7ED8CAB5-D3BB-2927-48DF-98545B1DEF7A}"/>
          </ac:picMkLst>
        </pc:picChg>
        <pc:picChg chg="del">
          <ac:chgData name="Emilio Herrera Trujillo" userId="968374b4-bfd7-409d-b4bc-f1e0894ffdf7" providerId="ADAL" clId="{F0AB42F8-EFBD-4CCE-B0F8-43C055D8DFDC}" dt="2023-02-22T01:02:23.731" v="336" actId="478"/>
          <ac:picMkLst>
            <pc:docMk/>
            <pc:sldMk cId="2789277686" sldId="312"/>
            <ac:picMk id="13" creationId="{DE420F3E-0453-BD36-710F-04F1FE34EF83}"/>
          </ac:picMkLst>
        </pc:picChg>
      </pc:sldChg>
      <pc:sldChg chg="addSp delSp modSp add mod">
        <pc:chgData name="Emilio Herrera Trujillo" userId="968374b4-bfd7-409d-b4bc-f1e0894ffdf7" providerId="ADAL" clId="{F0AB42F8-EFBD-4CCE-B0F8-43C055D8DFDC}" dt="2023-02-22T01:22:21.913" v="450"/>
        <pc:sldMkLst>
          <pc:docMk/>
          <pc:sldMk cId="487509395" sldId="313"/>
        </pc:sldMkLst>
        <pc:spChg chg="del">
          <ac:chgData name="Emilio Herrera Trujillo" userId="968374b4-bfd7-409d-b4bc-f1e0894ffdf7" providerId="ADAL" clId="{F0AB42F8-EFBD-4CCE-B0F8-43C055D8DFDC}" dt="2023-02-22T01:22:21.659" v="449" actId="478"/>
          <ac:spMkLst>
            <pc:docMk/>
            <pc:sldMk cId="487509395" sldId="313"/>
            <ac:spMk id="4" creationId="{2D543DA6-E7B4-4713-A3DB-8F209F62A2E3}"/>
          </ac:spMkLst>
        </pc:spChg>
        <pc:spChg chg="add mod">
          <ac:chgData name="Emilio Herrera Trujillo" userId="968374b4-bfd7-409d-b4bc-f1e0894ffdf7" providerId="ADAL" clId="{F0AB42F8-EFBD-4CCE-B0F8-43C055D8DFDC}" dt="2023-02-22T01:22:21.913" v="450"/>
          <ac:spMkLst>
            <pc:docMk/>
            <pc:sldMk cId="487509395" sldId="313"/>
            <ac:spMk id="6" creationId="{A67EC9B7-E3A2-9D13-D0F1-A7457E90CCF7}"/>
          </ac:spMkLst>
        </pc:spChg>
        <pc:spChg chg="mod">
          <ac:chgData name="Emilio Herrera Trujillo" userId="968374b4-bfd7-409d-b4bc-f1e0894ffdf7" providerId="ADAL" clId="{F0AB42F8-EFBD-4CCE-B0F8-43C055D8DFDC}" dt="2023-02-22T01:08:55.546" v="380" actId="108"/>
          <ac:spMkLst>
            <pc:docMk/>
            <pc:sldMk cId="487509395" sldId="313"/>
            <ac:spMk id="7" creationId="{4FF52C49-B82F-094E-1F20-AD86CAA917B4}"/>
          </ac:spMkLst>
        </pc:spChg>
      </pc:sldChg>
      <pc:sldChg chg="addSp delSp modSp add mod">
        <pc:chgData name="Emilio Herrera Trujillo" userId="968374b4-bfd7-409d-b4bc-f1e0894ffdf7" providerId="ADAL" clId="{F0AB42F8-EFBD-4CCE-B0F8-43C055D8DFDC}" dt="2023-02-22T01:22:26.240" v="452"/>
        <pc:sldMkLst>
          <pc:docMk/>
          <pc:sldMk cId="33330137" sldId="314"/>
        </pc:sldMkLst>
        <pc:spChg chg="del">
          <ac:chgData name="Emilio Herrera Trujillo" userId="968374b4-bfd7-409d-b4bc-f1e0894ffdf7" providerId="ADAL" clId="{F0AB42F8-EFBD-4CCE-B0F8-43C055D8DFDC}" dt="2023-02-22T01:22:25.908" v="451" actId="478"/>
          <ac:spMkLst>
            <pc:docMk/>
            <pc:sldMk cId="33330137" sldId="314"/>
            <ac:spMk id="4" creationId="{2D543DA6-E7B4-4713-A3DB-8F209F62A2E3}"/>
          </ac:spMkLst>
        </pc:spChg>
        <pc:spChg chg="add mod">
          <ac:chgData name="Emilio Herrera Trujillo" userId="968374b4-bfd7-409d-b4bc-f1e0894ffdf7" providerId="ADAL" clId="{F0AB42F8-EFBD-4CCE-B0F8-43C055D8DFDC}" dt="2023-02-22T01:22:26.240" v="452"/>
          <ac:spMkLst>
            <pc:docMk/>
            <pc:sldMk cId="33330137" sldId="314"/>
            <ac:spMk id="6" creationId="{14A902B1-4C66-4105-8C64-3BE111F20D02}"/>
          </ac:spMkLst>
        </pc:spChg>
        <pc:spChg chg="mod">
          <ac:chgData name="Emilio Herrera Trujillo" userId="968374b4-bfd7-409d-b4bc-f1e0894ffdf7" providerId="ADAL" clId="{F0AB42F8-EFBD-4CCE-B0F8-43C055D8DFDC}" dt="2023-02-22T01:10:52.617" v="389" actId="20577"/>
          <ac:spMkLst>
            <pc:docMk/>
            <pc:sldMk cId="33330137" sldId="314"/>
            <ac:spMk id="7" creationId="{4FF52C49-B82F-094E-1F20-AD86CAA917B4}"/>
          </ac:spMkLst>
        </pc:spChg>
        <pc:picChg chg="mod">
          <ac:chgData name="Emilio Herrera Trujillo" userId="968374b4-bfd7-409d-b4bc-f1e0894ffdf7" providerId="ADAL" clId="{F0AB42F8-EFBD-4CCE-B0F8-43C055D8DFDC}" dt="2023-02-22T01:10:42.370" v="384" actId="1076"/>
          <ac:picMkLst>
            <pc:docMk/>
            <pc:sldMk cId="33330137" sldId="314"/>
            <ac:picMk id="8" creationId="{7ED8CAB5-D3BB-2927-48DF-98545B1DEF7A}"/>
          </ac:picMkLst>
        </pc:picChg>
      </pc:sldChg>
      <pc:sldChg chg="addSp delSp modSp add mod">
        <pc:chgData name="Emilio Herrera Trujillo" userId="968374b4-bfd7-409d-b4bc-f1e0894ffdf7" providerId="ADAL" clId="{F0AB42F8-EFBD-4CCE-B0F8-43C055D8DFDC}" dt="2023-02-22T01:22:31.507" v="454"/>
        <pc:sldMkLst>
          <pc:docMk/>
          <pc:sldMk cId="765182034" sldId="315"/>
        </pc:sldMkLst>
        <pc:spChg chg="del">
          <ac:chgData name="Emilio Herrera Trujillo" userId="968374b4-bfd7-409d-b4bc-f1e0894ffdf7" providerId="ADAL" clId="{F0AB42F8-EFBD-4CCE-B0F8-43C055D8DFDC}" dt="2023-02-22T01:22:31.238" v="453" actId="478"/>
          <ac:spMkLst>
            <pc:docMk/>
            <pc:sldMk cId="765182034" sldId="315"/>
            <ac:spMk id="4" creationId="{2D543DA6-E7B4-4713-A3DB-8F209F62A2E3}"/>
          </ac:spMkLst>
        </pc:spChg>
        <pc:spChg chg="mod">
          <ac:chgData name="Emilio Herrera Trujillo" userId="968374b4-bfd7-409d-b4bc-f1e0894ffdf7" providerId="ADAL" clId="{F0AB42F8-EFBD-4CCE-B0F8-43C055D8DFDC}" dt="2023-02-22T01:17:47.726" v="398"/>
          <ac:spMkLst>
            <pc:docMk/>
            <pc:sldMk cId="765182034" sldId="315"/>
            <ac:spMk id="7" creationId="{4FF52C49-B82F-094E-1F20-AD86CAA917B4}"/>
          </ac:spMkLst>
        </pc:spChg>
        <pc:spChg chg="add mod">
          <ac:chgData name="Emilio Herrera Trujillo" userId="968374b4-bfd7-409d-b4bc-f1e0894ffdf7" providerId="ADAL" clId="{F0AB42F8-EFBD-4CCE-B0F8-43C055D8DFDC}" dt="2023-02-22T01:22:31.507" v="454"/>
          <ac:spMkLst>
            <pc:docMk/>
            <pc:sldMk cId="765182034" sldId="315"/>
            <ac:spMk id="13" creationId="{941BEA46-8A5F-0C73-2C7A-F56616A237BC}"/>
          </ac:spMkLst>
        </pc:spChg>
        <pc:picChg chg="del">
          <ac:chgData name="Emilio Herrera Trujillo" userId="968374b4-bfd7-409d-b4bc-f1e0894ffdf7" providerId="ADAL" clId="{F0AB42F8-EFBD-4CCE-B0F8-43C055D8DFDC}" dt="2023-02-22T01:12:03.256" v="397" actId="478"/>
          <ac:picMkLst>
            <pc:docMk/>
            <pc:sldMk cId="765182034" sldId="315"/>
            <ac:picMk id="8" creationId="{7ED8CAB5-D3BB-2927-48DF-98545B1DEF7A}"/>
          </ac:picMkLst>
        </pc:picChg>
        <pc:picChg chg="add del">
          <ac:chgData name="Emilio Herrera Trujillo" userId="968374b4-bfd7-409d-b4bc-f1e0894ffdf7" providerId="ADAL" clId="{F0AB42F8-EFBD-4CCE-B0F8-43C055D8DFDC}" dt="2023-02-22T01:18:36.707" v="401" actId="478"/>
          <ac:picMkLst>
            <pc:docMk/>
            <pc:sldMk cId="765182034" sldId="315"/>
            <ac:picMk id="12" creationId="{DEE20655-69EC-04BF-53E2-BECAB68BA2BD}"/>
          </ac:picMkLst>
        </pc:picChg>
      </pc:sldChg>
      <pc:sldChg chg="addSp delSp modSp add mod">
        <pc:chgData name="Emilio Herrera Trujillo" userId="968374b4-bfd7-409d-b4bc-f1e0894ffdf7" providerId="ADAL" clId="{F0AB42F8-EFBD-4CCE-B0F8-43C055D8DFDC}" dt="2023-02-22T01:22:37.222" v="456"/>
        <pc:sldMkLst>
          <pc:docMk/>
          <pc:sldMk cId="517724294" sldId="316"/>
        </pc:sldMkLst>
        <pc:spChg chg="del">
          <ac:chgData name="Emilio Herrera Trujillo" userId="968374b4-bfd7-409d-b4bc-f1e0894ffdf7" providerId="ADAL" clId="{F0AB42F8-EFBD-4CCE-B0F8-43C055D8DFDC}" dt="2023-02-22T01:22:36.968" v="455" actId="478"/>
          <ac:spMkLst>
            <pc:docMk/>
            <pc:sldMk cId="517724294" sldId="316"/>
            <ac:spMk id="4" creationId="{2D543DA6-E7B4-4713-A3DB-8F209F62A2E3}"/>
          </ac:spMkLst>
        </pc:spChg>
        <pc:spChg chg="del">
          <ac:chgData name="Emilio Herrera Trujillo" userId="968374b4-bfd7-409d-b4bc-f1e0894ffdf7" providerId="ADAL" clId="{F0AB42F8-EFBD-4CCE-B0F8-43C055D8DFDC}" dt="2023-02-22T01:18:43.111" v="402" actId="478"/>
          <ac:spMkLst>
            <pc:docMk/>
            <pc:sldMk cId="517724294" sldId="316"/>
            <ac:spMk id="7" creationId="{4FF52C49-B82F-094E-1F20-AD86CAA917B4}"/>
          </ac:spMkLst>
        </pc:spChg>
        <pc:spChg chg="add mod">
          <ac:chgData name="Emilio Herrera Trujillo" userId="968374b4-bfd7-409d-b4bc-f1e0894ffdf7" providerId="ADAL" clId="{F0AB42F8-EFBD-4CCE-B0F8-43C055D8DFDC}" dt="2023-02-22T01:22:37.222" v="456"/>
          <ac:spMkLst>
            <pc:docMk/>
            <pc:sldMk cId="517724294" sldId="316"/>
            <ac:spMk id="13" creationId="{EFADAEAD-0D36-79E5-B3A0-2301BFE236F7}"/>
          </ac:spMkLst>
        </pc:spChg>
        <pc:picChg chg="add mod">
          <ac:chgData name="Emilio Herrera Trujillo" userId="968374b4-bfd7-409d-b4bc-f1e0894ffdf7" providerId="ADAL" clId="{F0AB42F8-EFBD-4CCE-B0F8-43C055D8DFDC}" dt="2023-02-22T01:19:33.594" v="412" actId="14100"/>
          <ac:picMkLst>
            <pc:docMk/>
            <pc:sldMk cId="517724294" sldId="316"/>
            <ac:picMk id="8" creationId="{E2DEE012-75FA-12F9-C556-C1FBCACA42AF}"/>
          </ac:picMkLst>
        </pc:picChg>
        <pc:picChg chg="mod">
          <ac:chgData name="Emilio Herrera Trujillo" userId="968374b4-bfd7-409d-b4bc-f1e0894ffdf7" providerId="ADAL" clId="{F0AB42F8-EFBD-4CCE-B0F8-43C055D8DFDC}" dt="2023-02-22T01:19:36.791" v="413" actId="14100"/>
          <ac:picMkLst>
            <pc:docMk/>
            <pc:sldMk cId="517724294" sldId="316"/>
            <ac:picMk id="12" creationId="{DEE20655-69EC-04BF-53E2-BECAB68BA2BD}"/>
          </ac:picMkLst>
        </pc:picChg>
      </pc:sldChg>
      <pc:sldChg chg="addSp delSp modSp add del mod">
        <pc:chgData name="Emilio Herrera Trujillo" userId="968374b4-bfd7-409d-b4bc-f1e0894ffdf7" providerId="ADAL" clId="{F0AB42F8-EFBD-4CCE-B0F8-43C055D8DFDC}" dt="2023-02-22T01:27:23.240" v="521" actId="47"/>
        <pc:sldMkLst>
          <pc:docMk/>
          <pc:sldMk cId="688172261" sldId="317"/>
        </pc:sldMkLst>
        <pc:spChg chg="add del mod">
          <ac:chgData name="Emilio Herrera Trujillo" userId="968374b4-bfd7-409d-b4bc-f1e0894ffdf7" providerId="ADAL" clId="{F0AB42F8-EFBD-4CCE-B0F8-43C055D8DFDC}" dt="2023-02-22T01:22:56.179" v="460" actId="478"/>
          <ac:spMkLst>
            <pc:docMk/>
            <pc:sldMk cId="688172261" sldId="317"/>
            <ac:spMk id="3" creationId="{0723791C-9609-6BCC-2004-9C117DFB954D}"/>
          </ac:spMkLst>
        </pc:spChg>
        <pc:spChg chg="del">
          <ac:chgData name="Emilio Herrera Trujillo" userId="968374b4-bfd7-409d-b4bc-f1e0894ffdf7" providerId="ADAL" clId="{F0AB42F8-EFBD-4CCE-B0F8-43C055D8DFDC}" dt="2023-02-22T01:22:53.973" v="459" actId="478"/>
          <ac:spMkLst>
            <pc:docMk/>
            <pc:sldMk cId="688172261" sldId="317"/>
            <ac:spMk id="4" creationId="{2D543DA6-E7B4-4713-A3DB-8F209F62A2E3}"/>
          </ac:spMkLst>
        </pc:spChg>
        <pc:spChg chg="del">
          <ac:chgData name="Emilio Herrera Trujillo" userId="968374b4-bfd7-409d-b4bc-f1e0894ffdf7" providerId="ADAL" clId="{F0AB42F8-EFBD-4CCE-B0F8-43C055D8DFDC}" dt="2023-02-22T01:22:50.563" v="458" actId="478"/>
          <ac:spMkLst>
            <pc:docMk/>
            <pc:sldMk cId="688172261" sldId="317"/>
            <ac:spMk id="5" creationId="{5BC1DB86-FA67-4F99-B9A9-405BB30552AE}"/>
          </ac:spMkLst>
        </pc:spChg>
        <pc:spChg chg="del">
          <ac:chgData name="Emilio Herrera Trujillo" userId="968374b4-bfd7-409d-b4bc-f1e0894ffdf7" providerId="ADAL" clId="{F0AB42F8-EFBD-4CCE-B0F8-43C055D8DFDC}" dt="2023-02-22T01:22:50.563" v="458" actId="478"/>
          <ac:spMkLst>
            <pc:docMk/>
            <pc:sldMk cId="688172261" sldId="317"/>
            <ac:spMk id="6" creationId="{ABDF5446-2936-4BD8-85F4-E4C4FD8115DD}"/>
          </ac:spMkLst>
        </pc:spChg>
        <pc:spChg chg="del">
          <ac:chgData name="Emilio Herrera Trujillo" userId="968374b4-bfd7-409d-b4bc-f1e0894ffdf7" providerId="ADAL" clId="{F0AB42F8-EFBD-4CCE-B0F8-43C055D8DFDC}" dt="2023-02-22T01:22:50.563" v="458" actId="478"/>
          <ac:spMkLst>
            <pc:docMk/>
            <pc:sldMk cId="688172261" sldId="317"/>
            <ac:spMk id="8" creationId="{5C4B7CAC-D29D-4E6D-AF89-33797CF612F3}"/>
          </ac:spMkLst>
        </pc:spChg>
        <pc:spChg chg="del">
          <ac:chgData name="Emilio Herrera Trujillo" userId="968374b4-bfd7-409d-b4bc-f1e0894ffdf7" providerId="ADAL" clId="{F0AB42F8-EFBD-4CCE-B0F8-43C055D8DFDC}" dt="2023-02-22T01:22:50.563" v="458" actId="478"/>
          <ac:spMkLst>
            <pc:docMk/>
            <pc:sldMk cId="688172261" sldId="317"/>
            <ac:spMk id="9" creationId="{8CCEFC40-B93D-4639-BB88-BA953E3282BB}"/>
          </ac:spMkLst>
        </pc:spChg>
        <pc:spChg chg="del">
          <ac:chgData name="Emilio Herrera Trujillo" userId="968374b4-bfd7-409d-b4bc-f1e0894ffdf7" providerId="ADAL" clId="{F0AB42F8-EFBD-4CCE-B0F8-43C055D8DFDC}" dt="2023-02-22T01:22:50.563" v="458" actId="478"/>
          <ac:spMkLst>
            <pc:docMk/>
            <pc:sldMk cId="688172261" sldId="317"/>
            <ac:spMk id="16" creationId="{58F79239-6B47-44B5-9781-022DE865503A}"/>
          </ac:spMkLst>
        </pc:spChg>
        <pc:spChg chg="del">
          <ac:chgData name="Emilio Herrera Trujillo" userId="968374b4-bfd7-409d-b4bc-f1e0894ffdf7" providerId="ADAL" clId="{F0AB42F8-EFBD-4CCE-B0F8-43C055D8DFDC}" dt="2023-02-22T01:22:50.563" v="458" actId="478"/>
          <ac:spMkLst>
            <pc:docMk/>
            <pc:sldMk cId="688172261" sldId="317"/>
            <ac:spMk id="20" creationId="{576C3F3D-3022-4C78-BCB0-C554CB207173}"/>
          </ac:spMkLst>
        </pc:spChg>
        <pc:spChg chg="del">
          <ac:chgData name="Emilio Herrera Trujillo" userId="968374b4-bfd7-409d-b4bc-f1e0894ffdf7" providerId="ADAL" clId="{F0AB42F8-EFBD-4CCE-B0F8-43C055D8DFDC}" dt="2023-02-22T01:22:50.563" v="458" actId="478"/>
          <ac:spMkLst>
            <pc:docMk/>
            <pc:sldMk cId="688172261" sldId="317"/>
            <ac:spMk id="25" creationId="{D508A9F2-C97A-4503-BC3C-2F016F585641}"/>
          </ac:spMkLst>
        </pc:spChg>
        <pc:spChg chg="del">
          <ac:chgData name="Emilio Herrera Trujillo" userId="968374b4-bfd7-409d-b4bc-f1e0894ffdf7" providerId="ADAL" clId="{F0AB42F8-EFBD-4CCE-B0F8-43C055D8DFDC}" dt="2023-02-22T01:22:50.563" v="458" actId="478"/>
          <ac:spMkLst>
            <pc:docMk/>
            <pc:sldMk cId="688172261" sldId="317"/>
            <ac:spMk id="26" creationId="{372A8399-C44A-4244-9B4D-C61C9212F64E}"/>
          </ac:spMkLst>
        </pc:spChg>
        <pc:spChg chg="del">
          <ac:chgData name="Emilio Herrera Trujillo" userId="968374b4-bfd7-409d-b4bc-f1e0894ffdf7" providerId="ADAL" clId="{F0AB42F8-EFBD-4CCE-B0F8-43C055D8DFDC}" dt="2023-02-22T01:22:50.563" v="458" actId="478"/>
          <ac:spMkLst>
            <pc:docMk/>
            <pc:sldMk cId="688172261" sldId="317"/>
            <ac:spMk id="27" creationId="{2A4EB014-A470-4E3E-9DAE-459DB3E886BD}"/>
          </ac:spMkLst>
        </pc:spChg>
        <pc:spChg chg="del">
          <ac:chgData name="Emilio Herrera Trujillo" userId="968374b4-bfd7-409d-b4bc-f1e0894ffdf7" providerId="ADAL" clId="{F0AB42F8-EFBD-4CCE-B0F8-43C055D8DFDC}" dt="2023-02-22T01:22:50.563" v="458" actId="478"/>
          <ac:spMkLst>
            <pc:docMk/>
            <pc:sldMk cId="688172261" sldId="317"/>
            <ac:spMk id="28" creationId="{CEAC60C6-1846-43E2-9D2F-3B79D982F75E}"/>
          </ac:spMkLst>
        </pc:spChg>
        <pc:spChg chg="del">
          <ac:chgData name="Emilio Herrera Trujillo" userId="968374b4-bfd7-409d-b4bc-f1e0894ffdf7" providerId="ADAL" clId="{F0AB42F8-EFBD-4CCE-B0F8-43C055D8DFDC}" dt="2023-02-22T01:22:50.563" v="458" actId="478"/>
          <ac:spMkLst>
            <pc:docMk/>
            <pc:sldMk cId="688172261" sldId="317"/>
            <ac:spMk id="29" creationId="{1C1FC9EA-5D94-4A72-8B95-F18414E9D0F4}"/>
          </ac:spMkLst>
        </pc:spChg>
        <pc:spChg chg="del">
          <ac:chgData name="Emilio Herrera Trujillo" userId="968374b4-bfd7-409d-b4bc-f1e0894ffdf7" providerId="ADAL" clId="{F0AB42F8-EFBD-4CCE-B0F8-43C055D8DFDC}" dt="2023-02-22T01:22:50.563" v="458" actId="478"/>
          <ac:spMkLst>
            <pc:docMk/>
            <pc:sldMk cId="688172261" sldId="317"/>
            <ac:spMk id="30" creationId="{83A1ED70-7E03-4ED7-B015-5AF8DBB65269}"/>
          </ac:spMkLst>
        </pc:spChg>
        <pc:spChg chg="del">
          <ac:chgData name="Emilio Herrera Trujillo" userId="968374b4-bfd7-409d-b4bc-f1e0894ffdf7" providerId="ADAL" clId="{F0AB42F8-EFBD-4CCE-B0F8-43C055D8DFDC}" dt="2023-02-22T01:22:50.563" v="458" actId="478"/>
          <ac:spMkLst>
            <pc:docMk/>
            <pc:sldMk cId="688172261" sldId="317"/>
            <ac:spMk id="31" creationId="{EBC06FAA-F740-40FD-9CC6-FB2993565403}"/>
          </ac:spMkLst>
        </pc:spChg>
        <pc:spChg chg="del">
          <ac:chgData name="Emilio Herrera Trujillo" userId="968374b4-bfd7-409d-b4bc-f1e0894ffdf7" providerId="ADAL" clId="{F0AB42F8-EFBD-4CCE-B0F8-43C055D8DFDC}" dt="2023-02-22T01:22:50.563" v="458" actId="478"/>
          <ac:spMkLst>
            <pc:docMk/>
            <pc:sldMk cId="688172261" sldId="317"/>
            <ac:spMk id="32" creationId="{6A8EFF5A-7EB2-4099-970B-A9587C3986E4}"/>
          </ac:spMkLst>
        </pc:spChg>
        <pc:spChg chg="del">
          <ac:chgData name="Emilio Herrera Trujillo" userId="968374b4-bfd7-409d-b4bc-f1e0894ffdf7" providerId="ADAL" clId="{F0AB42F8-EFBD-4CCE-B0F8-43C055D8DFDC}" dt="2023-02-22T01:22:50.563" v="458" actId="478"/>
          <ac:spMkLst>
            <pc:docMk/>
            <pc:sldMk cId="688172261" sldId="317"/>
            <ac:spMk id="33" creationId="{FFF5C69D-1842-4847-89C6-7381B57A1770}"/>
          </ac:spMkLst>
        </pc:spChg>
        <pc:spChg chg="del">
          <ac:chgData name="Emilio Herrera Trujillo" userId="968374b4-bfd7-409d-b4bc-f1e0894ffdf7" providerId="ADAL" clId="{F0AB42F8-EFBD-4CCE-B0F8-43C055D8DFDC}" dt="2023-02-22T01:22:50.563" v="458" actId="478"/>
          <ac:spMkLst>
            <pc:docMk/>
            <pc:sldMk cId="688172261" sldId="317"/>
            <ac:spMk id="34" creationId="{E0113C28-0512-4540-8723-4038015DA457}"/>
          </ac:spMkLst>
        </pc:spChg>
        <pc:spChg chg="del">
          <ac:chgData name="Emilio Herrera Trujillo" userId="968374b4-bfd7-409d-b4bc-f1e0894ffdf7" providerId="ADAL" clId="{F0AB42F8-EFBD-4CCE-B0F8-43C055D8DFDC}" dt="2023-02-22T01:22:50.563" v="458" actId="478"/>
          <ac:spMkLst>
            <pc:docMk/>
            <pc:sldMk cId="688172261" sldId="317"/>
            <ac:spMk id="35" creationId="{5BA64A92-21D4-4C18-83DF-9E4E84A43A8B}"/>
          </ac:spMkLst>
        </pc:spChg>
        <pc:spChg chg="del">
          <ac:chgData name="Emilio Herrera Trujillo" userId="968374b4-bfd7-409d-b4bc-f1e0894ffdf7" providerId="ADAL" clId="{F0AB42F8-EFBD-4CCE-B0F8-43C055D8DFDC}" dt="2023-02-22T01:22:50.563" v="458" actId="478"/>
          <ac:spMkLst>
            <pc:docMk/>
            <pc:sldMk cId="688172261" sldId="317"/>
            <ac:spMk id="36" creationId="{A4A66F2C-C119-431D-96E5-42C5ED3DBD50}"/>
          </ac:spMkLst>
        </pc:spChg>
      </pc:sldChg>
      <pc:sldChg chg="add del">
        <pc:chgData name="Emilio Herrera Trujillo" userId="968374b4-bfd7-409d-b4bc-f1e0894ffdf7" providerId="ADAL" clId="{F0AB42F8-EFBD-4CCE-B0F8-43C055D8DFDC}" dt="2023-02-22T01:27:23.240" v="521" actId="47"/>
        <pc:sldMkLst>
          <pc:docMk/>
          <pc:sldMk cId="4108778985" sldId="318"/>
        </pc:sldMkLst>
      </pc:sldChg>
      <pc:sldChg chg="add del">
        <pc:chgData name="Emilio Herrera Trujillo" userId="968374b4-bfd7-409d-b4bc-f1e0894ffdf7" providerId="ADAL" clId="{F0AB42F8-EFBD-4CCE-B0F8-43C055D8DFDC}" dt="2023-02-22T01:27:23.240" v="521" actId="47"/>
        <pc:sldMkLst>
          <pc:docMk/>
          <pc:sldMk cId="4164903240" sldId="319"/>
        </pc:sldMkLst>
      </pc:sldChg>
      <pc:sldChg chg="add del">
        <pc:chgData name="Emilio Herrera Trujillo" userId="968374b4-bfd7-409d-b4bc-f1e0894ffdf7" providerId="ADAL" clId="{F0AB42F8-EFBD-4CCE-B0F8-43C055D8DFDC}" dt="2023-02-22T01:27:23.240" v="521" actId="47"/>
        <pc:sldMkLst>
          <pc:docMk/>
          <pc:sldMk cId="2718020256" sldId="32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72C9F6-3108-4422-B358-AEE821738E6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5763EF3-FB4D-460B-93CF-A54FEA08F9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8480C80C-8E4C-4D31-997A-0E675AD992E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898FBF12-ACBB-4A5D-9132-4F51A413B87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F0387FB9-8F97-49F9-94BE-41B1064BD447}"/>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2000794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9B841-94B6-43B1-B10B-6B4F35629295}"/>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B2A09F5-4764-480A-AC18-2F8C36E4CE43}"/>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1D9D184-7C83-41AC-A10D-90895C122F34}"/>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AF9E338C-4617-4F88-828C-F0C51D687EE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497E61C-D33C-4FAE-969C-22872F0911E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26287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D2DF4-1783-4803-BD86-3332D4625F5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2165861-CFB3-4706-80D6-8B4E919529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11379654-6916-4E5E-9E83-047D37C1BA0B}"/>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8C6CBB51-CECC-400B-A06B-1A0FED05FE1E}"/>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A96AC94-A712-4DE7-9916-947607F2AD1F}"/>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974147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03565-3CEC-454D-B0E4-1F3A4B2AD76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A577CAB0-02C9-444A-B433-42A9B39FC289}"/>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769E70EF-2AB7-4AF8-B421-B33346A280CE}"/>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9E9F7071-1882-48B8-97E7-6C62AC408F4C}"/>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9016E1D6-C23B-4AE3-9445-E296D3C58D2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D98AB4C-E4AB-4276-90B6-6787B43D145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601743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6C0AD6-2804-458C-A94E-A54C1F8980B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3DD99509-7517-4944-A0C3-B6A633DF1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45CC561F-AEBD-48B1-A327-27209D0C69DB}"/>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2B94DDD8-B641-45E8-B06C-61B41A2758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7F0BFB76-EDEE-4F58-A240-7BC4D6563228}"/>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F32B0C75-63F6-4579-8C2D-708FD418680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8" name="Marcador de pie de página 7">
            <a:extLst>
              <a:ext uri="{FF2B5EF4-FFF2-40B4-BE49-F238E27FC236}">
                <a16:creationId xmlns:a16="http://schemas.microsoft.com/office/drawing/2014/main" id="{0FA679A2-2601-4213-B31B-7E22D1CD8524}"/>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8B34B6A2-18A5-4B43-B61C-F85CB44671F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929091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985923-36AB-479B-AA32-3CE091109A5E}"/>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47E991E-E8B3-4861-8079-B49015AF8990}"/>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4" name="Marcador de pie de página 3">
            <a:extLst>
              <a:ext uri="{FF2B5EF4-FFF2-40B4-BE49-F238E27FC236}">
                <a16:creationId xmlns:a16="http://schemas.microsoft.com/office/drawing/2014/main" id="{31C7CD5D-01C1-468A-A64D-BD59676A42F8}"/>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2EDF724D-C8C8-46C0-A165-6C4BF5EC012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80068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ED5ACD7-AFC6-47E9-B374-A70DD0CC55FB}"/>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3" name="Marcador de pie de página 2">
            <a:extLst>
              <a:ext uri="{FF2B5EF4-FFF2-40B4-BE49-F238E27FC236}">
                <a16:creationId xmlns:a16="http://schemas.microsoft.com/office/drawing/2014/main" id="{0C024F4E-416A-4ACD-95A2-DFEEA651660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E33B3057-B79D-4650-A58B-14EFB9D32E7F}"/>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4069954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887FA2-1495-44AB-A7CF-D876A2ACB93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43C63BB-6365-4D3F-8EB8-FBEF90994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5BDF8BE6-9C03-43D1-96ED-FBD9784DA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2C86DAE8-55BA-43A9-AA26-B8C02B39AA16}"/>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B075D4F8-5B99-4533-A32D-7CC4B0563AEB}"/>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061E3D5-6FB5-404F-991F-8430FDEA0C70}"/>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47837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C3646D-6BCB-4916-B697-4A20D56BDAD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9320245A-E071-46B0-9C0A-0B618D7ED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0D7623D9-937C-45AA-9AC4-F4B9407DB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E22BC2BF-3214-4E97-AACC-2D120072D665}"/>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6" name="Marcador de pie de página 5">
            <a:extLst>
              <a:ext uri="{FF2B5EF4-FFF2-40B4-BE49-F238E27FC236}">
                <a16:creationId xmlns:a16="http://schemas.microsoft.com/office/drawing/2014/main" id="{073308F0-205D-4930-8608-B86E75B279E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727BF15-0885-4B7D-9188-A80DFA0012B6}"/>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3761094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D504E7-9621-4102-B2AF-E0B0F5ADF03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4BBEB7FF-3D05-449D-B843-C1E8FD9DE591}"/>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7394DCE-A73F-4DA2-9D01-BE75BF7DFB4E}"/>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595641F3-3520-4C32-862F-2CF786B2BCE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5ECD71C-46E7-4B9C-B0AA-8C8E85173D76}"/>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2142854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B4B7C6E-48D6-4E1B-9637-BE57FE2572D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5ADEC21-DBD5-4818-B347-448649C57945}"/>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B425DC6-5B64-48A0-ADFD-3450D0A74398}"/>
              </a:ext>
            </a:extLst>
          </p:cNvPr>
          <p:cNvSpPr>
            <a:spLocks noGrp="1"/>
          </p:cNvSpPr>
          <p:nvPr>
            <p:ph type="dt" sz="half" idx="10"/>
          </p:nvPr>
        </p:nvSpPr>
        <p:spPr/>
        <p:txBody>
          <a:body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229E2622-7023-4D2C-A9C7-FA015F3EAFB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683B04B-CF91-4DF3-920D-66084038129E}"/>
              </a:ext>
            </a:extLst>
          </p:cNvPr>
          <p:cNvSpPr>
            <a:spLocks noGrp="1"/>
          </p:cNvSpPr>
          <p:nvPr>
            <p:ph type="sldNum" sz="quarter" idx="12"/>
          </p:nvPr>
        </p:nvSpPr>
        <p:spPr/>
        <p:txBody>
          <a:bodyPr/>
          <a:lstStyle/>
          <a:p>
            <a:fld id="{20CC471D-AA5C-4C19-82D7-A1D7FA3791BA}" type="slidenum">
              <a:rPr lang="es-PE" smtClean="0"/>
              <a:t>‹Nº›</a:t>
            </a:fld>
            <a:endParaRPr lang="es-PE"/>
          </a:p>
        </p:txBody>
      </p:sp>
    </p:spTree>
    <p:extLst>
      <p:ext uri="{BB962C8B-B14F-4D97-AF65-F5344CB8AC3E}">
        <p14:creationId xmlns:p14="http://schemas.microsoft.com/office/powerpoint/2010/main" val="192971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267104-36B6-4212-AA39-92FC56495E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2F6CFBF-9C53-43AF-A6D0-3F2DAC823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3BE99D2-511E-4C6D-B01E-0EE49A030E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1A1A91-A6BC-451F-9D55-FBB11C4F525F}" type="datetimeFigureOut">
              <a:rPr lang="es-PE" smtClean="0"/>
              <a:t>11/08/2023</a:t>
            </a:fld>
            <a:endParaRPr lang="es-PE"/>
          </a:p>
        </p:txBody>
      </p:sp>
      <p:sp>
        <p:nvSpPr>
          <p:cNvPr id="5" name="Marcador de pie de página 4">
            <a:extLst>
              <a:ext uri="{FF2B5EF4-FFF2-40B4-BE49-F238E27FC236}">
                <a16:creationId xmlns:a16="http://schemas.microsoft.com/office/drawing/2014/main" id="{7D731D7F-C0E0-45A2-8B80-90CE8923ED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2DA1E70C-0651-452A-98F6-24C9FA30D0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C471D-AA5C-4C19-82D7-A1D7FA3791BA}" type="slidenum">
              <a:rPr lang="es-PE" smtClean="0"/>
              <a:t>‹Nº›</a:t>
            </a:fld>
            <a:endParaRPr lang="es-PE"/>
          </a:p>
        </p:txBody>
      </p:sp>
    </p:spTree>
    <p:extLst>
      <p:ext uri="{BB962C8B-B14F-4D97-AF65-F5344CB8AC3E}">
        <p14:creationId xmlns:p14="http://schemas.microsoft.com/office/powerpoint/2010/main" val="2624323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044E04-63F5-4419-B737-917DE6A7BCB2}"/>
              </a:ext>
            </a:extLst>
          </p:cNvPr>
          <p:cNvSpPr>
            <a:spLocks noGrp="1"/>
          </p:cNvSpPr>
          <p:nvPr>
            <p:ph type="ctrTitle"/>
          </p:nvPr>
        </p:nvSpPr>
        <p:spPr>
          <a:xfrm>
            <a:off x="6774967" y="1581410"/>
            <a:ext cx="4712184" cy="1326423"/>
          </a:xfrm>
        </p:spPr>
        <p:txBody>
          <a:bodyPr>
            <a:noAutofit/>
          </a:bodyPr>
          <a:lstStyle/>
          <a:p>
            <a:pPr algn="r"/>
            <a:r>
              <a:rPr lang="es-PE" sz="4800" dirty="0">
                <a:latin typeface="Solano Gothic MVB Std Cap" panose="02000506030000020004" pitchFamily="50" charset="0"/>
              </a:rPr>
              <a:t>ARQUITECTURA </a:t>
            </a:r>
            <a:br>
              <a:rPr lang="es-PE" sz="4800" dirty="0">
                <a:latin typeface="Solano Gothic MVB Std Cap" panose="02000506030000020004" pitchFamily="50" charset="0"/>
              </a:rPr>
            </a:br>
            <a:r>
              <a:rPr lang="es-PE" sz="4800" dirty="0">
                <a:latin typeface="Solano Gothic MVB Std Cap" panose="02000506030000020004" pitchFamily="50" charset="0"/>
              </a:rPr>
              <a:t>EMPRESARIAL</a:t>
            </a:r>
          </a:p>
        </p:txBody>
      </p:sp>
      <p:sp>
        <p:nvSpPr>
          <p:cNvPr id="3" name="Subtítulo 2">
            <a:extLst>
              <a:ext uri="{FF2B5EF4-FFF2-40B4-BE49-F238E27FC236}">
                <a16:creationId xmlns:a16="http://schemas.microsoft.com/office/drawing/2014/main" id="{CF2085F7-CAA4-405B-97ED-17A87A66D67D}"/>
              </a:ext>
            </a:extLst>
          </p:cNvPr>
          <p:cNvSpPr>
            <a:spLocks noGrp="1"/>
          </p:cNvSpPr>
          <p:nvPr>
            <p:ph type="subTitle" idx="1"/>
          </p:nvPr>
        </p:nvSpPr>
        <p:spPr>
          <a:xfrm>
            <a:off x="6774967" y="3593955"/>
            <a:ext cx="4712185" cy="2029467"/>
          </a:xfrm>
        </p:spPr>
        <p:txBody>
          <a:bodyPr>
            <a:normAutofit/>
          </a:bodyPr>
          <a:lstStyle/>
          <a:p>
            <a:pPr algn="r"/>
            <a:r>
              <a:rPr lang="es-PE" dirty="0">
                <a:solidFill>
                  <a:srgbClr val="878789"/>
                </a:solidFill>
                <a:latin typeface="Solano Gothic MVB Std Cap" panose="02000506030000020004" pitchFamily="50" charset="0"/>
              </a:rPr>
              <a:t>SEMANA 1 – SESIÓN 2</a:t>
            </a:r>
          </a:p>
          <a:p>
            <a:pPr algn="r">
              <a:lnSpc>
                <a:spcPct val="100000"/>
              </a:lnSpc>
            </a:pPr>
            <a:r>
              <a:rPr lang="es-PE" sz="1800" dirty="0">
                <a:latin typeface="Solano Gothic MVB Std Cap" panose="02000506030000020004" pitchFamily="50" charset="0"/>
              </a:rPr>
              <a:t>Metodología para la solución de problemas</a:t>
            </a:r>
          </a:p>
          <a:p>
            <a:pPr algn="r">
              <a:lnSpc>
                <a:spcPct val="100000"/>
              </a:lnSpc>
            </a:pPr>
            <a:r>
              <a:rPr lang="es-PE" sz="1800" dirty="0">
                <a:latin typeface="Solano Gothic MVB Std Cap" panose="02000506030000020004" pitchFamily="50" charset="0"/>
              </a:rPr>
              <a:t>Herramientas para la solución de problemas</a:t>
            </a:r>
          </a:p>
          <a:p>
            <a:pPr algn="r">
              <a:lnSpc>
                <a:spcPct val="100000"/>
              </a:lnSpc>
            </a:pPr>
            <a:r>
              <a:rPr lang="es-PE" sz="1800" dirty="0">
                <a:latin typeface="Solano Gothic MVB Std Cap" panose="02000506030000020004" pitchFamily="50" charset="0"/>
              </a:rPr>
              <a:t>Benchmarking y Toma de Decisiones</a:t>
            </a:r>
          </a:p>
          <a:p>
            <a:pPr algn="r">
              <a:lnSpc>
                <a:spcPct val="100000"/>
              </a:lnSpc>
            </a:pPr>
            <a:r>
              <a:rPr lang="es-PE" sz="1800" dirty="0">
                <a:latin typeface="Solano Gothic MVB Std Cap" panose="02000506030000020004" pitchFamily="50" charset="0"/>
              </a:rPr>
              <a:t>Ejercicios</a:t>
            </a:r>
          </a:p>
          <a:p>
            <a:pPr algn="r"/>
            <a:endParaRPr lang="es-PE" dirty="0">
              <a:solidFill>
                <a:srgbClr val="878789"/>
              </a:solidFill>
              <a:latin typeface="Solano Gothic MVB Std Cap" panose="02000506030000020004" pitchFamily="50" charset="0"/>
            </a:endParaRPr>
          </a:p>
        </p:txBody>
      </p:sp>
      <p:sp>
        <p:nvSpPr>
          <p:cNvPr id="4" name="Subtítulo 2">
            <a:extLst>
              <a:ext uri="{FF2B5EF4-FFF2-40B4-BE49-F238E27FC236}">
                <a16:creationId xmlns:a16="http://schemas.microsoft.com/office/drawing/2014/main" id="{9CE198DE-125F-402F-B3CF-9A2665B60051}"/>
              </a:ext>
            </a:extLst>
          </p:cNvPr>
          <p:cNvSpPr txBox="1">
            <a:spLocks/>
          </p:cNvSpPr>
          <p:nvPr/>
        </p:nvSpPr>
        <p:spPr>
          <a:xfrm>
            <a:off x="10187876" y="6309544"/>
            <a:ext cx="1299274" cy="37195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s-PE" sz="1800" dirty="0">
                <a:solidFill>
                  <a:srgbClr val="878789"/>
                </a:solidFill>
                <a:latin typeface="Solano Gothic MVB Std Cap" panose="02000506030000020004" pitchFamily="50" charset="0"/>
              </a:rPr>
              <a:t>2023 - 02</a:t>
            </a:r>
          </a:p>
          <a:p>
            <a:pPr algn="r"/>
            <a:endParaRPr lang="es-PE" dirty="0">
              <a:solidFill>
                <a:srgbClr val="878789"/>
              </a:solidFill>
              <a:latin typeface="Solano Gothic MVB Std Cap" panose="02000506030000020004" pitchFamily="50" charset="0"/>
            </a:endParaRPr>
          </a:p>
        </p:txBody>
      </p:sp>
      <p:pic>
        <p:nvPicPr>
          <p:cNvPr id="10" name="Imagen 9">
            <a:extLst>
              <a:ext uri="{FF2B5EF4-FFF2-40B4-BE49-F238E27FC236}">
                <a16:creationId xmlns:a16="http://schemas.microsoft.com/office/drawing/2014/main" id="{24A38C57-27C7-42FB-80DC-2D003CF96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0113" y="176497"/>
            <a:ext cx="1299274" cy="1299274"/>
          </a:xfrm>
          <a:prstGeom prst="rect">
            <a:avLst/>
          </a:prstGeom>
        </p:spPr>
      </p:pic>
      <p:pic>
        <p:nvPicPr>
          <p:cNvPr id="5" name="Imagen 4">
            <a:extLst>
              <a:ext uri="{FF2B5EF4-FFF2-40B4-BE49-F238E27FC236}">
                <a16:creationId xmlns:a16="http://schemas.microsoft.com/office/drawing/2014/main" id="{5CCA9E83-D5A3-F9B5-1ECB-9BEFD3B460A7}"/>
              </a:ext>
            </a:extLst>
          </p:cNvPr>
          <p:cNvPicPr>
            <a:picLocks noChangeAspect="1"/>
          </p:cNvPicPr>
          <p:nvPr/>
        </p:nvPicPr>
        <p:blipFill>
          <a:blip r:embed="rId3"/>
          <a:stretch>
            <a:fillRect/>
          </a:stretch>
        </p:blipFill>
        <p:spPr>
          <a:xfrm>
            <a:off x="33456" y="0"/>
            <a:ext cx="6741511" cy="6858000"/>
          </a:xfrm>
          <a:prstGeom prst="rect">
            <a:avLst/>
          </a:prstGeom>
        </p:spPr>
      </p:pic>
    </p:spTree>
    <p:extLst>
      <p:ext uri="{BB962C8B-B14F-4D97-AF65-F5344CB8AC3E}">
        <p14:creationId xmlns:p14="http://schemas.microsoft.com/office/powerpoint/2010/main" val="2288737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8514C8A-1986-4342-988B-31CDE22F946B}"/>
              </a:ext>
            </a:extLst>
          </p:cNvPr>
          <p:cNvSpPr>
            <a:spLocks noGrp="1"/>
          </p:cNvSpPr>
          <p:nvPr>
            <p:ph type="title"/>
          </p:nvPr>
        </p:nvSpPr>
        <p:spPr>
          <a:xfrm>
            <a:off x="838200" y="365125"/>
            <a:ext cx="10515600" cy="1325563"/>
          </a:xfrm>
        </p:spPr>
        <p:txBody>
          <a:bodyPr>
            <a:normAutofit/>
          </a:bodyPr>
          <a:lstStyle/>
          <a:p>
            <a:r>
              <a:rPr lang="es-PE" sz="4000" b="1" dirty="0">
                <a:solidFill>
                  <a:srgbClr val="009D72"/>
                </a:solidFill>
                <a:latin typeface="Solano Gothic MVB Std Cap" panose="02000506030000020004" pitchFamily="50" charset="0"/>
              </a:rPr>
              <a:t>AGENDA</a:t>
            </a:r>
          </a:p>
        </p:txBody>
      </p:sp>
      <p:sp>
        <p:nvSpPr>
          <p:cNvPr id="5" name="Rectángulo 4">
            <a:extLst>
              <a:ext uri="{FF2B5EF4-FFF2-40B4-BE49-F238E27FC236}">
                <a16:creationId xmlns:a16="http://schemas.microsoft.com/office/drawing/2014/main" id="{1D39DD4F-DC34-4888-A3DF-6B41C859FA23}"/>
              </a:ext>
            </a:extLst>
          </p:cNvPr>
          <p:cNvSpPr/>
          <p:nvPr/>
        </p:nvSpPr>
        <p:spPr>
          <a:xfrm>
            <a:off x="1891026"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50BCE2"/>
              </a:solidFill>
            </a:endParaRPr>
          </a:p>
        </p:txBody>
      </p:sp>
      <p:sp>
        <p:nvSpPr>
          <p:cNvPr id="6" name="Rectángulo 5">
            <a:extLst>
              <a:ext uri="{FF2B5EF4-FFF2-40B4-BE49-F238E27FC236}">
                <a16:creationId xmlns:a16="http://schemas.microsoft.com/office/drawing/2014/main" id="{D1920445-2224-41CF-9436-C0A0A7CBF3A4}"/>
              </a:ext>
            </a:extLst>
          </p:cNvPr>
          <p:cNvSpPr/>
          <p:nvPr/>
        </p:nvSpPr>
        <p:spPr>
          <a:xfrm>
            <a:off x="838200" y="1690688"/>
            <a:ext cx="9584267" cy="2062103"/>
          </a:xfrm>
          <a:prstGeom prst="rect">
            <a:avLst/>
          </a:prstGeom>
        </p:spPr>
        <p:txBody>
          <a:bodyPr wrap="square">
            <a:spAutoFit/>
          </a:bodyPr>
          <a:lstStyle/>
          <a:p>
            <a:pPr marL="342900" indent="-342900" algn="just">
              <a:buClr>
                <a:srgbClr val="009D72"/>
              </a:buClr>
              <a:buFont typeface="Arial" panose="020B0604020202020204" pitchFamily="34" charset="0"/>
              <a:buChar char="•"/>
            </a:pPr>
            <a:r>
              <a:rPr lang="es-PE" sz="1600" dirty="0">
                <a:solidFill>
                  <a:srgbClr val="878789"/>
                </a:solidFill>
              </a:rPr>
              <a:t>METODOLOGÍA PARA LA SOLUCIÓN DE PROBLEMAS</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dirty="0">
                <a:solidFill>
                  <a:srgbClr val="878789"/>
                </a:solidFill>
              </a:rPr>
              <a:t>HERRAMIENTAS PARA LA SOLUCIÓN DE PROBLEMAS</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dirty="0">
                <a:solidFill>
                  <a:srgbClr val="878789"/>
                </a:solidFill>
              </a:rPr>
              <a:t>BENCHMARKING Y TOMA DE DECISIONES</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dirty="0">
                <a:solidFill>
                  <a:srgbClr val="878789"/>
                </a:solidFill>
              </a:rPr>
              <a:t>EJERCICIOS.</a:t>
            </a:r>
          </a:p>
          <a:p>
            <a:pPr algn="just">
              <a:buClr>
                <a:srgbClr val="009D72"/>
              </a:buClr>
            </a:pPr>
            <a:endParaRPr lang="es-PE" sz="1600" dirty="0">
              <a:solidFill>
                <a:srgbClr val="878789"/>
              </a:solidFill>
            </a:endParaRPr>
          </a:p>
        </p:txBody>
      </p:sp>
    </p:spTree>
    <p:extLst>
      <p:ext uri="{BB962C8B-B14F-4D97-AF65-F5344CB8AC3E}">
        <p14:creationId xmlns:p14="http://schemas.microsoft.com/office/powerpoint/2010/main" val="1667273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8514C8A-1986-4342-988B-31CDE22F946B}"/>
              </a:ext>
            </a:extLst>
          </p:cNvPr>
          <p:cNvSpPr>
            <a:spLocks noGrp="1"/>
          </p:cNvSpPr>
          <p:nvPr>
            <p:ph type="title"/>
          </p:nvPr>
        </p:nvSpPr>
        <p:spPr>
          <a:xfrm>
            <a:off x="838200" y="365125"/>
            <a:ext cx="10515600" cy="1325563"/>
          </a:xfrm>
        </p:spPr>
        <p:txBody>
          <a:bodyPr>
            <a:normAutofit/>
          </a:bodyPr>
          <a:lstStyle/>
          <a:p>
            <a:r>
              <a:rPr lang="es-PE" sz="4000" b="1" dirty="0">
                <a:solidFill>
                  <a:srgbClr val="009D72"/>
                </a:solidFill>
                <a:latin typeface="Solano Gothic MVB Std Cap" panose="02000506030000020004" pitchFamily="50" charset="0"/>
              </a:rPr>
              <a:t>LOGROS</a:t>
            </a:r>
          </a:p>
        </p:txBody>
      </p:sp>
      <p:sp>
        <p:nvSpPr>
          <p:cNvPr id="5" name="Rectángulo 4">
            <a:extLst>
              <a:ext uri="{FF2B5EF4-FFF2-40B4-BE49-F238E27FC236}">
                <a16:creationId xmlns:a16="http://schemas.microsoft.com/office/drawing/2014/main" id="{1D39DD4F-DC34-4888-A3DF-6B41C859FA23}"/>
              </a:ext>
            </a:extLst>
          </p:cNvPr>
          <p:cNvSpPr/>
          <p:nvPr/>
        </p:nvSpPr>
        <p:spPr>
          <a:xfrm>
            <a:off x="1891026"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rgbClr val="50BCE2"/>
              </a:solidFill>
            </a:endParaRPr>
          </a:p>
        </p:txBody>
      </p:sp>
      <p:sp>
        <p:nvSpPr>
          <p:cNvPr id="6" name="Rectángulo 5">
            <a:extLst>
              <a:ext uri="{FF2B5EF4-FFF2-40B4-BE49-F238E27FC236}">
                <a16:creationId xmlns:a16="http://schemas.microsoft.com/office/drawing/2014/main" id="{D1920445-2224-41CF-9436-C0A0A7CBF3A4}"/>
              </a:ext>
            </a:extLst>
          </p:cNvPr>
          <p:cNvSpPr/>
          <p:nvPr/>
        </p:nvSpPr>
        <p:spPr>
          <a:xfrm>
            <a:off x="838200" y="1690688"/>
            <a:ext cx="11007436" cy="2554545"/>
          </a:xfrm>
          <a:prstGeom prst="rect">
            <a:avLst/>
          </a:prstGeom>
        </p:spPr>
        <p:txBody>
          <a:bodyPr wrap="square">
            <a:spAutoFit/>
          </a:bodyPr>
          <a:lstStyle/>
          <a:p>
            <a:pPr algn="just">
              <a:buClr>
                <a:srgbClr val="009D72"/>
              </a:buClr>
            </a:pPr>
            <a:r>
              <a:rPr lang="es-PE" sz="1600" dirty="0">
                <a:solidFill>
                  <a:srgbClr val="878789"/>
                </a:solidFill>
              </a:rPr>
              <a:t>AL FINALIZAR LA SESIÓN, EL ALUMNO ENTENDERÁ LOS SIGUIENTES CONCEPTOS:</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dirty="0">
                <a:solidFill>
                  <a:srgbClr val="878789"/>
                </a:solidFill>
              </a:rPr>
              <a:t>METODOLOGÍA PARA LA SOLUCIÓN DE UN PROBLEMA.</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dirty="0">
                <a:solidFill>
                  <a:srgbClr val="878789"/>
                </a:solidFill>
              </a:rPr>
              <a:t>USO DE HERRAMIENTAS PARA IDENTIFICAR, ANALIZAR Y RESOLVER PROBLEMAS.</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r>
              <a:rPr lang="es-PE" sz="1600" dirty="0">
                <a:solidFill>
                  <a:srgbClr val="878789"/>
                </a:solidFill>
              </a:rPr>
              <a:t>PODRÁ REALIZAR ANÁLISIS COMPARATIVOS PARA TOMAR DECISIONES SOBRE LA BASE DE VARIAS OPCIONES O ALTERNATIVAS</a:t>
            </a: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endParaRPr lang="es-PE" sz="1600" dirty="0">
              <a:solidFill>
                <a:srgbClr val="878789"/>
              </a:solidFill>
            </a:endParaRPr>
          </a:p>
          <a:p>
            <a:pPr marL="342900" indent="-342900" algn="just">
              <a:buClr>
                <a:srgbClr val="009D72"/>
              </a:buClr>
              <a:buFont typeface="Arial" panose="020B0604020202020204" pitchFamily="34" charset="0"/>
              <a:buChar char="•"/>
            </a:pPr>
            <a:endParaRPr lang="es-PE" sz="1600" dirty="0">
              <a:solidFill>
                <a:srgbClr val="878789"/>
              </a:solidFill>
            </a:endParaRPr>
          </a:p>
        </p:txBody>
      </p:sp>
    </p:spTree>
    <p:extLst>
      <p:ext uri="{BB962C8B-B14F-4D97-AF65-F5344CB8AC3E}">
        <p14:creationId xmlns:p14="http://schemas.microsoft.com/office/powerpoint/2010/main" val="4112524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2766218"/>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2400" b="1" dirty="0">
                <a:solidFill>
                  <a:srgbClr val="009D72"/>
                </a:solidFill>
                <a:latin typeface="Solano Gothic MVB Std Cap" panose="02000506030000020004" pitchFamily="50" charset="0"/>
              </a:rPr>
              <a:t>METODOLOGÍA Y HERRAMIENTAS PARA LA SOLUCIÓN DE PROBLEMAS</a:t>
            </a:r>
          </a:p>
        </p:txBody>
      </p:sp>
    </p:spTree>
    <p:extLst>
      <p:ext uri="{BB962C8B-B14F-4D97-AF65-F5344CB8AC3E}">
        <p14:creationId xmlns:p14="http://schemas.microsoft.com/office/powerpoint/2010/main" val="2286474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0"/>
            <a:ext cx="1117758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METODOLOGÍA PARA LA SOLUCIÓN DE PROBLEMAS</a:t>
            </a:r>
          </a:p>
        </p:txBody>
      </p:sp>
      <p:sp>
        <p:nvSpPr>
          <p:cNvPr id="5" name="Rectángulo 4">
            <a:extLst>
              <a:ext uri="{FF2B5EF4-FFF2-40B4-BE49-F238E27FC236}">
                <a16:creationId xmlns:a16="http://schemas.microsoft.com/office/drawing/2014/main" id="{71515433-BA99-4B15-90B4-2CFB93914541}"/>
              </a:ext>
            </a:extLst>
          </p:cNvPr>
          <p:cNvSpPr/>
          <p:nvPr/>
        </p:nvSpPr>
        <p:spPr>
          <a:xfrm>
            <a:off x="1954815" y="1232621"/>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F1C26D74-4B79-BF8D-C84A-5152DA259140}"/>
              </a:ext>
            </a:extLst>
          </p:cNvPr>
          <p:cNvPicPr>
            <a:picLocks noChangeAspect="1"/>
          </p:cNvPicPr>
          <p:nvPr/>
        </p:nvPicPr>
        <p:blipFill>
          <a:blip r:embed="rId2"/>
          <a:stretch>
            <a:fillRect/>
          </a:stretch>
        </p:blipFill>
        <p:spPr>
          <a:xfrm>
            <a:off x="4394321" y="2021927"/>
            <a:ext cx="3403357" cy="2814145"/>
          </a:xfrm>
          <a:prstGeom prst="rect">
            <a:avLst/>
          </a:prstGeom>
        </p:spPr>
      </p:pic>
      <p:sp>
        <p:nvSpPr>
          <p:cNvPr id="10" name="CuadroTexto 9">
            <a:extLst>
              <a:ext uri="{FF2B5EF4-FFF2-40B4-BE49-F238E27FC236}">
                <a16:creationId xmlns:a16="http://schemas.microsoft.com/office/drawing/2014/main" id="{82741DDB-CA94-1A3B-9DFB-C31A09B3555F}"/>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11" name="CuadroTexto 10">
            <a:extLst>
              <a:ext uri="{FF2B5EF4-FFF2-40B4-BE49-F238E27FC236}">
                <a16:creationId xmlns:a16="http://schemas.microsoft.com/office/drawing/2014/main" id="{BF718B85-7045-F304-2712-4FB5E08691D7}"/>
              </a:ext>
            </a:extLst>
          </p:cNvPr>
          <p:cNvSpPr txBox="1"/>
          <p:nvPr/>
        </p:nvSpPr>
        <p:spPr>
          <a:xfrm>
            <a:off x="2934813" y="5167311"/>
            <a:ext cx="6322372" cy="276999"/>
          </a:xfrm>
          <a:prstGeom prst="rect">
            <a:avLst/>
          </a:prstGeom>
          <a:noFill/>
        </p:spPr>
        <p:txBody>
          <a:bodyPr wrap="none" rtlCol="0">
            <a:spAutoFit/>
          </a:bodyPr>
          <a:lstStyle/>
          <a:p>
            <a:r>
              <a:rPr lang="es-PE" sz="1200" dirty="0"/>
              <a:t>Proceso general de análisis de problemas - Componentes del análisis de causa raíz de un problema</a:t>
            </a:r>
          </a:p>
        </p:txBody>
      </p:sp>
    </p:spTree>
    <p:extLst>
      <p:ext uri="{BB962C8B-B14F-4D97-AF65-F5344CB8AC3E}">
        <p14:creationId xmlns:p14="http://schemas.microsoft.com/office/powerpoint/2010/main" val="1155280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250034" y="1538431"/>
            <a:ext cx="7626932" cy="3323987"/>
          </a:xfrm>
          <a:prstGeom prst="rect">
            <a:avLst/>
          </a:prstGeom>
          <a:noFill/>
        </p:spPr>
        <p:txBody>
          <a:bodyPr wrap="square" rtlCol="0">
            <a:spAutoFit/>
          </a:bodyPr>
          <a:lstStyle/>
          <a:p>
            <a:r>
              <a:rPr lang="es-ES" sz="1400" dirty="0"/>
              <a:t>Una descripción o declaración del problema podría incluir los siguientes aspectos:</a:t>
            </a:r>
          </a:p>
          <a:p>
            <a:endParaRPr lang="es-ES" sz="1400" dirty="0"/>
          </a:p>
          <a:p>
            <a:r>
              <a:rPr lang="es-ES" sz="1400" dirty="0"/>
              <a:t>• Una descripción del problema.</a:t>
            </a:r>
          </a:p>
          <a:p>
            <a:r>
              <a:rPr lang="es-ES" sz="1400" dirty="0"/>
              <a:t>• Una descripción de a quién afecta el problema (parte interesada).</a:t>
            </a:r>
          </a:p>
          <a:p>
            <a:r>
              <a:rPr lang="es-ES" sz="1400" dirty="0"/>
              <a:t>• Una descripción de cómo el problema impacta a las partes interesadas y sus actividades.</a:t>
            </a:r>
          </a:p>
          <a:p>
            <a:endParaRPr lang="es-ES" sz="1400" dirty="0"/>
          </a:p>
          <a:p>
            <a:r>
              <a:rPr lang="es-ES" sz="1400" dirty="0"/>
              <a:t>Ejemplos:</a:t>
            </a:r>
          </a:p>
          <a:p>
            <a:endParaRPr lang="es-ES" sz="1400" dirty="0"/>
          </a:p>
          <a:p>
            <a:r>
              <a:rPr lang="es-ES" sz="1400" i="1" dirty="0"/>
              <a:t>La orden de venta de una empresa podría comenzar con el siguiente problema:</a:t>
            </a:r>
          </a:p>
          <a:p>
            <a:r>
              <a:rPr lang="es-ES" sz="1400" i="1" dirty="0"/>
              <a:t>• Las órdenes de venta tienen un problema con imprecisiones.</a:t>
            </a:r>
          </a:p>
          <a:p>
            <a:r>
              <a:rPr lang="es-ES" sz="1400" i="1" dirty="0"/>
              <a:t>• Esto afecta la división de órdenes de venta, los clientes, el envío y el cliente.</a:t>
            </a:r>
          </a:p>
          <a:p>
            <a:endParaRPr lang="es-ES" sz="1400" i="1" dirty="0"/>
          </a:p>
          <a:p>
            <a:r>
              <a:rPr lang="es-ES" sz="1400" i="1" dirty="0"/>
              <a:t>Departamento de Servicio.</a:t>
            </a:r>
          </a:p>
          <a:p>
            <a:r>
              <a:rPr lang="es-ES" sz="1400" i="1" dirty="0"/>
              <a:t>• El problema da como resultado (impacta) un aumento de desechos, mayores costos de manejo y</a:t>
            </a:r>
          </a:p>
          <a:p>
            <a:r>
              <a:rPr lang="es-ES" sz="1400" i="1" dirty="0"/>
              <a:t>clientes insatisfechos.</a:t>
            </a:r>
            <a:endParaRPr lang="es-PE" sz="1400" i="1"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8972550" y="132524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Título 1">
            <a:extLst>
              <a:ext uri="{FF2B5EF4-FFF2-40B4-BE49-F238E27FC236}">
                <a16:creationId xmlns:a16="http://schemas.microsoft.com/office/drawing/2014/main" id="{4358725C-9E17-5138-655D-BFC37717AB2A}"/>
              </a:ext>
            </a:extLst>
          </p:cNvPr>
          <p:cNvSpPr txBox="1">
            <a:spLocks/>
          </p:cNvSpPr>
          <p:nvPr/>
        </p:nvSpPr>
        <p:spPr>
          <a:xfrm>
            <a:off x="0" y="0"/>
            <a:ext cx="1117758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METODOLOGÍA PARA LA SOLUCIÓN DE PROBLEMAS</a:t>
            </a:r>
          </a:p>
        </p:txBody>
      </p:sp>
    </p:spTree>
    <p:extLst>
      <p:ext uri="{BB962C8B-B14F-4D97-AF65-F5344CB8AC3E}">
        <p14:creationId xmlns:p14="http://schemas.microsoft.com/office/powerpoint/2010/main" val="3396402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250034" y="1542731"/>
            <a:ext cx="7626932" cy="3108543"/>
          </a:xfrm>
          <a:prstGeom prst="rect">
            <a:avLst/>
          </a:prstGeom>
          <a:noFill/>
        </p:spPr>
        <p:txBody>
          <a:bodyPr wrap="square" rtlCol="0">
            <a:spAutoFit/>
          </a:bodyPr>
          <a:lstStyle/>
          <a:p>
            <a:r>
              <a:rPr lang="es-ES" sz="1400" dirty="0"/>
              <a:t>Idealmente, los datos se recopilaron durante el análisis del estado actual de la empresa. </a:t>
            </a:r>
          </a:p>
          <a:p>
            <a:r>
              <a:rPr lang="es-ES" sz="1400" dirty="0"/>
              <a:t>Si ese es el caso, esta etapa requiere que los datos se compilen o filtren para eliminar los datos irrelevantes y centrarse en los datos que importan. Es posible que los datos recopilados sean más</a:t>
            </a:r>
          </a:p>
          <a:p>
            <a:r>
              <a:rPr lang="es-ES" sz="1400" dirty="0"/>
              <a:t>general de lo requerido. En tales casos, el analista deberá ser más específico al determinar qué datos recopilar y con qué proceder. Sin embargo, si los datos requeridos no están disponibles o las métricas no son fáciles de cuantificar, el analista necesitará sincerar esta data. El tipo y la cantidad de datos necesarios para recopilar variarán según el problema. Sin embargo, un problema bien definido también guiará al analista en este sentido. </a:t>
            </a:r>
          </a:p>
          <a:p>
            <a:endParaRPr lang="es-ES" sz="1400" dirty="0"/>
          </a:p>
          <a:p>
            <a:r>
              <a:rPr lang="es-ES" sz="1400" dirty="0"/>
              <a:t>En general, los datos relativos a un problema específico deben dar información sobre </a:t>
            </a:r>
          </a:p>
          <a:p>
            <a:pPr marL="285750" indent="-285750">
              <a:buFontTx/>
              <a:buChar char="-"/>
            </a:pPr>
            <a:r>
              <a:rPr lang="es-ES" sz="1400" dirty="0"/>
              <a:t>la magnitud, </a:t>
            </a:r>
          </a:p>
          <a:p>
            <a:pPr marL="285750" indent="-285750">
              <a:buFontTx/>
              <a:buChar char="-"/>
            </a:pPr>
            <a:r>
              <a:rPr lang="es-ES" sz="1400" dirty="0"/>
              <a:t>la ubicación, </a:t>
            </a:r>
          </a:p>
          <a:p>
            <a:pPr marL="285750" indent="-285750">
              <a:buFontTx/>
              <a:buChar char="-"/>
            </a:pPr>
            <a:r>
              <a:rPr lang="es-ES" sz="1400" dirty="0"/>
              <a:t>el momento y </a:t>
            </a:r>
          </a:p>
          <a:p>
            <a:pPr marL="285750" indent="-285750">
              <a:buFontTx/>
              <a:buChar char="-"/>
            </a:pPr>
            <a:r>
              <a:rPr lang="es-ES" sz="1400" dirty="0"/>
              <a:t>el efecto o impacto del problema.</a:t>
            </a:r>
            <a:endParaRPr lang="es-PE" sz="1400" i="1"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10056016" y="250017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Título 1">
            <a:extLst>
              <a:ext uri="{FF2B5EF4-FFF2-40B4-BE49-F238E27FC236}">
                <a16:creationId xmlns:a16="http://schemas.microsoft.com/office/drawing/2014/main" id="{48D52669-BE92-9C6F-62EF-4465B8D69722}"/>
              </a:ext>
            </a:extLst>
          </p:cNvPr>
          <p:cNvSpPr txBox="1">
            <a:spLocks/>
          </p:cNvSpPr>
          <p:nvPr/>
        </p:nvSpPr>
        <p:spPr>
          <a:xfrm>
            <a:off x="0" y="0"/>
            <a:ext cx="1117758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METODOLOGÍA PARA LA SOLUCIÓN DE PROBLEMAS</a:t>
            </a:r>
          </a:p>
        </p:txBody>
      </p:sp>
    </p:spTree>
    <p:extLst>
      <p:ext uri="{BB962C8B-B14F-4D97-AF65-F5344CB8AC3E}">
        <p14:creationId xmlns:p14="http://schemas.microsoft.com/office/powerpoint/2010/main" val="3606217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250034" y="1542731"/>
            <a:ext cx="7626932" cy="3970318"/>
          </a:xfrm>
          <a:prstGeom prst="rect">
            <a:avLst/>
          </a:prstGeom>
          <a:noFill/>
        </p:spPr>
        <p:txBody>
          <a:bodyPr wrap="square" rtlCol="0">
            <a:spAutoFit/>
          </a:bodyPr>
          <a:lstStyle/>
          <a:p>
            <a:r>
              <a:rPr lang="es-ES" sz="1400" dirty="0"/>
              <a:t>Llegar a un acuerdo sobre el problema y cómo afecta a las diferentes partes de la operación explica los resultados del problema, pero no explica el por qué existe. </a:t>
            </a:r>
          </a:p>
          <a:p>
            <a:endParaRPr lang="es-ES" sz="1400" dirty="0"/>
          </a:p>
          <a:p>
            <a:r>
              <a:rPr lang="es-ES" sz="1400" dirty="0"/>
              <a:t>Para entender por qué existe el problema, es necesario examinarlo con más detalle. Al hacer las preguntas correctas, se pueden identificar los problemas relevantes, desentrañar sus causas reales y diseñar soluciones para resolverlos. El problema puede ser una mezcla de varias causas.</a:t>
            </a:r>
          </a:p>
          <a:p>
            <a:r>
              <a:rPr lang="es-ES" sz="1400" dirty="0"/>
              <a:t>Además, no todas las causas de un problema están igualmente "causando" el problema. </a:t>
            </a:r>
          </a:p>
          <a:p>
            <a:endParaRPr lang="es-ES" sz="1400" dirty="0"/>
          </a:p>
          <a:p>
            <a:r>
              <a:rPr lang="es-ES" sz="1400" dirty="0"/>
              <a:t>El análisis de las causas de un problema abarca estos aspectos y hay que tener en cuenta que existe una diferencia entre una causa de un problema y un síntoma.</a:t>
            </a:r>
          </a:p>
          <a:p>
            <a:endParaRPr lang="es-ES" sz="1400" dirty="0"/>
          </a:p>
          <a:p>
            <a:r>
              <a:rPr lang="es-ES" sz="1400" dirty="0"/>
              <a:t>Ejemplo:</a:t>
            </a:r>
          </a:p>
          <a:p>
            <a:r>
              <a:rPr lang="es-ES" sz="1400" i="1" dirty="0"/>
              <a:t>La disminución de las ventas no es un problema sino un síntoma de una causa que está asociada a la caída de estas. Podría ser por factores externos y/o internos.</a:t>
            </a:r>
          </a:p>
          <a:p>
            <a:endParaRPr lang="es-ES" sz="1400" dirty="0"/>
          </a:p>
          <a:p>
            <a:r>
              <a:rPr lang="es-ES" sz="1400" dirty="0"/>
              <a:t>Con técnicas de análisis de problemas, se identifican las causas fundamentales.</a:t>
            </a:r>
          </a:p>
          <a:p>
            <a:r>
              <a:rPr lang="es-ES" sz="1400" dirty="0"/>
              <a:t>Hay varios métodos para lograr esto. Si bien ningún método individual es el mejor, es más seguro usar al menos dos métodos para garantizar que no se pierda algo importante.</a:t>
            </a:r>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Título 1">
            <a:extLst>
              <a:ext uri="{FF2B5EF4-FFF2-40B4-BE49-F238E27FC236}">
                <a16:creationId xmlns:a16="http://schemas.microsoft.com/office/drawing/2014/main" id="{A075BA99-7116-697D-BACD-B2019B35298A}"/>
              </a:ext>
            </a:extLst>
          </p:cNvPr>
          <p:cNvSpPr txBox="1">
            <a:spLocks/>
          </p:cNvSpPr>
          <p:nvPr/>
        </p:nvSpPr>
        <p:spPr>
          <a:xfrm>
            <a:off x="0" y="0"/>
            <a:ext cx="1117758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METODOLOGÍA PARA LA SOLUCIÓN DE PROBLEMAS</a:t>
            </a:r>
          </a:p>
        </p:txBody>
      </p:sp>
    </p:spTree>
    <p:extLst>
      <p:ext uri="{BB962C8B-B14F-4D97-AF65-F5344CB8AC3E}">
        <p14:creationId xmlns:p14="http://schemas.microsoft.com/office/powerpoint/2010/main" val="1214809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182923" y="1173686"/>
            <a:ext cx="7626932" cy="5109091"/>
          </a:xfrm>
          <a:prstGeom prst="rect">
            <a:avLst/>
          </a:prstGeom>
          <a:noFill/>
        </p:spPr>
        <p:txBody>
          <a:bodyPr wrap="square" rtlCol="0">
            <a:spAutoFit/>
          </a:bodyPr>
          <a:lstStyle/>
          <a:p>
            <a:r>
              <a:rPr lang="es-ES" b="1" u="sng" dirty="0"/>
              <a:t>El método de los 5 WHY</a:t>
            </a:r>
          </a:p>
          <a:p>
            <a:r>
              <a:rPr lang="es-ES" sz="1400" dirty="0"/>
              <a:t>Este es un método simple para descubrir la causa raíz de un problema. La idea es comenzar con un problema y hacer la pregunta "por qué" cinco veces. Cada iteración (cada vez que se pregunta "por qué") provoca una causa más profunda del problema. </a:t>
            </a:r>
          </a:p>
          <a:p>
            <a:endParaRPr lang="es-ES" sz="1400" dirty="0"/>
          </a:p>
          <a:p>
            <a:r>
              <a:rPr lang="es-ES" sz="1400" dirty="0"/>
              <a:t>Ejemplo: considere el problema de los clientes que devuelven una computadora portátil.</a:t>
            </a:r>
          </a:p>
          <a:p>
            <a:endParaRPr lang="es-ES" sz="1400" dirty="0"/>
          </a:p>
          <a:p>
            <a:pPr marL="342900" indent="-342900">
              <a:buAutoNum type="arabicPeriod"/>
            </a:pPr>
            <a:r>
              <a:rPr lang="es-ES" sz="1400" b="1" dirty="0"/>
              <a:t>¿Por qué están devolviendo el producto?</a:t>
            </a:r>
          </a:p>
          <a:p>
            <a:r>
              <a:rPr lang="es-ES" sz="1400" dirty="0"/>
              <a:t>Respuesta: La mayoría de ellos devuelven la computadora portátil porque está rayada o abollada.</a:t>
            </a:r>
          </a:p>
          <a:p>
            <a:endParaRPr lang="es-ES" sz="1400" dirty="0"/>
          </a:p>
          <a:p>
            <a:r>
              <a:rPr lang="es-ES" sz="1400" b="1" dirty="0"/>
              <a:t>2. ¿Por qué hay rayones o abolladuras en la computadora portátil?</a:t>
            </a:r>
          </a:p>
          <a:p>
            <a:r>
              <a:rPr lang="es-ES" sz="1400" dirty="0"/>
              <a:t>Respuesta: Los inspeccionamos antes del envío, por lo que debe haber ocurrido durante el proceso de envío.</a:t>
            </a:r>
          </a:p>
          <a:p>
            <a:endParaRPr lang="es-ES" sz="1400" dirty="0"/>
          </a:p>
          <a:p>
            <a:r>
              <a:rPr lang="es-ES" sz="1400" b="1" dirty="0"/>
              <a:t>3. ¿Por qué se dañan durante el envío?</a:t>
            </a:r>
          </a:p>
          <a:p>
            <a:r>
              <a:rPr lang="es-ES" sz="1400" dirty="0"/>
              <a:t>Respuesta: Porque no están empacados de acuerdo a las especificaciones.</a:t>
            </a:r>
          </a:p>
          <a:p>
            <a:endParaRPr lang="es-ES" sz="1400" dirty="0"/>
          </a:p>
          <a:p>
            <a:r>
              <a:rPr lang="es-ES" sz="1400" b="1" dirty="0"/>
              <a:t>4. ¿Por qué no se empaquetan de acuerdo con las especificaciones?</a:t>
            </a:r>
          </a:p>
          <a:p>
            <a:r>
              <a:rPr lang="es-ES" sz="1400" dirty="0"/>
              <a:t>Respuesta: Porque no tienen las especificaciones.</a:t>
            </a:r>
          </a:p>
          <a:p>
            <a:endParaRPr lang="es-ES" sz="1400" dirty="0"/>
          </a:p>
          <a:p>
            <a:r>
              <a:rPr lang="es-ES" sz="1400" b="1" dirty="0"/>
              <a:t>5. ¿Por qué el envío no tiene las especificaciones?</a:t>
            </a:r>
          </a:p>
          <a:p>
            <a:r>
              <a:rPr lang="es-ES" sz="1400" dirty="0"/>
              <a:t>Respuesta: Porque las especificaciones de envío no están incluidas en el proceso de lanzamiento del producto.</a:t>
            </a:r>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Título 1">
            <a:extLst>
              <a:ext uri="{FF2B5EF4-FFF2-40B4-BE49-F238E27FC236}">
                <a16:creationId xmlns:a16="http://schemas.microsoft.com/office/drawing/2014/main" id="{75396250-A9CB-9F1E-042A-7AD0F2175486}"/>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3999776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217797" y="1279924"/>
            <a:ext cx="7626932" cy="3754874"/>
          </a:xfrm>
          <a:prstGeom prst="rect">
            <a:avLst/>
          </a:prstGeom>
          <a:noFill/>
        </p:spPr>
        <p:txBody>
          <a:bodyPr wrap="square" rtlCol="0">
            <a:spAutoFit/>
          </a:bodyPr>
          <a:lstStyle/>
          <a:p>
            <a:r>
              <a:rPr lang="es-ES" sz="1400" dirty="0"/>
              <a:t>En el ejemplo anterior, la causa raíz del problema está relacionada con las especificaciones asociadas con los lanzamientos de productos. Esto ilustra que puede haber una razón más profunda por la que ocurre un problema. Sin embargo, en la vida real, el proceso no es tan simple. Dos aspectos lo  complican. En primer lugar, puede ser fácil responder a la pregunta, pero ¿cómo sabemos que esta respuesta es realmente válida? En el ejemplo anterior, ¿cómo sabemos que las devoluciones se deben a rayones o abolladuras? Esta respuesta podría ser una de cinco o seis alternativas, </a:t>
            </a:r>
            <a:r>
              <a:rPr lang="es-ES" sz="1400" dirty="0">
                <a:highlight>
                  <a:srgbClr val="FFFF00"/>
                </a:highlight>
              </a:rPr>
              <a:t>pero se eligió esta porque podía corroborarse con hechos</a:t>
            </a:r>
            <a:r>
              <a:rPr lang="es-ES" sz="1400" dirty="0"/>
              <a:t>. Quizás se examinaron los documentos adjuntos de las devoluciones de productos. Habiendo analizado una muestra aleatoria, la mayoría de los clientes mencionaron un rasguño o una abolladura como el motivo. No podrían haber sido otros motivos como que no les gusto el color, el producto no era como esperaban, </a:t>
            </a:r>
            <a:r>
              <a:rPr lang="es-ES" sz="1400" dirty="0">
                <a:highlight>
                  <a:srgbClr val="FFFF00"/>
                </a:highlight>
              </a:rPr>
              <a:t>pero el motivo principal fue por ralladuras y abolladuras</a:t>
            </a:r>
            <a:r>
              <a:rPr lang="es-ES" sz="1400" dirty="0"/>
              <a:t>. Si la mayoría de las razones hubieran sido que el producto no era como se comercializaba, entonces esa habría sido la respuesta a la primera pregunta de por qué. Al realizar tales ejercicios, es vital que el analista no acepte ciegamente la primera respuesta, sino que </a:t>
            </a:r>
            <a:r>
              <a:rPr lang="es-ES" sz="1400" dirty="0">
                <a:highlight>
                  <a:srgbClr val="FFFF00"/>
                </a:highlight>
              </a:rPr>
              <a:t>se asegure que las respuestas estén respaldadas por hechos</a:t>
            </a:r>
            <a:r>
              <a:rPr lang="es-ES" sz="1400" dirty="0"/>
              <a:t>. Además, tenga en cuenta que si el análisis hubiera mostrado que las dos razones principales de las devoluciones eran raspaduras y clientes que esperaban un producto diferente, entonces ambos problemas habrían merecido su propio análisis de causa raíz.</a:t>
            </a:r>
            <a:endParaRPr lang="es-ES" sz="1100"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Título 1">
            <a:extLst>
              <a:ext uri="{FF2B5EF4-FFF2-40B4-BE49-F238E27FC236}">
                <a16:creationId xmlns:a16="http://schemas.microsoft.com/office/drawing/2014/main" id="{F0BC0731-F250-041C-8E30-21949F59A077}"/>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3131630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182923" y="1173686"/>
            <a:ext cx="7626932" cy="3016210"/>
          </a:xfrm>
          <a:prstGeom prst="rect">
            <a:avLst/>
          </a:prstGeom>
          <a:noFill/>
        </p:spPr>
        <p:txBody>
          <a:bodyPr wrap="square" rtlCol="0">
            <a:spAutoFit/>
          </a:bodyPr>
          <a:lstStyle/>
          <a:p>
            <a:r>
              <a:rPr lang="es-ES" b="1" u="sng" dirty="0"/>
              <a:t>Diagrama de árbol de causas raíz</a:t>
            </a:r>
          </a:p>
          <a:p>
            <a:endParaRPr lang="es-ES" b="1" dirty="0"/>
          </a:p>
          <a:p>
            <a:r>
              <a:rPr lang="es-ES" sz="1400" dirty="0"/>
              <a:t>El diagrama de árbol representa una de las preguntas de "cinco por qué" en cada nivel. Hay propuestas para incluir cuestiones culturales más suaves, también llamadas “causas latentes”, en el análisis.</a:t>
            </a:r>
          </a:p>
          <a:p>
            <a:r>
              <a:rPr lang="es-ES" sz="1400" dirty="0"/>
              <a:t>Tales causas reflejarían los valores y actitudes detrás de la causa raíz. Si una empresa ha desentrañado varias cuentas de clientes falsas, la causa raíz podría rastrear el problema hasta la falta de validación de los datos de los clientes. Sin embargo, el hecho de que la fuerza de ventas ingresó cuentas de clientes falsas podría tener su origen en un esquema de bonificación, donde aquellos que no cumplan con una determinada tasa de crecimiento mínima, se quedarán sin bonificación o serán despedidos. Esta cultura es una causa latente del problema. La causa latente también podría ser a nivel individual. Si un empleado ha utilizado los fondos de la empresa para su uso personal, la causa raíz puede apuntar a alguna rutina, pero la causa latente son los valores y actitudes del empleador. El analista deberá evaluar si es útil buscar la causa latente.</a:t>
            </a:r>
            <a:endParaRPr lang="es-ES" sz="1100"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8" name="Imagen 7">
            <a:extLst>
              <a:ext uri="{FF2B5EF4-FFF2-40B4-BE49-F238E27FC236}">
                <a16:creationId xmlns:a16="http://schemas.microsoft.com/office/drawing/2014/main" id="{90F5D30F-69C3-E708-0ABB-AC6A73C9D6A5}"/>
              </a:ext>
            </a:extLst>
          </p:cNvPr>
          <p:cNvPicPr>
            <a:picLocks noChangeAspect="1"/>
          </p:cNvPicPr>
          <p:nvPr/>
        </p:nvPicPr>
        <p:blipFill>
          <a:blip r:embed="rId3"/>
          <a:stretch>
            <a:fillRect/>
          </a:stretch>
        </p:blipFill>
        <p:spPr>
          <a:xfrm>
            <a:off x="4214141" y="3992331"/>
            <a:ext cx="3926681" cy="2645875"/>
          </a:xfrm>
          <a:prstGeom prst="rect">
            <a:avLst/>
          </a:prstGeom>
        </p:spPr>
      </p:pic>
      <p:sp>
        <p:nvSpPr>
          <p:cNvPr id="14" name="Título 1">
            <a:extLst>
              <a:ext uri="{FF2B5EF4-FFF2-40B4-BE49-F238E27FC236}">
                <a16:creationId xmlns:a16="http://schemas.microsoft.com/office/drawing/2014/main" id="{88E58FB9-40E0-C75D-44FE-6A2F81DE5173}"/>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2840375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182923" y="1173686"/>
            <a:ext cx="7626932" cy="2585323"/>
          </a:xfrm>
          <a:prstGeom prst="rect">
            <a:avLst/>
          </a:prstGeom>
          <a:noFill/>
        </p:spPr>
        <p:txBody>
          <a:bodyPr wrap="square" rtlCol="0">
            <a:spAutoFit/>
          </a:bodyPr>
          <a:lstStyle/>
          <a:p>
            <a:r>
              <a:rPr lang="es-ES" b="1" u="sng" dirty="0"/>
              <a:t>Diagrama de espina de pescado</a:t>
            </a:r>
          </a:p>
          <a:p>
            <a:endParaRPr lang="es-ES" b="1" dirty="0"/>
          </a:p>
          <a:p>
            <a:r>
              <a:rPr lang="es-ES" sz="1400" dirty="0"/>
              <a:t>El diagrama de espina de pescado representa la causa y los efectos como un modelo gráfico. El diagrama tiene la estructura de un esqueleto de pez donde cada hueso principal es una categoría primaria o principal de la causa del problema. Estas categorías están predefinidas como métodos, medidas, máquinas, materiales y personas. Cabe señalar que el diagrama de espina de pescado tiene sus raíces en la industria manufacturera y las categorías se definen en consecuencia. Sin embargo, es posible cambiar las categorías y adaptar la estructura a un problema específico. También sería posible comenzar las discusiones sin ninguna categoría principal y progresivamente agrupar las causas y luego definir las categorías. La flexibilidad es importante para garantizar que se logren los resultados necesarios.</a:t>
            </a:r>
            <a:endParaRPr lang="es-ES" sz="1000"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3" name="Imagen 12">
            <a:extLst>
              <a:ext uri="{FF2B5EF4-FFF2-40B4-BE49-F238E27FC236}">
                <a16:creationId xmlns:a16="http://schemas.microsoft.com/office/drawing/2014/main" id="{DE420F3E-0453-BD36-710F-04F1FE34EF83}"/>
              </a:ext>
            </a:extLst>
          </p:cNvPr>
          <p:cNvPicPr>
            <a:picLocks noChangeAspect="1"/>
          </p:cNvPicPr>
          <p:nvPr/>
        </p:nvPicPr>
        <p:blipFill>
          <a:blip r:embed="rId3"/>
          <a:stretch>
            <a:fillRect/>
          </a:stretch>
        </p:blipFill>
        <p:spPr>
          <a:xfrm rot="5400000">
            <a:off x="4472081" y="2576033"/>
            <a:ext cx="3247837" cy="4953771"/>
          </a:xfrm>
          <a:prstGeom prst="rect">
            <a:avLst/>
          </a:prstGeom>
        </p:spPr>
      </p:pic>
      <p:sp>
        <p:nvSpPr>
          <p:cNvPr id="6" name="Título 1">
            <a:extLst>
              <a:ext uri="{FF2B5EF4-FFF2-40B4-BE49-F238E27FC236}">
                <a16:creationId xmlns:a16="http://schemas.microsoft.com/office/drawing/2014/main" id="{A373E0CF-E5C5-9798-9DE8-BC3F2159325B}"/>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2230679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182923" y="1173686"/>
            <a:ext cx="7626932" cy="4401205"/>
          </a:xfrm>
          <a:prstGeom prst="rect">
            <a:avLst/>
          </a:prstGeom>
          <a:noFill/>
        </p:spPr>
        <p:txBody>
          <a:bodyPr wrap="square" rtlCol="0">
            <a:spAutoFit/>
          </a:bodyPr>
          <a:lstStyle/>
          <a:p>
            <a:r>
              <a:rPr lang="es-ES" sz="1400" dirty="0"/>
              <a:t>En talleres o reuniones de lluvia de ideas, las diferentes causas se discuten y enumeran bajo la categoría principal correspondiente.</a:t>
            </a:r>
          </a:p>
          <a:p>
            <a:endParaRPr lang="es-ES" sz="1400" dirty="0"/>
          </a:p>
          <a:p>
            <a:r>
              <a:rPr lang="es-ES" sz="1400" dirty="0"/>
              <a:t>1. El primer paso es poner el problema en la “cabeza del pez”.</a:t>
            </a:r>
          </a:p>
          <a:p>
            <a:endParaRPr lang="es-ES" sz="1400" dirty="0"/>
          </a:p>
          <a:p>
            <a:r>
              <a:rPr lang="es-ES" sz="1400" dirty="0"/>
              <a:t>2. El siguiente paso es identificar las principales causas del problema. Las categorías principales se pueden configurar de acuerdo con lo anterior.</a:t>
            </a:r>
          </a:p>
          <a:p>
            <a:endParaRPr lang="es-ES" sz="1400" dirty="0"/>
          </a:p>
          <a:p>
            <a:r>
              <a:rPr lang="es-ES" sz="1400" dirty="0"/>
              <a:t>3. En este punto, las categorías principales están establecidas, pero no lo suficiente como para ver las causas raíz específicas. Con la lluvia de ideas y la recopilación de datos, se pueden identificar las causas raíz específicas. Es posible que sea necesario crear subcategorías en cada categoría principal.</a:t>
            </a:r>
          </a:p>
          <a:p>
            <a:endParaRPr lang="es-ES" sz="1400" dirty="0"/>
          </a:p>
          <a:p>
            <a:r>
              <a:rPr lang="es-ES" sz="1400" dirty="0"/>
              <a:t>4. Identifique las causas específicas y ubíquelas en la categoría correcta. Si una causa está relacionada con un sistema de información, se coloca en "máquinas" o en una categoría definida como "sistemas de soporte de SI". Para cada una de las categorías, las causas potenciales se identifican y se agregan al diagrama.</a:t>
            </a:r>
          </a:p>
          <a:p>
            <a:endParaRPr lang="es-ES" sz="1400" dirty="0"/>
          </a:p>
          <a:p>
            <a:r>
              <a:rPr lang="es-ES" sz="1400" dirty="0"/>
              <a:t>5. Discutir las posibles soluciones a las causas raíz también es parte del método del diagrama de espina de pescado, donde las soluciones son los primeros borradores y requerirán una mayor investigación en etapas posteriores.</a:t>
            </a:r>
            <a:endParaRPr lang="es-ES" sz="800"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3" name="Imagen 12">
            <a:extLst>
              <a:ext uri="{FF2B5EF4-FFF2-40B4-BE49-F238E27FC236}">
                <a16:creationId xmlns:a16="http://schemas.microsoft.com/office/drawing/2014/main" id="{DE420F3E-0453-BD36-710F-04F1FE34EF83}"/>
              </a:ext>
            </a:extLst>
          </p:cNvPr>
          <p:cNvPicPr>
            <a:picLocks noChangeAspect="1"/>
          </p:cNvPicPr>
          <p:nvPr/>
        </p:nvPicPr>
        <p:blipFill>
          <a:blip r:embed="rId3"/>
          <a:stretch>
            <a:fillRect/>
          </a:stretch>
        </p:blipFill>
        <p:spPr>
          <a:xfrm rot="5400000">
            <a:off x="9210980" y="4547424"/>
            <a:ext cx="1690087" cy="2577809"/>
          </a:xfrm>
          <a:prstGeom prst="rect">
            <a:avLst/>
          </a:prstGeom>
        </p:spPr>
      </p:pic>
      <p:sp>
        <p:nvSpPr>
          <p:cNvPr id="6" name="Título 1">
            <a:extLst>
              <a:ext uri="{FF2B5EF4-FFF2-40B4-BE49-F238E27FC236}">
                <a16:creationId xmlns:a16="http://schemas.microsoft.com/office/drawing/2014/main" id="{E7BDC311-28AA-E1EE-4077-50CCE9667645}"/>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2767544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182923" y="1173686"/>
            <a:ext cx="7626932" cy="2308324"/>
          </a:xfrm>
          <a:prstGeom prst="rect">
            <a:avLst/>
          </a:prstGeom>
          <a:noFill/>
        </p:spPr>
        <p:txBody>
          <a:bodyPr wrap="square" rtlCol="0">
            <a:spAutoFit/>
          </a:bodyPr>
          <a:lstStyle/>
          <a:p>
            <a:r>
              <a:rPr lang="es-ES" b="1" u="sng" dirty="0">
                <a:effectLst>
                  <a:outerShdw blurRad="38100" dist="38100" dir="2700000" algn="tl">
                    <a:srgbClr val="000000">
                      <a:alpha val="43137"/>
                    </a:srgbClr>
                  </a:outerShdw>
                </a:effectLst>
              </a:rPr>
              <a:t>Diagrama de interrelación</a:t>
            </a:r>
          </a:p>
          <a:p>
            <a:endParaRPr lang="es-ES" sz="1400" dirty="0"/>
          </a:p>
          <a:p>
            <a:r>
              <a:rPr lang="es-ES" sz="1400" dirty="0"/>
              <a:t>El diagrama de interrelación (en adelante, ID), también conocido como diagrama de relaciones, tiene su origen en la década de 1970. Similar a "cinco por qué" y diagrama de espina de pescado, su uso original fue en la industria manufacturera, pero también se puede utilizar en otros contextos. Su función principal es captar las relaciones lógicas o causales entre factores relacionados con un problema complejo o en otras palabras, representar un análisis de causa y efecto. Los elementos de un ID son recuadros u óvalos para cada factor y flechas dibujadas entre estos recuadros para mostrar la relación entre ellos. No hay reglas establecidas sobre cómo organizar las cajas, pero se utilizan los siguientes tres tipos mayormente.</a:t>
            </a:r>
            <a:endParaRPr lang="es-ES" sz="800"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8" name="Imagen 7">
            <a:extLst>
              <a:ext uri="{FF2B5EF4-FFF2-40B4-BE49-F238E27FC236}">
                <a16:creationId xmlns:a16="http://schemas.microsoft.com/office/drawing/2014/main" id="{7ED8CAB5-D3BB-2927-48DF-98545B1DEF7A}"/>
              </a:ext>
            </a:extLst>
          </p:cNvPr>
          <p:cNvPicPr>
            <a:picLocks noChangeAspect="1"/>
          </p:cNvPicPr>
          <p:nvPr/>
        </p:nvPicPr>
        <p:blipFill>
          <a:blip r:embed="rId3"/>
          <a:stretch>
            <a:fillRect/>
          </a:stretch>
        </p:blipFill>
        <p:spPr>
          <a:xfrm>
            <a:off x="3650823" y="3301367"/>
            <a:ext cx="4091922" cy="3442257"/>
          </a:xfrm>
          <a:prstGeom prst="rect">
            <a:avLst/>
          </a:prstGeom>
        </p:spPr>
      </p:pic>
      <p:sp>
        <p:nvSpPr>
          <p:cNvPr id="12" name="Título 1">
            <a:extLst>
              <a:ext uri="{FF2B5EF4-FFF2-40B4-BE49-F238E27FC236}">
                <a16:creationId xmlns:a16="http://schemas.microsoft.com/office/drawing/2014/main" id="{645E2F09-4F36-81B7-4321-559982DF2C53}"/>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2789277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301543" y="1123030"/>
            <a:ext cx="7626932" cy="2462213"/>
          </a:xfrm>
          <a:prstGeom prst="rect">
            <a:avLst/>
          </a:prstGeom>
          <a:noFill/>
        </p:spPr>
        <p:txBody>
          <a:bodyPr wrap="square" rtlCol="0">
            <a:spAutoFit/>
          </a:bodyPr>
          <a:lstStyle/>
          <a:p>
            <a:endParaRPr lang="es-ES" sz="1400" dirty="0"/>
          </a:p>
          <a:p>
            <a:pPr marL="285750" indent="-285750">
              <a:buFont typeface="Arial" panose="020B0604020202020204" pitchFamily="34" charset="0"/>
              <a:buChar char="•"/>
            </a:pPr>
            <a:r>
              <a:rPr lang="es-ES" sz="1400" dirty="0"/>
              <a:t>El primero está estructurado centralmente, lo que coloca el problema principal en el centro y los factores más directamente relacionados más cerca del centro.</a:t>
            </a:r>
          </a:p>
          <a:p>
            <a:pPr marL="285750" indent="-285750">
              <a:buFont typeface="Arial" panose="020B0604020202020204" pitchFamily="34" charset="0"/>
              <a:buChar char="•"/>
            </a:pPr>
            <a:r>
              <a:rPr lang="es-ES" sz="1400" dirty="0"/>
              <a:t>La segunda es colocar el problema o problemas principales hacia un lado del diagrama y ordenar los factores en el otro lado.</a:t>
            </a:r>
          </a:p>
          <a:p>
            <a:pPr marL="285750" indent="-285750">
              <a:buFont typeface="Arial" panose="020B0604020202020204" pitchFamily="34" charset="0"/>
              <a:buChar char="•"/>
            </a:pPr>
            <a:r>
              <a:rPr lang="es-ES" sz="1400" dirty="0"/>
              <a:t>En tercer lugar no tener una organización previa de las cajas sino dejarla crecer a medida que avanza el proceso, que parece ser la más común y la que utilizaremos.</a:t>
            </a:r>
          </a:p>
          <a:p>
            <a:pPr marL="285750" indent="-285750">
              <a:buFont typeface="Arial" panose="020B0604020202020204" pitchFamily="34" charset="0"/>
              <a:buChar char="•"/>
            </a:pPr>
            <a:endParaRPr lang="es-ES" sz="1400" dirty="0"/>
          </a:p>
          <a:p>
            <a:r>
              <a:rPr lang="es-ES" sz="1400" dirty="0"/>
              <a:t>Los factores pueden ser de formato cualitativo o cuantitativo. En el formato cualitativo, la relación entre los factores se determina mediante discusiones, mientras que en el formato cuantitativo, las relaciones se identifican con base en números.</a:t>
            </a:r>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8" name="Imagen 7">
            <a:extLst>
              <a:ext uri="{FF2B5EF4-FFF2-40B4-BE49-F238E27FC236}">
                <a16:creationId xmlns:a16="http://schemas.microsoft.com/office/drawing/2014/main" id="{7ED8CAB5-D3BB-2927-48DF-98545B1DEF7A}"/>
              </a:ext>
            </a:extLst>
          </p:cNvPr>
          <p:cNvPicPr>
            <a:picLocks noChangeAspect="1"/>
          </p:cNvPicPr>
          <p:nvPr/>
        </p:nvPicPr>
        <p:blipFill>
          <a:blip r:embed="rId3"/>
          <a:stretch>
            <a:fillRect/>
          </a:stretch>
        </p:blipFill>
        <p:spPr>
          <a:xfrm>
            <a:off x="3650823" y="3301367"/>
            <a:ext cx="4091922" cy="3442257"/>
          </a:xfrm>
          <a:prstGeom prst="rect">
            <a:avLst/>
          </a:prstGeom>
        </p:spPr>
      </p:pic>
      <p:sp>
        <p:nvSpPr>
          <p:cNvPr id="6" name="Título 1">
            <a:extLst>
              <a:ext uri="{FF2B5EF4-FFF2-40B4-BE49-F238E27FC236}">
                <a16:creationId xmlns:a16="http://schemas.microsoft.com/office/drawing/2014/main" id="{A67EC9B7-E3A2-9D13-D0F1-A7457E90CCF7}"/>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487509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301543" y="1123030"/>
            <a:ext cx="7626932" cy="3754874"/>
          </a:xfrm>
          <a:prstGeom prst="rect">
            <a:avLst/>
          </a:prstGeom>
          <a:noFill/>
        </p:spPr>
        <p:txBody>
          <a:bodyPr wrap="square" rtlCol="0">
            <a:spAutoFit/>
          </a:bodyPr>
          <a:lstStyle/>
          <a:p>
            <a:r>
              <a:rPr lang="es-ES" sz="1400" dirty="0"/>
              <a:t>Una ID se crea siguiendo estos pasos principales:</a:t>
            </a:r>
          </a:p>
          <a:p>
            <a:endParaRPr lang="es-ES" sz="1400" dirty="0"/>
          </a:p>
          <a:p>
            <a:r>
              <a:rPr lang="es-ES" sz="1400" dirty="0"/>
              <a:t>1. Determinar la etiqueta de los factores, es decir, definir el problema y los factores. Esto se hace después de una discusión general sobre el tema para desentrañar o filtrar las influencias indirectas. Es importante ser específico y claro al definir los temas. De lo contrario, se generarán ambigüedades que afectarán la calidad del análisis.</a:t>
            </a:r>
          </a:p>
          <a:p>
            <a:endParaRPr lang="es-ES" sz="1400" dirty="0"/>
          </a:p>
          <a:p>
            <a:r>
              <a:rPr lang="es-ES" sz="1400" dirty="0"/>
              <a:t>2. Luego coloque los factores en una pizarra o algún espacio similar. Esto podría hacerse de acuerdo con las diferentes estructuras discutidas anteriormente. La figura es un ejemplo de no tener una estructura predefinida.</a:t>
            </a:r>
          </a:p>
          <a:p>
            <a:endParaRPr lang="es-ES" sz="1400" dirty="0"/>
          </a:p>
          <a:p>
            <a:r>
              <a:rPr lang="es-ES" sz="1400" dirty="0"/>
              <a:t>3. A continuación, evalúe las relaciones entre cada factor con los demás factores. Dibuje las flechas desde el tema que influye o hace que el tema sea influenciado.</a:t>
            </a:r>
          </a:p>
          <a:p>
            <a:endParaRPr lang="es-ES" sz="1400" dirty="0"/>
          </a:p>
          <a:p>
            <a:r>
              <a:rPr lang="es-ES" sz="1400" dirty="0"/>
              <a:t>4. Encuentra las causas raíz contando las flechas. Todos los factores que tienen más flechas salientes que flechas entrantes son causas. De manera similar, todos los factores con más flechas entrantes que salientes son efectos.</a:t>
            </a:r>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8" name="Imagen 7">
            <a:extLst>
              <a:ext uri="{FF2B5EF4-FFF2-40B4-BE49-F238E27FC236}">
                <a16:creationId xmlns:a16="http://schemas.microsoft.com/office/drawing/2014/main" id="{7ED8CAB5-D3BB-2927-48DF-98545B1DEF7A}"/>
              </a:ext>
            </a:extLst>
          </p:cNvPr>
          <p:cNvPicPr>
            <a:picLocks noChangeAspect="1"/>
          </p:cNvPicPr>
          <p:nvPr/>
        </p:nvPicPr>
        <p:blipFill>
          <a:blip r:embed="rId3"/>
          <a:stretch>
            <a:fillRect/>
          </a:stretch>
        </p:blipFill>
        <p:spPr>
          <a:xfrm>
            <a:off x="5393243" y="4785473"/>
            <a:ext cx="2233823" cy="1879164"/>
          </a:xfrm>
          <a:prstGeom prst="rect">
            <a:avLst/>
          </a:prstGeom>
        </p:spPr>
      </p:pic>
      <p:sp>
        <p:nvSpPr>
          <p:cNvPr id="6" name="Título 1">
            <a:extLst>
              <a:ext uri="{FF2B5EF4-FFF2-40B4-BE49-F238E27FC236}">
                <a16:creationId xmlns:a16="http://schemas.microsoft.com/office/drawing/2014/main" id="{14A902B1-4C66-4105-8C64-3BE111F20D02}"/>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33330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sp>
        <p:nvSpPr>
          <p:cNvPr id="7" name="CuadroTexto 6">
            <a:extLst>
              <a:ext uri="{FF2B5EF4-FFF2-40B4-BE49-F238E27FC236}">
                <a16:creationId xmlns:a16="http://schemas.microsoft.com/office/drawing/2014/main" id="{4FF52C49-B82F-094E-1F20-AD86CAA917B4}"/>
              </a:ext>
            </a:extLst>
          </p:cNvPr>
          <p:cNvSpPr txBox="1"/>
          <p:nvPr/>
        </p:nvSpPr>
        <p:spPr>
          <a:xfrm>
            <a:off x="182923" y="1173686"/>
            <a:ext cx="7626932" cy="4893647"/>
          </a:xfrm>
          <a:prstGeom prst="rect">
            <a:avLst/>
          </a:prstGeom>
          <a:noFill/>
        </p:spPr>
        <p:txBody>
          <a:bodyPr wrap="square" rtlCol="0">
            <a:spAutoFit/>
          </a:bodyPr>
          <a:lstStyle/>
          <a:p>
            <a:r>
              <a:rPr lang="es-ES" b="1" u="sng" dirty="0">
                <a:effectLst>
                  <a:outerShdw blurRad="38100" dist="38100" dir="2700000" algn="tl">
                    <a:srgbClr val="000000">
                      <a:alpha val="43137"/>
                    </a:srgbClr>
                  </a:outerShdw>
                </a:effectLst>
              </a:rPr>
              <a:t>Diagrama de Pareto</a:t>
            </a:r>
          </a:p>
          <a:p>
            <a:endParaRPr lang="es-ES" sz="1400" dirty="0"/>
          </a:p>
          <a:p>
            <a:r>
              <a:rPr lang="es-ES" sz="1400" dirty="0"/>
              <a:t>Pareto fue un economista italiano que, a principios del siglo XX, se dio cuenta de que el 80% de la tierra en Italia era propiedad del 20% de la población. La "regla de Pareto", también conocida como la "regla del 80/20", simplemente establece que el 80 % de cualquier salida dada está determinada por el 20 % de su entrada. La aplicación de esta regla establece que el 80% de las ventas proviene del 20% de los clientes o el 80% de las ventas proviene del 20% de la fuerza de ventas. La regla parece aplicarse también en otras áreas, y no es raro encontrar que al abordar el 20 % de los errores informados, se eliminaría alrededor del 80 % de los errores del sistema.</a:t>
            </a:r>
          </a:p>
          <a:p>
            <a:endParaRPr lang="es-ES" sz="1400" dirty="0"/>
          </a:p>
          <a:p>
            <a:r>
              <a:rPr lang="es-ES" sz="1400" dirty="0"/>
              <a:t>En el contexto del análisis de la causa raíz, es muy probable que el 20 % de las causas raíz compensen el 80 % del problema. Como tal, hay ciertas causas fundamentales en las que es más importante centrarse. Abordando el 20% de las causas, se resolverá el 80% de los problemas. En otras palabras, no vale la pena abordar todas las causas fundamentales, ya que muchas de ellas tendrán un efecto muy marginal en el problema, pero sin duda costará solucionarlas.</a:t>
            </a:r>
          </a:p>
          <a:p>
            <a:endParaRPr lang="es-ES" sz="1400" dirty="0"/>
          </a:p>
          <a:p>
            <a:r>
              <a:rPr lang="es-ES" sz="1400" dirty="0"/>
              <a:t>Mediante el uso de datos, el razonamiento y la comprensión de la anatomía del problema y sus causas fundamentales, se identifica el 20 % de las causas fundamentales que provocan el 80 % del problema. Incluso podría ser suficiente para abordar estos problemas que constituyen el 20%. Configurar un análisis de Pareto se trata de usar datos. El análisis apunta a encontrar qué constituye el 20% que causa el 80% del problema. Una vez que se recopilan los datos, crear un gráfico de Pareto es bastante sencillo con Excel o Google Sheets.</a:t>
            </a:r>
            <a:endParaRPr lang="es-ES" sz="800" dirty="0"/>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Título 1">
            <a:extLst>
              <a:ext uri="{FF2B5EF4-FFF2-40B4-BE49-F238E27FC236}">
                <a16:creationId xmlns:a16="http://schemas.microsoft.com/office/drawing/2014/main" id="{941BEA46-8A5F-0C73-2C7A-F56616A237BC}"/>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765182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BC1DB86-FA67-4F99-B9A9-405BB30552AE}"/>
              </a:ext>
            </a:extLst>
          </p:cNvPr>
          <p:cNvSpPr/>
          <p:nvPr/>
        </p:nvSpPr>
        <p:spPr>
          <a:xfrm>
            <a:off x="3011001" y="963447"/>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CuadroTexto 9">
            <a:extLst>
              <a:ext uri="{FF2B5EF4-FFF2-40B4-BE49-F238E27FC236}">
                <a16:creationId xmlns:a16="http://schemas.microsoft.com/office/drawing/2014/main" id="{F8D9CD12-9A00-6CA0-63A3-F67B7089D467}"/>
              </a:ext>
            </a:extLst>
          </p:cNvPr>
          <p:cNvSpPr txBox="1"/>
          <p:nvPr/>
        </p:nvSpPr>
        <p:spPr>
          <a:xfrm>
            <a:off x="2382" y="6282777"/>
            <a:ext cx="3926681" cy="577081"/>
          </a:xfrm>
          <a:prstGeom prst="rect">
            <a:avLst/>
          </a:prstGeom>
          <a:noFill/>
        </p:spPr>
        <p:txBody>
          <a:bodyPr wrap="square">
            <a:spAutoFit/>
          </a:bodyPr>
          <a:lstStyle/>
          <a:p>
            <a:endParaRPr lang="es-PE" sz="1050" dirty="0"/>
          </a:p>
          <a:p>
            <a:r>
              <a:rPr lang="es-PE" sz="1050" dirty="0"/>
              <a:t>  Milani. (2019). Digital Business Analysis. Springer International Publishing AG. https://doi.org/10.1007/978-3-030-05719-0</a:t>
            </a:r>
          </a:p>
        </p:txBody>
      </p:sp>
      <p:grpSp>
        <p:nvGrpSpPr>
          <p:cNvPr id="2" name="Grupo 1">
            <a:extLst>
              <a:ext uri="{FF2B5EF4-FFF2-40B4-BE49-F238E27FC236}">
                <a16:creationId xmlns:a16="http://schemas.microsoft.com/office/drawing/2014/main" id="{EA6B7539-A324-E73B-B6AD-4359C0238FB9}"/>
              </a:ext>
            </a:extLst>
          </p:cNvPr>
          <p:cNvGrpSpPr/>
          <p:nvPr/>
        </p:nvGrpSpPr>
        <p:grpSpPr>
          <a:xfrm>
            <a:off x="8076992" y="1542731"/>
            <a:ext cx="3754194" cy="3381242"/>
            <a:chOff x="8076992" y="1542731"/>
            <a:chExt cx="3754194" cy="3381242"/>
          </a:xfrm>
        </p:grpSpPr>
        <p:pic>
          <p:nvPicPr>
            <p:cNvPr id="9" name="Imagen 8">
              <a:extLst>
                <a:ext uri="{FF2B5EF4-FFF2-40B4-BE49-F238E27FC236}">
                  <a16:creationId xmlns:a16="http://schemas.microsoft.com/office/drawing/2014/main" id="{4E3C2D6F-421E-B470-2FE3-1700A7549907}"/>
                </a:ext>
              </a:extLst>
            </p:cNvPr>
            <p:cNvPicPr>
              <a:picLocks noChangeAspect="1"/>
            </p:cNvPicPr>
            <p:nvPr/>
          </p:nvPicPr>
          <p:blipFill>
            <a:blip r:embed="rId2"/>
            <a:stretch>
              <a:fillRect/>
            </a:stretch>
          </p:blipFill>
          <p:spPr>
            <a:xfrm>
              <a:off x="8076992" y="1542731"/>
              <a:ext cx="3754194" cy="3104243"/>
            </a:xfrm>
            <a:prstGeom prst="rect">
              <a:avLst/>
            </a:prstGeom>
          </p:spPr>
        </p:pic>
        <p:sp>
          <p:nvSpPr>
            <p:cNvPr id="11" name="CuadroTexto 10">
              <a:extLst>
                <a:ext uri="{FF2B5EF4-FFF2-40B4-BE49-F238E27FC236}">
                  <a16:creationId xmlns:a16="http://schemas.microsoft.com/office/drawing/2014/main" id="{6CCC52EE-5CDF-CB0C-D27E-2A34E89C883A}"/>
                </a:ext>
              </a:extLst>
            </p:cNvPr>
            <p:cNvSpPr txBox="1"/>
            <p:nvPr/>
          </p:nvSpPr>
          <p:spPr>
            <a:xfrm>
              <a:off x="8476840" y="4646974"/>
              <a:ext cx="2754472" cy="276999"/>
            </a:xfrm>
            <a:prstGeom prst="rect">
              <a:avLst/>
            </a:prstGeom>
            <a:noFill/>
          </p:spPr>
          <p:txBody>
            <a:bodyPr wrap="none" rtlCol="0">
              <a:spAutoFit/>
            </a:bodyPr>
            <a:lstStyle/>
            <a:p>
              <a:r>
                <a:rPr lang="es-PE" sz="1200" dirty="0"/>
                <a:t>Proceso general de análisis de problemas</a:t>
              </a:r>
            </a:p>
          </p:txBody>
        </p:sp>
      </p:grpSp>
      <p:sp>
        <p:nvSpPr>
          <p:cNvPr id="3" name="Elipse 2">
            <a:extLst>
              <a:ext uri="{FF2B5EF4-FFF2-40B4-BE49-F238E27FC236}">
                <a16:creationId xmlns:a16="http://schemas.microsoft.com/office/drawing/2014/main" id="{39E7B3D4-87E1-2974-2588-1098840277E1}"/>
              </a:ext>
            </a:extLst>
          </p:cNvPr>
          <p:cNvSpPr/>
          <p:nvPr/>
        </p:nvSpPr>
        <p:spPr>
          <a:xfrm>
            <a:off x="9011114" y="3675105"/>
            <a:ext cx="1885950" cy="1189355"/>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2" name="Imagen 11">
            <a:extLst>
              <a:ext uri="{FF2B5EF4-FFF2-40B4-BE49-F238E27FC236}">
                <a16:creationId xmlns:a16="http://schemas.microsoft.com/office/drawing/2014/main" id="{DEE20655-69EC-04BF-53E2-BECAB68BA2BD}"/>
              </a:ext>
            </a:extLst>
          </p:cNvPr>
          <p:cNvPicPr>
            <a:picLocks noChangeAspect="1"/>
          </p:cNvPicPr>
          <p:nvPr/>
        </p:nvPicPr>
        <p:blipFill>
          <a:blip r:embed="rId3"/>
          <a:stretch>
            <a:fillRect/>
          </a:stretch>
        </p:blipFill>
        <p:spPr>
          <a:xfrm rot="5400000">
            <a:off x="4063546" y="2404358"/>
            <a:ext cx="3530636" cy="5295954"/>
          </a:xfrm>
          <a:prstGeom prst="rect">
            <a:avLst/>
          </a:prstGeom>
        </p:spPr>
      </p:pic>
      <p:pic>
        <p:nvPicPr>
          <p:cNvPr id="8" name="Imagen 7">
            <a:extLst>
              <a:ext uri="{FF2B5EF4-FFF2-40B4-BE49-F238E27FC236}">
                <a16:creationId xmlns:a16="http://schemas.microsoft.com/office/drawing/2014/main" id="{E2DEE012-75FA-12F9-C556-C1FBCACA42AF}"/>
              </a:ext>
            </a:extLst>
          </p:cNvPr>
          <p:cNvPicPr>
            <a:picLocks noChangeAspect="1"/>
          </p:cNvPicPr>
          <p:nvPr/>
        </p:nvPicPr>
        <p:blipFill>
          <a:blip r:embed="rId4"/>
          <a:stretch>
            <a:fillRect/>
          </a:stretch>
        </p:blipFill>
        <p:spPr>
          <a:xfrm>
            <a:off x="360814" y="963448"/>
            <a:ext cx="3748984" cy="2151228"/>
          </a:xfrm>
          <a:prstGeom prst="rect">
            <a:avLst/>
          </a:prstGeom>
        </p:spPr>
      </p:pic>
      <p:sp>
        <p:nvSpPr>
          <p:cNvPr id="13" name="Título 1">
            <a:extLst>
              <a:ext uri="{FF2B5EF4-FFF2-40B4-BE49-F238E27FC236}">
                <a16:creationId xmlns:a16="http://schemas.microsoft.com/office/drawing/2014/main" id="{EFADAEAD-0D36-79E5-B3A0-2301BFE236F7}"/>
              </a:ext>
            </a:extLst>
          </p:cNvPr>
          <p:cNvSpPr txBox="1">
            <a:spLocks/>
          </p:cNvSpPr>
          <p:nvPr/>
        </p:nvSpPr>
        <p:spPr>
          <a:xfrm>
            <a:off x="-1" y="0"/>
            <a:ext cx="120090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HERRAMIENTAS PARA LA SOLUCIÓN DE PROBLEMAS</a:t>
            </a:r>
          </a:p>
        </p:txBody>
      </p:sp>
    </p:spTree>
    <p:extLst>
      <p:ext uri="{BB962C8B-B14F-4D97-AF65-F5344CB8AC3E}">
        <p14:creationId xmlns:p14="http://schemas.microsoft.com/office/powerpoint/2010/main" val="517724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0" y="2766218"/>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2400" b="1" dirty="0">
                <a:solidFill>
                  <a:srgbClr val="009D72"/>
                </a:solidFill>
                <a:latin typeface="Solano Gothic MVB Std Cap" panose="02000506030000020004" pitchFamily="50" charset="0"/>
              </a:rPr>
              <a:t>BENCHMARKING Y TOMA DE DECISIONES</a:t>
            </a:r>
          </a:p>
        </p:txBody>
      </p:sp>
    </p:spTree>
    <p:extLst>
      <p:ext uri="{BB962C8B-B14F-4D97-AF65-F5344CB8AC3E}">
        <p14:creationId xmlns:p14="http://schemas.microsoft.com/office/powerpoint/2010/main" val="2357577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6" name="Imagen 5">
            <a:extLst>
              <a:ext uri="{FF2B5EF4-FFF2-40B4-BE49-F238E27FC236}">
                <a16:creationId xmlns:a16="http://schemas.microsoft.com/office/drawing/2014/main" id="{B4623EE4-1819-FF99-D02A-E61856FD4923}"/>
              </a:ext>
            </a:extLst>
          </p:cNvPr>
          <p:cNvPicPr>
            <a:picLocks noChangeAspect="1"/>
          </p:cNvPicPr>
          <p:nvPr/>
        </p:nvPicPr>
        <p:blipFill>
          <a:blip r:embed="rId2"/>
          <a:stretch>
            <a:fillRect/>
          </a:stretch>
        </p:blipFill>
        <p:spPr>
          <a:xfrm>
            <a:off x="2502089" y="1690688"/>
            <a:ext cx="7187821" cy="4837010"/>
          </a:xfrm>
          <a:prstGeom prst="rect">
            <a:avLst/>
          </a:prstGeom>
        </p:spPr>
      </p:pic>
    </p:spTree>
    <p:extLst>
      <p:ext uri="{BB962C8B-B14F-4D97-AF65-F5344CB8AC3E}">
        <p14:creationId xmlns:p14="http://schemas.microsoft.com/office/powerpoint/2010/main" val="3175624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405D94AE-712F-9FF6-B68A-3776DB728A7F}"/>
              </a:ext>
            </a:extLst>
          </p:cNvPr>
          <p:cNvPicPr>
            <a:picLocks noChangeAspect="1"/>
          </p:cNvPicPr>
          <p:nvPr/>
        </p:nvPicPr>
        <p:blipFill>
          <a:blip r:embed="rId2"/>
          <a:stretch>
            <a:fillRect/>
          </a:stretch>
        </p:blipFill>
        <p:spPr>
          <a:xfrm>
            <a:off x="1306839" y="1628094"/>
            <a:ext cx="9578321" cy="4446135"/>
          </a:xfrm>
          <a:prstGeom prst="rect">
            <a:avLst/>
          </a:prstGeom>
        </p:spPr>
      </p:pic>
    </p:spTree>
    <p:extLst>
      <p:ext uri="{BB962C8B-B14F-4D97-AF65-F5344CB8AC3E}">
        <p14:creationId xmlns:p14="http://schemas.microsoft.com/office/powerpoint/2010/main" val="3482987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FB450D26-335C-57B1-0F47-1668763A49BB}"/>
              </a:ext>
            </a:extLst>
          </p:cNvPr>
          <p:cNvPicPr>
            <a:picLocks noChangeAspect="1"/>
          </p:cNvPicPr>
          <p:nvPr/>
        </p:nvPicPr>
        <p:blipFill>
          <a:blip r:embed="rId2"/>
          <a:stretch>
            <a:fillRect/>
          </a:stretch>
        </p:blipFill>
        <p:spPr>
          <a:xfrm>
            <a:off x="1640327" y="1410023"/>
            <a:ext cx="8911345" cy="4037953"/>
          </a:xfrm>
          <a:prstGeom prst="rect">
            <a:avLst/>
          </a:prstGeom>
        </p:spPr>
      </p:pic>
    </p:spTree>
    <p:extLst>
      <p:ext uri="{BB962C8B-B14F-4D97-AF65-F5344CB8AC3E}">
        <p14:creationId xmlns:p14="http://schemas.microsoft.com/office/powerpoint/2010/main" val="2170432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2775A751-1BDF-F55C-F464-10F33167F5F0}"/>
              </a:ext>
            </a:extLst>
          </p:cNvPr>
          <p:cNvPicPr>
            <a:picLocks noChangeAspect="1"/>
          </p:cNvPicPr>
          <p:nvPr/>
        </p:nvPicPr>
        <p:blipFill>
          <a:blip r:embed="rId2"/>
          <a:stretch>
            <a:fillRect/>
          </a:stretch>
        </p:blipFill>
        <p:spPr>
          <a:xfrm>
            <a:off x="2175980" y="1690688"/>
            <a:ext cx="7840040" cy="4779203"/>
          </a:xfrm>
          <a:prstGeom prst="rect">
            <a:avLst/>
          </a:prstGeom>
        </p:spPr>
      </p:pic>
    </p:spTree>
    <p:extLst>
      <p:ext uri="{BB962C8B-B14F-4D97-AF65-F5344CB8AC3E}">
        <p14:creationId xmlns:p14="http://schemas.microsoft.com/office/powerpoint/2010/main" val="4091746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36580CBC-0340-904B-3F9F-0EA6ED0F59A0}"/>
              </a:ext>
            </a:extLst>
          </p:cNvPr>
          <p:cNvPicPr>
            <a:picLocks noChangeAspect="1"/>
          </p:cNvPicPr>
          <p:nvPr/>
        </p:nvPicPr>
        <p:blipFill>
          <a:blip r:embed="rId2"/>
          <a:stretch>
            <a:fillRect/>
          </a:stretch>
        </p:blipFill>
        <p:spPr>
          <a:xfrm>
            <a:off x="2001117" y="1690688"/>
            <a:ext cx="8016584" cy="4652677"/>
          </a:xfrm>
          <a:prstGeom prst="rect">
            <a:avLst/>
          </a:prstGeom>
        </p:spPr>
      </p:pic>
    </p:spTree>
    <p:extLst>
      <p:ext uri="{BB962C8B-B14F-4D97-AF65-F5344CB8AC3E}">
        <p14:creationId xmlns:p14="http://schemas.microsoft.com/office/powerpoint/2010/main" val="1045659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CuadroTexto 1">
            <a:extLst>
              <a:ext uri="{FF2B5EF4-FFF2-40B4-BE49-F238E27FC236}">
                <a16:creationId xmlns:a16="http://schemas.microsoft.com/office/drawing/2014/main" id="{029BAD69-C88A-B27B-E735-4AA519FDCD17}"/>
              </a:ext>
            </a:extLst>
          </p:cNvPr>
          <p:cNvSpPr txBox="1"/>
          <p:nvPr/>
        </p:nvSpPr>
        <p:spPr>
          <a:xfrm>
            <a:off x="838200" y="1289079"/>
            <a:ext cx="1156086" cy="584775"/>
          </a:xfrm>
          <a:prstGeom prst="rect">
            <a:avLst/>
          </a:prstGeom>
          <a:noFill/>
        </p:spPr>
        <p:txBody>
          <a:bodyPr wrap="none" rtlCol="0">
            <a:spAutoFit/>
          </a:bodyPr>
          <a:lstStyle/>
          <a:p>
            <a:r>
              <a:rPr lang="es-PE" sz="3200" dirty="0"/>
              <a:t>Tipos</a:t>
            </a:r>
          </a:p>
        </p:txBody>
      </p:sp>
      <p:pic>
        <p:nvPicPr>
          <p:cNvPr id="3" name="Imagen 2">
            <a:extLst>
              <a:ext uri="{FF2B5EF4-FFF2-40B4-BE49-F238E27FC236}">
                <a16:creationId xmlns:a16="http://schemas.microsoft.com/office/drawing/2014/main" id="{100E2C3A-5A3C-5555-B04D-EB57F28B1889}"/>
              </a:ext>
            </a:extLst>
          </p:cNvPr>
          <p:cNvPicPr>
            <a:picLocks noChangeAspect="1"/>
          </p:cNvPicPr>
          <p:nvPr/>
        </p:nvPicPr>
        <p:blipFill>
          <a:blip r:embed="rId2"/>
          <a:stretch>
            <a:fillRect/>
          </a:stretch>
        </p:blipFill>
        <p:spPr>
          <a:xfrm>
            <a:off x="3135917" y="1703709"/>
            <a:ext cx="5920165" cy="4928945"/>
          </a:xfrm>
          <a:prstGeom prst="rect">
            <a:avLst/>
          </a:prstGeom>
        </p:spPr>
      </p:pic>
    </p:spTree>
    <p:extLst>
      <p:ext uri="{BB962C8B-B14F-4D97-AF65-F5344CB8AC3E}">
        <p14:creationId xmlns:p14="http://schemas.microsoft.com/office/powerpoint/2010/main" val="4171432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BE6953F3-03C2-C33A-1DA3-EA1DED79FF8D}"/>
              </a:ext>
            </a:extLst>
          </p:cNvPr>
          <p:cNvPicPr>
            <a:picLocks noChangeAspect="1"/>
          </p:cNvPicPr>
          <p:nvPr/>
        </p:nvPicPr>
        <p:blipFill>
          <a:blip r:embed="rId2"/>
          <a:stretch>
            <a:fillRect/>
          </a:stretch>
        </p:blipFill>
        <p:spPr>
          <a:xfrm>
            <a:off x="1770564" y="1690688"/>
            <a:ext cx="8477689" cy="5016718"/>
          </a:xfrm>
          <a:prstGeom prst="rect">
            <a:avLst/>
          </a:prstGeom>
        </p:spPr>
      </p:pic>
    </p:spTree>
    <p:extLst>
      <p:ext uri="{BB962C8B-B14F-4D97-AF65-F5344CB8AC3E}">
        <p14:creationId xmlns:p14="http://schemas.microsoft.com/office/powerpoint/2010/main" val="757957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45F1DC12-65BE-3A88-52F5-F5D57ADF14E2}"/>
              </a:ext>
            </a:extLst>
          </p:cNvPr>
          <p:cNvPicPr>
            <a:picLocks noChangeAspect="1"/>
          </p:cNvPicPr>
          <p:nvPr/>
        </p:nvPicPr>
        <p:blipFill>
          <a:blip r:embed="rId2"/>
          <a:stretch>
            <a:fillRect/>
          </a:stretch>
        </p:blipFill>
        <p:spPr>
          <a:xfrm>
            <a:off x="1756660" y="1690688"/>
            <a:ext cx="8505497" cy="4579883"/>
          </a:xfrm>
          <a:prstGeom prst="rect">
            <a:avLst/>
          </a:prstGeom>
        </p:spPr>
      </p:pic>
      <p:sp>
        <p:nvSpPr>
          <p:cNvPr id="3" name="CuadroTexto 2">
            <a:extLst>
              <a:ext uri="{FF2B5EF4-FFF2-40B4-BE49-F238E27FC236}">
                <a16:creationId xmlns:a16="http://schemas.microsoft.com/office/drawing/2014/main" id="{D24D33D4-18E4-2D8C-D42F-E960315E5A4B}"/>
              </a:ext>
            </a:extLst>
          </p:cNvPr>
          <p:cNvSpPr txBox="1"/>
          <p:nvPr/>
        </p:nvSpPr>
        <p:spPr>
          <a:xfrm>
            <a:off x="863937" y="1506022"/>
            <a:ext cx="1003801" cy="369332"/>
          </a:xfrm>
          <a:prstGeom prst="rect">
            <a:avLst/>
          </a:prstGeom>
          <a:noFill/>
        </p:spPr>
        <p:txBody>
          <a:bodyPr wrap="none" rtlCol="0">
            <a:spAutoFit/>
          </a:bodyPr>
          <a:lstStyle/>
          <a:p>
            <a:r>
              <a:rPr lang="es-PE" dirty="0"/>
              <a:t>Ejemplo</a:t>
            </a:r>
          </a:p>
        </p:txBody>
      </p:sp>
    </p:spTree>
    <p:extLst>
      <p:ext uri="{BB962C8B-B14F-4D97-AF65-F5344CB8AC3E}">
        <p14:creationId xmlns:p14="http://schemas.microsoft.com/office/powerpoint/2010/main" val="1649448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7ED2E72A-8CD1-163F-E78C-8B93E5D442F8}"/>
              </a:ext>
            </a:extLst>
          </p:cNvPr>
          <p:cNvPicPr>
            <a:picLocks noChangeAspect="1"/>
          </p:cNvPicPr>
          <p:nvPr/>
        </p:nvPicPr>
        <p:blipFill>
          <a:blip r:embed="rId2"/>
          <a:stretch>
            <a:fillRect/>
          </a:stretch>
        </p:blipFill>
        <p:spPr>
          <a:xfrm>
            <a:off x="1962474" y="1690688"/>
            <a:ext cx="8093869" cy="4479762"/>
          </a:xfrm>
          <a:prstGeom prst="rect">
            <a:avLst/>
          </a:prstGeom>
        </p:spPr>
      </p:pic>
    </p:spTree>
    <p:extLst>
      <p:ext uri="{BB962C8B-B14F-4D97-AF65-F5344CB8AC3E}">
        <p14:creationId xmlns:p14="http://schemas.microsoft.com/office/powerpoint/2010/main" val="1816832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39FCD50A-D59F-B158-3559-E737D06B8E8A}"/>
              </a:ext>
            </a:extLst>
          </p:cNvPr>
          <p:cNvPicPr>
            <a:picLocks noChangeAspect="1"/>
          </p:cNvPicPr>
          <p:nvPr/>
        </p:nvPicPr>
        <p:blipFill>
          <a:blip r:embed="rId2"/>
          <a:stretch>
            <a:fillRect/>
          </a:stretch>
        </p:blipFill>
        <p:spPr>
          <a:xfrm>
            <a:off x="1897436" y="1690688"/>
            <a:ext cx="8223945" cy="4727475"/>
          </a:xfrm>
          <a:prstGeom prst="rect">
            <a:avLst/>
          </a:prstGeom>
        </p:spPr>
      </p:pic>
      <p:sp>
        <p:nvSpPr>
          <p:cNvPr id="3" name="CuadroTexto 2">
            <a:extLst>
              <a:ext uri="{FF2B5EF4-FFF2-40B4-BE49-F238E27FC236}">
                <a16:creationId xmlns:a16="http://schemas.microsoft.com/office/drawing/2014/main" id="{EA6B6B0B-C8C0-1485-8A98-C449D93C388D}"/>
              </a:ext>
            </a:extLst>
          </p:cNvPr>
          <p:cNvSpPr txBox="1"/>
          <p:nvPr/>
        </p:nvSpPr>
        <p:spPr>
          <a:xfrm>
            <a:off x="792306" y="1321356"/>
            <a:ext cx="1003801" cy="369332"/>
          </a:xfrm>
          <a:prstGeom prst="rect">
            <a:avLst/>
          </a:prstGeom>
          <a:noFill/>
        </p:spPr>
        <p:txBody>
          <a:bodyPr wrap="none" rtlCol="0">
            <a:spAutoFit/>
          </a:bodyPr>
          <a:lstStyle/>
          <a:p>
            <a:r>
              <a:rPr lang="es-PE" dirty="0"/>
              <a:t>Ejemplo</a:t>
            </a:r>
          </a:p>
        </p:txBody>
      </p:sp>
    </p:spTree>
    <p:extLst>
      <p:ext uri="{BB962C8B-B14F-4D97-AF65-F5344CB8AC3E}">
        <p14:creationId xmlns:p14="http://schemas.microsoft.com/office/powerpoint/2010/main" val="2948330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3F77CCD7-D544-5541-E4CC-D69AF7DB0E5E}"/>
              </a:ext>
            </a:extLst>
          </p:cNvPr>
          <p:cNvPicPr>
            <a:picLocks noChangeAspect="1"/>
          </p:cNvPicPr>
          <p:nvPr/>
        </p:nvPicPr>
        <p:blipFill>
          <a:blip r:embed="rId2"/>
          <a:stretch>
            <a:fillRect/>
          </a:stretch>
        </p:blipFill>
        <p:spPr>
          <a:xfrm>
            <a:off x="1579768" y="1690688"/>
            <a:ext cx="8859282" cy="4693584"/>
          </a:xfrm>
          <a:prstGeom prst="rect">
            <a:avLst/>
          </a:prstGeom>
        </p:spPr>
      </p:pic>
    </p:spTree>
    <p:extLst>
      <p:ext uri="{BB962C8B-B14F-4D97-AF65-F5344CB8AC3E}">
        <p14:creationId xmlns:p14="http://schemas.microsoft.com/office/powerpoint/2010/main" val="2547625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AF135CB8-2868-B9BA-3593-4F2BC6A48C1B}"/>
              </a:ext>
            </a:extLst>
          </p:cNvPr>
          <p:cNvPicPr>
            <a:picLocks noChangeAspect="1"/>
          </p:cNvPicPr>
          <p:nvPr/>
        </p:nvPicPr>
        <p:blipFill>
          <a:blip r:embed="rId2"/>
          <a:stretch>
            <a:fillRect/>
          </a:stretch>
        </p:blipFill>
        <p:spPr>
          <a:xfrm>
            <a:off x="1915695" y="1690688"/>
            <a:ext cx="8187428" cy="4665333"/>
          </a:xfrm>
          <a:prstGeom prst="rect">
            <a:avLst/>
          </a:prstGeom>
        </p:spPr>
      </p:pic>
      <p:sp>
        <p:nvSpPr>
          <p:cNvPr id="3" name="CuadroTexto 2">
            <a:extLst>
              <a:ext uri="{FF2B5EF4-FFF2-40B4-BE49-F238E27FC236}">
                <a16:creationId xmlns:a16="http://schemas.microsoft.com/office/drawing/2014/main" id="{B10EC14D-B03F-DB6C-06EF-431F87E8B359}"/>
              </a:ext>
            </a:extLst>
          </p:cNvPr>
          <p:cNvSpPr txBox="1"/>
          <p:nvPr/>
        </p:nvSpPr>
        <p:spPr>
          <a:xfrm>
            <a:off x="838200" y="1321724"/>
            <a:ext cx="1003801" cy="369332"/>
          </a:xfrm>
          <a:prstGeom prst="rect">
            <a:avLst/>
          </a:prstGeom>
          <a:noFill/>
        </p:spPr>
        <p:txBody>
          <a:bodyPr wrap="none" rtlCol="0">
            <a:spAutoFit/>
          </a:bodyPr>
          <a:lstStyle/>
          <a:p>
            <a:r>
              <a:rPr lang="es-PE" dirty="0"/>
              <a:t>Ejemplo</a:t>
            </a:r>
          </a:p>
        </p:txBody>
      </p:sp>
    </p:spTree>
    <p:extLst>
      <p:ext uri="{BB962C8B-B14F-4D97-AF65-F5344CB8AC3E}">
        <p14:creationId xmlns:p14="http://schemas.microsoft.com/office/powerpoint/2010/main" val="2779429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D8757960-562D-3193-3944-80B026B14D92}"/>
              </a:ext>
            </a:extLst>
          </p:cNvPr>
          <p:cNvPicPr>
            <a:picLocks noChangeAspect="1"/>
          </p:cNvPicPr>
          <p:nvPr/>
        </p:nvPicPr>
        <p:blipFill>
          <a:blip r:embed="rId2"/>
          <a:stretch>
            <a:fillRect/>
          </a:stretch>
        </p:blipFill>
        <p:spPr>
          <a:xfrm>
            <a:off x="1547423" y="1321724"/>
            <a:ext cx="9097154" cy="4779437"/>
          </a:xfrm>
          <a:prstGeom prst="rect">
            <a:avLst/>
          </a:prstGeom>
        </p:spPr>
      </p:pic>
    </p:spTree>
    <p:extLst>
      <p:ext uri="{BB962C8B-B14F-4D97-AF65-F5344CB8AC3E}">
        <p14:creationId xmlns:p14="http://schemas.microsoft.com/office/powerpoint/2010/main" val="3157822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3A4DCB51-D9B4-630A-A4A3-F42CEFDC7B27}"/>
              </a:ext>
            </a:extLst>
          </p:cNvPr>
          <p:cNvPicPr>
            <a:picLocks noChangeAspect="1"/>
          </p:cNvPicPr>
          <p:nvPr/>
        </p:nvPicPr>
        <p:blipFill>
          <a:blip r:embed="rId2"/>
          <a:stretch>
            <a:fillRect/>
          </a:stretch>
        </p:blipFill>
        <p:spPr>
          <a:xfrm>
            <a:off x="1283956" y="1690688"/>
            <a:ext cx="9450906" cy="4523399"/>
          </a:xfrm>
          <a:prstGeom prst="rect">
            <a:avLst/>
          </a:prstGeom>
        </p:spPr>
      </p:pic>
    </p:spTree>
    <p:extLst>
      <p:ext uri="{BB962C8B-B14F-4D97-AF65-F5344CB8AC3E}">
        <p14:creationId xmlns:p14="http://schemas.microsoft.com/office/powerpoint/2010/main" val="1770999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BENCHMARKING</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2" name="Imagen 1">
            <a:extLst>
              <a:ext uri="{FF2B5EF4-FFF2-40B4-BE49-F238E27FC236}">
                <a16:creationId xmlns:a16="http://schemas.microsoft.com/office/drawing/2014/main" id="{084F12DB-3846-E359-92FB-E68DFC345AAB}"/>
              </a:ext>
            </a:extLst>
          </p:cNvPr>
          <p:cNvPicPr>
            <a:picLocks noChangeAspect="1"/>
          </p:cNvPicPr>
          <p:nvPr/>
        </p:nvPicPr>
        <p:blipFill>
          <a:blip r:embed="rId2"/>
          <a:stretch>
            <a:fillRect/>
          </a:stretch>
        </p:blipFill>
        <p:spPr>
          <a:xfrm>
            <a:off x="1296396" y="1844944"/>
            <a:ext cx="10057404" cy="4726577"/>
          </a:xfrm>
          <a:prstGeom prst="rect">
            <a:avLst/>
          </a:prstGeom>
        </p:spPr>
      </p:pic>
      <p:sp>
        <p:nvSpPr>
          <p:cNvPr id="3" name="CuadroTexto 2">
            <a:extLst>
              <a:ext uri="{FF2B5EF4-FFF2-40B4-BE49-F238E27FC236}">
                <a16:creationId xmlns:a16="http://schemas.microsoft.com/office/drawing/2014/main" id="{03C19735-C4D8-E09D-5D5A-27E970339799}"/>
              </a:ext>
            </a:extLst>
          </p:cNvPr>
          <p:cNvSpPr txBox="1"/>
          <p:nvPr/>
        </p:nvSpPr>
        <p:spPr>
          <a:xfrm>
            <a:off x="756589" y="1321724"/>
            <a:ext cx="1149354" cy="523220"/>
          </a:xfrm>
          <a:prstGeom prst="rect">
            <a:avLst/>
          </a:prstGeom>
          <a:noFill/>
        </p:spPr>
        <p:txBody>
          <a:bodyPr wrap="none" rtlCol="0">
            <a:spAutoFit/>
          </a:bodyPr>
          <a:lstStyle/>
          <a:p>
            <a:r>
              <a:rPr lang="es-PE" sz="2800" dirty="0"/>
              <a:t>Pasos:</a:t>
            </a:r>
          </a:p>
        </p:txBody>
      </p:sp>
    </p:spTree>
    <p:extLst>
      <p:ext uri="{BB962C8B-B14F-4D97-AF65-F5344CB8AC3E}">
        <p14:creationId xmlns:p14="http://schemas.microsoft.com/office/powerpoint/2010/main" val="4094422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89D2615D-79BC-DE18-D0BA-B2D9454A6BF9}"/>
              </a:ext>
            </a:extLst>
          </p:cNvPr>
          <p:cNvSpPr>
            <a:spLocks noGrp="1"/>
          </p:cNvSpPr>
          <p:nvPr>
            <p:ph idx="1"/>
          </p:nvPr>
        </p:nvSpPr>
        <p:spPr>
          <a:xfrm>
            <a:off x="838200" y="1690688"/>
            <a:ext cx="10515600" cy="4236805"/>
          </a:xfrm>
        </p:spPr>
        <p:txBody>
          <a:bodyPr>
            <a:normAutofit/>
          </a:bodyPr>
          <a:lstStyle/>
          <a:p>
            <a:pPr marL="0" indent="0">
              <a:buNone/>
            </a:pPr>
            <a:r>
              <a:rPr lang="es-ES" sz="1400" dirty="0"/>
              <a:t>U</a:t>
            </a:r>
            <a:r>
              <a:rPr lang="es-PE" sz="1400" dirty="0"/>
              <a:t>na herramienta fundamental para la toma de decisiones es el benchmarking. Como ya se ha visto, esta sirve para comparaciones diversas, y es en este sentido que vamos a reusar su potencial para poder comparar varias alternativas u opciones para tomar la mejor, sobre la base de criterios de decisión y la asignación de un peso para cada criterio. La alternativa u opción que cumpla con la mayor cantidad de criterios y sus pesos, entonces será la mejor alternativa para el análisis de toma de decisión.</a:t>
            </a:r>
          </a:p>
          <a:p>
            <a:pPr marL="0" indent="0">
              <a:buNone/>
            </a:pPr>
            <a:endParaRPr lang="es-PE" sz="1400" dirty="0"/>
          </a:p>
          <a:p>
            <a:pPr marL="0" indent="0">
              <a:buNone/>
            </a:pPr>
            <a:r>
              <a:rPr lang="es-PE" sz="1400" dirty="0"/>
              <a:t>Ejemplo:</a:t>
            </a:r>
          </a:p>
          <a:p>
            <a:pPr marL="0" indent="0">
              <a:buNone/>
            </a:pPr>
            <a:r>
              <a:rPr lang="es-PE" sz="1400" dirty="0"/>
              <a:t>Un equipo de proyecto de una empresa va a fabricar un producto de software “in house” y se encuentran en la etapa de análisis y necesitan definir cuál será el lenguaje de programación a utilizar, qué motor de base de datos y qué servicio cloud.</a:t>
            </a:r>
          </a:p>
          <a:p>
            <a:pPr marL="0" indent="0">
              <a:buNone/>
            </a:pPr>
            <a:endParaRPr lang="es-PE" sz="1400" dirty="0"/>
          </a:p>
          <a:p>
            <a:pPr marL="0" indent="0">
              <a:buNone/>
            </a:pPr>
            <a:r>
              <a:rPr lang="es-PE" sz="1400" dirty="0"/>
              <a:t>A continuación, el desarrollo del análisis de toma de decisiones.</a:t>
            </a:r>
          </a:p>
        </p:txBody>
      </p:sp>
    </p:spTree>
    <p:extLst>
      <p:ext uri="{BB962C8B-B14F-4D97-AF65-F5344CB8AC3E}">
        <p14:creationId xmlns:p14="http://schemas.microsoft.com/office/powerpoint/2010/main" val="3034664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1</a:t>
            </a:r>
          </a:p>
          <a:p>
            <a:pPr marL="0" indent="0">
              <a:buNone/>
            </a:pPr>
            <a:r>
              <a:rPr lang="es-ES" sz="1600" dirty="0"/>
              <a:t>Identificar las alternativas u opciones a analizar y describir cada una de ellas para tener un entendimiento claro.</a:t>
            </a:r>
          </a:p>
          <a:p>
            <a:pPr marL="0" indent="0">
              <a:buNone/>
            </a:pPr>
            <a:r>
              <a:rPr lang="es-ES" sz="2000" b="1" dirty="0">
                <a:highlight>
                  <a:srgbClr val="00FF00"/>
                </a:highlight>
              </a:rPr>
              <a:t>COMPARATIVA DE LENGUAJES DE PROGRAMACIÓN</a:t>
            </a:r>
          </a:p>
          <a:p>
            <a:pPr marL="0" indent="0">
              <a:buNone/>
            </a:pPr>
            <a:r>
              <a:rPr lang="es-ES" sz="1600" dirty="0"/>
              <a:t>1. Alternativas de Lenguajes de programación</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838200" y="3028950"/>
          <a:ext cx="10515600" cy="3662680"/>
        </p:xfrm>
        <a:graphic>
          <a:graphicData uri="http://schemas.openxmlformats.org/drawingml/2006/table">
            <a:tbl>
              <a:tblPr firstRow="1" bandRow="1">
                <a:tableStyleId>{93296810-A885-4BE3-A3E7-6D5BEEA58F35}</a:tableStyleId>
              </a:tblPr>
              <a:tblGrid>
                <a:gridCol w="3505200">
                  <a:extLst>
                    <a:ext uri="{9D8B030D-6E8A-4147-A177-3AD203B41FA5}">
                      <a16:colId xmlns:a16="http://schemas.microsoft.com/office/drawing/2014/main" val="3555183718"/>
                    </a:ext>
                  </a:extLst>
                </a:gridCol>
                <a:gridCol w="3505200">
                  <a:extLst>
                    <a:ext uri="{9D8B030D-6E8A-4147-A177-3AD203B41FA5}">
                      <a16:colId xmlns:a16="http://schemas.microsoft.com/office/drawing/2014/main" val="4176772316"/>
                    </a:ext>
                  </a:extLst>
                </a:gridCol>
                <a:gridCol w="3505200">
                  <a:extLst>
                    <a:ext uri="{9D8B030D-6E8A-4147-A177-3AD203B41FA5}">
                      <a16:colId xmlns:a16="http://schemas.microsoft.com/office/drawing/2014/main" val="2628269919"/>
                    </a:ext>
                  </a:extLst>
                </a:gridCol>
              </a:tblGrid>
              <a:tr h="370840">
                <a:tc>
                  <a:txBody>
                    <a:bodyPr/>
                    <a:lstStyle/>
                    <a:p>
                      <a:pPr algn="ctr"/>
                      <a:r>
                        <a:rPr lang="es-ES" sz="1800" dirty="0"/>
                        <a:t>PHP</a:t>
                      </a:r>
                      <a:endParaRPr lang="es-PE" sz="1800" dirty="0"/>
                    </a:p>
                  </a:txBody>
                  <a:tcPr/>
                </a:tc>
                <a:tc>
                  <a:txBody>
                    <a:bodyPr/>
                    <a:lstStyle/>
                    <a:p>
                      <a:pPr algn="ctr"/>
                      <a:r>
                        <a:rPr lang="es-ES" sz="1800" dirty="0"/>
                        <a:t>JAVA</a:t>
                      </a:r>
                      <a:endParaRPr lang="es-PE" sz="1800" dirty="0"/>
                    </a:p>
                  </a:txBody>
                  <a:tcPr/>
                </a:tc>
                <a:tc>
                  <a:txBody>
                    <a:bodyPr/>
                    <a:lstStyle/>
                    <a:p>
                      <a:pPr algn="ctr"/>
                      <a:r>
                        <a:rPr lang="es-ES" sz="1800" dirty="0"/>
                        <a:t>PYTHON</a:t>
                      </a:r>
                      <a:endParaRPr lang="es-PE" sz="1800" dirty="0"/>
                    </a:p>
                  </a:txBody>
                  <a:tcPr/>
                </a:tc>
                <a:extLst>
                  <a:ext uri="{0D108BD9-81ED-4DB2-BD59-A6C34878D82A}">
                    <a16:rowId xmlns:a16="http://schemas.microsoft.com/office/drawing/2014/main" val="2129733952"/>
                  </a:ext>
                </a:extLst>
              </a:tr>
              <a:tr h="370840">
                <a:tc>
                  <a:txBody>
                    <a:bodyPr/>
                    <a:lstStyle/>
                    <a:p>
                      <a:r>
                        <a:rPr lang="es-PE" sz="1400" kern="1200" dirty="0">
                          <a:solidFill>
                            <a:schemeClr val="dk1"/>
                          </a:solidFill>
                          <a:effectLst/>
                          <a:latin typeface="+mn-lt"/>
                          <a:ea typeface="+mn-ea"/>
                          <a:cs typeface="+mn-cs"/>
                        </a:rPr>
                        <a:t>Sus siglas significan </a:t>
                      </a:r>
                      <a:r>
                        <a:rPr lang="es-PE" sz="1400" i="1" kern="1200" dirty="0">
                          <a:solidFill>
                            <a:schemeClr val="dk1"/>
                          </a:solidFill>
                          <a:effectLst/>
                          <a:latin typeface="+mn-lt"/>
                          <a:ea typeface="+mn-ea"/>
                          <a:cs typeface="+mn-cs"/>
                        </a:rPr>
                        <a:t>Hypertext Preprocessor</a:t>
                      </a:r>
                      <a:r>
                        <a:rPr lang="es-PE" sz="1400" kern="1200" dirty="0">
                          <a:solidFill>
                            <a:schemeClr val="dk1"/>
                          </a:solidFill>
                          <a:effectLst/>
                          <a:latin typeface="+mn-lt"/>
                          <a:ea typeface="+mn-ea"/>
                          <a:cs typeface="+mn-cs"/>
                        </a:rPr>
                        <a:t>, es un lenguaje de uso general de código del lado del servidor originalmente diseñado para el desarrollo Web de contenido dinámico (García Sandoval, Ariza Torrado, Pinzón &amp; Flórez Fuentes, 2015). Es un lenguaje adecuado para el desarrollo de aplicaciones Web de manera dinámica. Es un lenguaje incrustado en HTML lo que significa que se combinan código PHP y HTML en un mismo archivo en un determinado servidor (Valarezo Pardo et al., 2018).</a:t>
                      </a:r>
                      <a:endParaRPr lang="es-PE"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Es un lenguaje de programación de propósitos generales, compilado e interpretado. Se puede utilizar Java para desarrollar páginas Web, ya que la tecnología Java que permite construir este tipo de aplicaciones está basada en el desarrollo de Servlets, siendo esto es parte de lo que se conoce como JEE, el cual es un conjunto de bibliotecas que permiten desarrollar “aplicaciones empresariales” (Sznajdleder, 2013).</a:t>
                      </a:r>
                    </a:p>
                    <a:p>
                      <a:endParaRPr lang="es-PE" sz="14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Es un lenguaje de propósito general y de alto nivel cuya filosofía de diseño hace hincapié en código de legibilidad. La sintaxis de Python permite a los programadores expresar conceptos en un menor número de líneas de código que sería posible en lenguajes como C, es un lenguaje interpretado, lo cual puede ahorrar tiempo durante el desarrollo, ya que no es necesario compilar ni enlazar (Valarezo Pardo et al., 2018). El intérprete puede usarse interactivamente, lo que facilita experimentar con características como escribir programas descartables, o probar funciones (Challenger, Díaz &amp; Becerra, 2014).</a:t>
                      </a:r>
                    </a:p>
                    <a:p>
                      <a:endParaRPr lang="es-PE" sz="1400" kern="1200" dirty="0">
                        <a:solidFill>
                          <a:schemeClr val="dk1"/>
                        </a:solidFill>
                        <a:effectLst/>
                        <a:latin typeface="+mn-lt"/>
                        <a:ea typeface="+mn-ea"/>
                        <a:cs typeface="+mn-cs"/>
                      </a:endParaRPr>
                    </a:p>
                  </a:txBody>
                  <a:tcPr/>
                </a:tc>
                <a:extLst>
                  <a:ext uri="{0D108BD9-81ED-4DB2-BD59-A6C34878D82A}">
                    <a16:rowId xmlns:a16="http://schemas.microsoft.com/office/drawing/2014/main" val="534859875"/>
                  </a:ext>
                </a:extLst>
              </a:tr>
            </a:tbl>
          </a:graphicData>
        </a:graphic>
      </p:graphicFrame>
    </p:spTree>
    <p:extLst>
      <p:ext uri="{BB962C8B-B14F-4D97-AF65-F5344CB8AC3E}">
        <p14:creationId xmlns:p14="http://schemas.microsoft.com/office/powerpoint/2010/main" val="1132078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2</a:t>
            </a:r>
          </a:p>
          <a:p>
            <a:pPr marL="0" indent="0">
              <a:buNone/>
            </a:pPr>
            <a:r>
              <a:rPr lang="es-ES" sz="1600" dirty="0"/>
              <a:t>Identificar todos los criterios que son críticos para el análisis y definirlos. Los criterios se pueden identificar de libros, artículos científicos, tesis u otros relacionados.</a:t>
            </a:r>
          </a:p>
          <a:p>
            <a:pPr marL="0" indent="0">
              <a:buNone/>
            </a:pPr>
            <a:r>
              <a:rPr lang="es-ES" sz="2000" b="1" dirty="0">
                <a:highlight>
                  <a:srgbClr val="00FF00"/>
                </a:highlight>
              </a:rPr>
              <a:t>COMPARATIVA DE LENGUAJES DE PROGRAMACIÓN</a:t>
            </a:r>
          </a:p>
          <a:p>
            <a:pPr marL="0" indent="0">
              <a:buNone/>
            </a:pPr>
            <a:r>
              <a:rPr lang="es-ES" sz="1600" dirty="0"/>
              <a:t>2. Criterios de evaluación</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1945408" y="3429000"/>
          <a:ext cx="8128002" cy="2743200"/>
        </p:xfrm>
        <a:graphic>
          <a:graphicData uri="http://schemas.openxmlformats.org/drawingml/2006/table">
            <a:tbl>
              <a:tblPr firstRow="1" bandRow="1">
                <a:tableStyleId>{93296810-A885-4BE3-A3E7-6D5BEEA58F35}</a:tableStyleId>
              </a:tblPr>
              <a:tblGrid>
                <a:gridCol w="1490663">
                  <a:extLst>
                    <a:ext uri="{9D8B030D-6E8A-4147-A177-3AD203B41FA5}">
                      <a16:colId xmlns:a16="http://schemas.microsoft.com/office/drawing/2014/main" val="3555183718"/>
                    </a:ext>
                  </a:extLst>
                </a:gridCol>
                <a:gridCol w="1218671">
                  <a:extLst>
                    <a:ext uri="{9D8B030D-6E8A-4147-A177-3AD203B41FA5}">
                      <a16:colId xmlns:a16="http://schemas.microsoft.com/office/drawing/2014/main" val="4176772316"/>
                    </a:ext>
                  </a:extLst>
                </a:gridCol>
                <a:gridCol w="1354667">
                  <a:extLst>
                    <a:ext uri="{9D8B030D-6E8A-4147-A177-3AD203B41FA5}">
                      <a16:colId xmlns:a16="http://schemas.microsoft.com/office/drawing/2014/main" val="2628269919"/>
                    </a:ext>
                  </a:extLst>
                </a:gridCol>
                <a:gridCol w="1354667">
                  <a:extLst>
                    <a:ext uri="{9D8B030D-6E8A-4147-A177-3AD203B41FA5}">
                      <a16:colId xmlns:a16="http://schemas.microsoft.com/office/drawing/2014/main" val="970170683"/>
                    </a:ext>
                  </a:extLst>
                </a:gridCol>
                <a:gridCol w="1354667">
                  <a:extLst>
                    <a:ext uri="{9D8B030D-6E8A-4147-A177-3AD203B41FA5}">
                      <a16:colId xmlns:a16="http://schemas.microsoft.com/office/drawing/2014/main" val="3808521919"/>
                    </a:ext>
                  </a:extLst>
                </a:gridCol>
                <a:gridCol w="1354667">
                  <a:extLst>
                    <a:ext uri="{9D8B030D-6E8A-4147-A177-3AD203B41FA5}">
                      <a16:colId xmlns:a16="http://schemas.microsoft.com/office/drawing/2014/main" val="489994351"/>
                    </a:ext>
                  </a:extLst>
                </a:gridCol>
              </a:tblGrid>
              <a:tr h="370840">
                <a:tc>
                  <a:txBody>
                    <a:bodyPr/>
                    <a:lstStyle/>
                    <a:p>
                      <a:pPr algn="ctr"/>
                      <a:r>
                        <a:rPr lang="es-ES" sz="1400" dirty="0"/>
                        <a:t>SISTEMAS OPERATIVOS</a:t>
                      </a:r>
                      <a:endParaRPr lang="es-PE" sz="1400" dirty="0"/>
                    </a:p>
                  </a:txBody>
                  <a:tcPr/>
                </a:tc>
                <a:tc>
                  <a:txBody>
                    <a:bodyPr/>
                    <a:lstStyle/>
                    <a:p>
                      <a:pPr algn="ctr"/>
                      <a:r>
                        <a:rPr lang="es-ES" sz="1400" dirty="0"/>
                        <a:t>PROPÓSITO</a:t>
                      </a:r>
                      <a:endParaRPr lang="es-PE" sz="1400" dirty="0"/>
                    </a:p>
                  </a:txBody>
                  <a:tcPr/>
                </a:tc>
                <a:tc>
                  <a:txBody>
                    <a:bodyPr/>
                    <a:lstStyle/>
                    <a:p>
                      <a:pPr algn="ctr"/>
                      <a:r>
                        <a:rPr lang="es-ES" sz="1400" dirty="0"/>
                        <a:t>SOPORTE A MÓVILES</a:t>
                      </a:r>
                      <a:endParaRPr lang="es-PE" sz="1400" dirty="0"/>
                    </a:p>
                  </a:txBody>
                  <a:tcPr/>
                </a:tc>
                <a:tc>
                  <a:txBody>
                    <a:bodyPr/>
                    <a:lstStyle/>
                    <a:p>
                      <a:pPr algn="ctr"/>
                      <a:r>
                        <a:rPr lang="es-ES" sz="1400" dirty="0"/>
                        <a:t>CONSUMO DE ENERGÍA</a:t>
                      </a:r>
                      <a:endParaRPr lang="es-PE" sz="1400" dirty="0"/>
                    </a:p>
                  </a:txBody>
                  <a:tcPr/>
                </a:tc>
                <a:tc>
                  <a:txBody>
                    <a:bodyPr/>
                    <a:lstStyle/>
                    <a:p>
                      <a:pPr algn="ctr"/>
                      <a:r>
                        <a:rPr lang="es-ES" sz="1400" dirty="0"/>
                        <a:t>TIEMPO DE EJECUCIÓN</a:t>
                      </a:r>
                      <a:endParaRPr lang="es-PE" sz="1400" dirty="0"/>
                    </a:p>
                  </a:txBody>
                  <a:tcPr/>
                </a:tc>
                <a:tc>
                  <a:txBody>
                    <a:bodyPr/>
                    <a:lstStyle/>
                    <a:p>
                      <a:pPr algn="ctr"/>
                      <a:r>
                        <a:rPr lang="es-ES" sz="1400" dirty="0"/>
                        <a:t>USO MÁXIMO DE MEMORIA</a:t>
                      </a:r>
                      <a:endParaRPr lang="es-PE" sz="1400" dirty="0"/>
                    </a:p>
                  </a:txBody>
                  <a:tcPr/>
                </a:tc>
                <a:extLst>
                  <a:ext uri="{0D108BD9-81ED-4DB2-BD59-A6C34878D82A}">
                    <a16:rowId xmlns:a16="http://schemas.microsoft.com/office/drawing/2014/main" val="2129733952"/>
                  </a:ext>
                </a:extLst>
              </a:tr>
              <a:tr h="370840">
                <a:tc>
                  <a:txBody>
                    <a:bodyPr/>
                    <a:lstStyle/>
                    <a:p>
                      <a:r>
                        <a:rPr lang="es-PE" sz="1400" kern="1200" dirty="0">
                          <a:solidFill>
                            <a:schemeClr val="tx1"/>
                          </a:solidFill>
                          <a:latin typeface="+mn-lt"/>
                          <a:ea typeface="+mn-ea"/>
                          <a:cs typeface="+mn-cs"/>
                        </a:rPr>
                        <a:t>Es la capacidad del software para ejecutarse en determinados ambientes.</a:t>
                      </a:r>
                    </a:p>
                  </a:txBody>
                  <a:tcPr/>
                </a:tc>
                <a:tc>
                  <a:txBody>
                    <a:bodyPr/>
                    <a:lstStyle/>
                    <a:p>
                      <a:r>
                        <a:rPr lang="es-PE" sz="1400" kern="1200" dirty="0">
                          <a:solidFill>
                            <a:schemeClr val="tx1"/>
                          </a:solidFill>
                          <a:latin typeface="+mn-lt"/>
                          <a:ea typeface="+mn-ea"/>
                          <a:cs typeface="+mn-cs"/>
                        </a:rPr>
                        <a:t>Es la finalidad del software para desarrollar un determinado programa o aplicación</a:t>
                      </a:r>
                      <a:r>
                        <a:rPr lang="es-PE" sz="1800" kern="1200" dirty="0">
                          <a:solidFill>
                            <a:schemeClr val="dk1"/>
                          </a:solidFill>
                          <a:effectLst/>
                          <a:latin typeface="+mn-lt"/>
                          <a:ea typeface="+mn-ea"/>
                          <a:cs typeface="+mn-cs"/>
                        </a:rPr>
                        <a:t>. </a:t>
                      </a:r>
                      <a:endParaRPr lang="es-PE" sz="12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tx1"/>
                          </a:solidFill>
                          <a:latin typeface="+mn-lt"/>
                          <a:ea typeface="+mn-ea"/>
                          <a:cs typeface="+mn-cs"/>
                        </a:rPr>
                        <a:t>Es la capacidad que tiene el software para brindar soporte a dispositivos móviles por medio de un navegador. </a:t>
                      </a:r>
                    </a:p>
                    <a:p>
                      <a:endParaRPr lang="es-PE" sz="1400" kern="1200" dirty="0">
                        <a:solidFill>
                          <a:schemeClr val="tx1"/>
                        </a:solidFill>
                        <a:latin typeface="+mn-lt"/>
                        <a:ea typeface="+mn-ea"/>
                        <a:cs typeface="+mn-cs"/>
                      </a:endParaRPr>
                    </a:p>
                  </a:txBody>
                  <a:tcPr/>
                </a:tc>
                <a:tc>
                  <a:txBody>
                    <a:bodyPr/>
                    <a:lstStyle/>
                    <a:p>
                      <a:r>
                        <a:rPr lang="es-PE" sz="1400" kern="1200" dirty="0">
                          <a:solidFill>
                            <a:schemeClr val="tx1"/>
                          </a:solidFill>
                          <a:latin typeface="+mn-lt"/>
                          <a:ea typeface="+mn-ea"/>
                          <a:cs typeface="+mn-cs"/>
                        </a:rPr>
                        <a:t>Es la capacidad de consumo de energía del software  y está medido en Joules (J).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tx1"/>
                          </a:solidFill>
                          <a:latin typeface="+mn-lt"/>
                          <a:ea typeface="+mn-ea"/>
                          <a:cs typeface="+mn-cs"/>
                        </a:rPr>
                        <a:t>Es el tiempo que toma el software en ejecutar un determinado código y se mide en milisegundos (ms) </a:t>
                      </a:r>
                    </a:p>
                    <a:p>
                      <a:r>
                        <a:rPr lang="es-PE" sz="1400" kern="1200" dirty="0">
                          <a:solidFill>
                            <a:schemeClr val="tx1"/>
                          </a:solidFill>
                          <a:latin typeface="+mn-lt"/>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tx1"/>
                          </a:solidFill>
                          <a:latin typeface="+mn-lt"/>
                          <a:ea typeface="+mn-ea"/>
                          <a:cs typeface="+mn-cs"/>
                        </a:rPr>
                        <a:t>Es la cantidad máxima de memoria ocupada por el software y se mide en megabytes (Mb).</a:t>
                      </a:r>
                    </a:p>
                    <a:p>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bl>
          </a:graphicData>
        </a:graphic>
      </p:graphicFrame>
    </p:spTree>
    <p:extLst>
      <p:ext uri="{BB962C8B-B14F-4D97-AF65-F5344CB8AC3E}">
        <p14:creationId xmlns:p14="http://schemas.microsoft.com/office/powerpoint/2010/main" val="101319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3</a:t>
            </a:r>
          </a:p>
          <a:p>
            <a:pPr marL="0" indent="0">
              <a:buNone/>
            </a:pPr>
            <a:r>
              <a:rPr lang="es-ES" sz="1600" dirty="0"/>
              <a:t>Elaborar un cuadro comparativo simple (benchmarking) de la información generado en el paso 1 y 2.</a:t>
            </a:r>
          </a:p>
          <a:p>
            <a:pPr marL="0" indent="0">
              <a:buNone/>
            </a:pPr>
            <a:r>
              <a:rPr lang="es-ES" sz="2000" b="1" dirty="0">
                <a:highlight>
                  <a:srgbClr val="00FF00"/>
                </a:highlight>
              </a:rPr>
              <a:t>COMPARATIVA DE LENGUAJES DE PROGRAMACIÓN</a:t>
            </a:r>
          </a:p>
          <a:p>
            <a:pPr marL="0" indent="0">
              <a:buNone/>
            </a:pPr>
            <a:r>
              <a:rPr lang="es-ES" sz="1600" dirty="0"/>
              <a:t>3. Cuadro comparativo de las alternativas con los criterios de evaluación</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838200" y="3048150"/>
          <a:ext cx="10342417" cy="2743200"/>
        </p:xfrm>
        <a:graphic>
          <a:graphicData uri="http://schemas.openxmlformats.org/drawingml/2006/table">
            <a:tbl>
              <a:tblPr firstRow="1" bandRow="1">
                <a:tableStyleId>{93296810-A885-4BE3-A3E7-6D5BEEA58F35}</a:tableStyleId>
              </a:tblPr>
              <a:tblGrid>
                <a:gridCol w="2845175">
                  <a:extLst>
                    <a:ext uri="{9D8B030D-6E8A-4147-A177-3AD203B41FA5}">
                      <a16:colId xmlns:a16="http://schemas.microsoft.com/office/drawing/2014/main" val="3555183718"/>
                    </a:ext>
                  </a:extLst>
                </a:gridCol>
                <a:gridCol w="2326034">
                  <a:extLst>
                    <a:ext uri="{9D8B030D-6E8A-4147-A177-3AD203B41FA5}">
                      <a16:colId xmlns:a16="http://schemas.microsoft.com/office/drawing/2014/main" val="4176772316"/>
                    </a:ext>
                  </a:extLst>
                </a:gridCol>
                <a:gridCol w="2585604">
                  <a:extLst>
                    <a:ext uri="{9D8B030D-6E8A-4147-A177-3AD203B41FA5}">
                      <a16:colId xmlns:a16="http://schemas.microsoft.com/office/drawing/2014/main" val="2628269919"/>
                    </a:ext>
                  </a:extLst>
                </a:gridCol>
                <a:gridCol w="2585604">
                  <a:extLst>
                    <a:ext uri="{9D8B030D-6E8A-4147-A177-3AD203B41FA5}">
                      <a16:colId xmlns:a16="http://schemas.microsoft.com/office/drawing/2014/main" val="970170683"/>
                    </a:ext>
                  </a:extLst>
                </a:gridCol>
              </a:tblGrid>
              <a:tr h="370840">
                <a:tc>
                  <a:txBody>
                    <a:bodyPr/>
                    <a:lstStyle/>
                    <a:p>
                      <a:pPr algn="ctr"/>
                      <a:r>
                        <a:rPr lang="es-ES" sz="1400" dirty="0"/>
                        <a:t>CRITERIO</a:t>
                      </a:r>
                      <a:endParaRPr lang="es-PE" sz="1400" dirty="0"/>
                    </a:p>
                  </a:txBody>
                  <a:tcPr/>
                </a:tc>
                <a:tc>
                  <a:txBody>
                    <a:bodyPr/>
                    <a:lstStyle/>
                    <a:p>
                      <a:pPr algn="ctr"/>
                      <a:r>
                        <a:rPr lang="es-ES" sz="1400" dirty="0"/>
                        <a:t>PHP</a:t>
                      </a:r>
                      <a:endParaRPr lang="es-PE" sz="1400" dirty="0"/>
                    </a:p>
                  </a:txBody>
                  <a:tcPr>
                    <a:solidFill>
                      <a:schemeClr val="accent6">
                        <a:lumMod val="60000"/>
                        <a:lumOff val="40000"/>
                      </a:schemeClr>
                    </a:solidFill>
                  </a:tcPr>
                </a:tc>
                <a:tc>
                  <a:txBody>
                    <a:bodyPr/>
                    <a:lstStyle/>
                    <a:p>
                      <a:pPr algn="ctr"/>
                      <a:r>
                        <a:rPr lang="es-ES" sz="1400" dirty="0"/>
                        <a:t>JAVA</a:t>
                      </a:r>
                      <a:endParaRPr lang="es-PE" sz="1400" dirty="0"/>
                    </a:p>
                  </a:txBody>
                  <a:tcPr>
                    <a:solidFill>
                      <a:schemeClr val="accent6">
                        <a:lumMod val="60000"/>
                        <a:lumOff val="40000"/>
                      </a:schemeClr>
                    </a:solidFill>
                  </a:tcPr>
                </a:tc>
                <a:tc>
                  <a:txBody>
                    <a:bodyPr/>
                    <a:lstStyle/>
                    <a:p>
                      <a:pPr algn="ctr"/>
                      <a:r>
                        <a:rPr lang="es-ES" sz="1400" dirty="0"/>
                        <a:t>PYTHON</a:t>
                      </a:r>
                      <a:endParaRPr lang="es-PE" sz="1400" dirty="0"/>
                    </a:p>
                  </a:txBody>
                  <a:tcPr>
                    <a:solidFill>
                      <a:schemeClr val="accent6">
                        <a:lumMod val="60000"/>
                        <a:lumOff val="40000"/>
                      </a:schemeClr>
                    </a:solidFill>
                  </a:tcPr>
                </a:tc>
                <a:extLst>
                  <a:ext uri="{0D108BD9-81ED-4DB2-BD59-A6C34878D82A}">
                    <a16:rowId xmlns:a16="http://schemas.microsoft.com/office/drawing/2014/main" val="2129733952"/>
                  </a:ext>
                </a:extLst>
              </a:tr>
              <a:tr h="370840">
                <a:tc>
                  <a:txBody>
                    <a:bodyPr/>
                    <a:lstStyle/>
                    <a:p>
                      <a:r>
                        <a:rPr lang="es-PE" sz="1400" kern="1200" dirty="0">
                          <a:solidFill>
                            <a:schemeClr val="tx1"/>
                          </a:solidFill>
                          <a:latin typeface="+mn-lt"/>
                          <a:ea typeface="+mn-ea"/>
                          <a:cs typeface="+mn-cs"/>
                        </a:rPr>
                        <a:t>Sistemas Operativos</a:t>
                      </a:r>
                    </a:p>
                  </a:txBody>
                  <a:tcPr/>
                </a:tc>
                <a:tc>
                  <a:txBody>
                    <a:bodyPr/>
                    <a:lstStyle/>
                    <a:p>
                      <a:r>
                        <a:rPr lang="es-ES" sz="1400" kern="1200" dirty="0">
                          <a:solidFill>
                            <a:schemeClr val="tx1"/>
                          </a:solidFill>
                          <a:latin typeface="+mn-lt"/>
                          <a:ea typeface="+mn-ea"/>
                          <a:cs typeface="+mn-cs"/>
                        </a:rPr>
                        <a:t>Linux o Windows</a:t>
                      </a:r>
                      <a:endParaRPr lang="es-PE" sz="14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Linux o Windows</a:t>
                      </a:r>
                      <a:endParaRPr lang="es-PE" sz="14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Linux o Windows</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latin typeface="+mn-lt"/>
                          <a:ea typeface="+mn-ea"/>
                          <a:cs typeface="+mn-cs"/>
                        </a:rPr>
                        <a:t>Propósito</a:t>
                      </a:r>
                    </a:p>
                  </a:txBody>
                  <a:tcPr/>
                </a:tc>
                <a:tc>
                  <a:txBody>
                    <a:bodyPr/>
                    <a:lstStyle/>
                    <a:p>
                      <a:r>
                        <a:rPr lang="es-PE" sz="1400" kern="1200" dirty="0">
                          <a:solidFill>
                            <a:schemeClr val="tx1"/>
                          </a:solidFill>
                          <a:latin typeface="+mn-lt"/>
                          <a:ea typeface="+mn-ea"/>
                          <a:cs typeface="+mn-cs"/>
                        </a:rPr>
                        <a:t>Generar dinámicamente páginas Web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tx1"/>
                          </a:solidFill>
                          <a:latin typeface="+mn-lt"/>
                          <a:ea typeface="+mn-ea"/>
                          <a:cs typeface="+mn-cs"/>
                        </a:rPr>
                        <a:t>Generar dinámicamente páginas Web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tx1"/>
                          </a:solidFill>
                          <a:latin typeface="+mn-lt"/>
                          <a:ea typeface="+mn-ea"/>
                          <a:cs typeface="+mn-cs"/>
                        </a:rPr>
                        <a:t>Enfatiza la productividad y la lectura fácil del código</a:t>
                      </a: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latin typeface="+mn-lt"/>
                          <a:ea typeface="+mn-ea"/>
                          <a:cs typeface="+mn-cs"/>
                        </a:rPr>
                        <a:t>Soporte a móviles</a:t>
                      </a:r>
                    </a:p>
                  </a:txBody>
                  <a:tcPr/>
                </a:tc>
                <a:tc>
                  <a:txBody>
                    <a:bodyPr/>
                    <a:lstStyle/>
                    <a:p>
                      <a:r>
                        <a:rPr lang="es-ES" sz="1400" kern="1200" dirty="0">
                          <a:solidFill>
                            <a:schemeClr val="tx1"/>
                          </a:solidFill>
                          <a:latin typeface="+mn-lt"/>
                          <a:ea typeface="+mn-ea"/>
                          <a:cs typeface="+mn-cs"/>
                        </a:rPr>
                        <a:t>No tiene</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Nativo: Android</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No tiene</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latin typeface="+mn-lt"/>
                          <a:ea typeface="+mn-ea"/>
                          <a:cs typeface="+mn-cs"/>
                        </a:rPr>
                        <a:t>Consumo de energía (J)</a:t>
                      </a:r>
                    </a:p>
                  </a:txBody>
                  <a:tcPr/>
                </a:tc>
                <a:tc>
                  <a:txBody>
                    <a:bodyPr/>
                    <a:lstStyle/>
                    <a:p>
                      <a:r>
                        <a:rPr lang="es-ES" sz="1400" kern="1200" dirty="0">
                          <a:solidFill>
                            <a:schemeClr val="tx1"/>
                          </a:solidFill>
                          <a:latin typeface="+mn-lt"/>
                          <a:ea typeface="+mn-ea"/>
                          <a:cs typeface="+mn-cs"/>
                        </a:rPr>
                        <a:t>29.3</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1.98</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75.88</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latin typeface="+mn-lt"/>
                          <a:ea typeface="+mn-ea"/>
                          <a:cs typeface="+mn-cs"/>
                        </a:rPr>
                        <a:t>Tiempo de ejecución (ms)</a:t>
                      </a:r>
                    </a:p>
                  </a:txBody>
                  <a:tcPr/>
                </a:tc>
                <a:tc>
                  <a:txBody>
                    <a:bodyPr/>
                    <a:lstStyle/>
                    <a:p>
                      <a:r>
                        <a:rPr lang="es-ES" sz="1400" kern="1200" dirty="0">
                          <a:solidFill>
                            <a:schemeClr val="tx1"/>
                          </a:solidFill>
                          <a:latin typeface="+mn-lt"/>
                          <a:ea typeface="+mn-ea"/>
                          <a:cs typeface="+mn-cs"/>
                        </a:rPr>
                        <a:t>27.64</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1.89</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71.9</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r h="370840">
                <a:tc>
                  <a:txBody>
                    <a:bodyPr/>
                    <a:lstStyle/>
                    <a:p>
                      <a:pPr algn="l">
                        <a:lnSpc>
                          <a:spcPct val="150000"/>
                        </a:lnSpc>
                        <a:spcAft>
                          <a:spcPts val="800"/>
                        </a:spcAft>
                      </a:pPr>
                      <a:r>
                        <a:rPr lang="es-PE" sz="1400" kern="1200" dirty="0">
                          <a:solidFill>
                            <a:schemeClr val="tx1"/>
                          </a:solidFill>
                          <a:latin typeface="+mn-lt"/>
                          <a:ea typeface="+mn-ea"/>
                          <a:cs typeface="+mn-cs"/>
                        </a:rPr>
                        <a:t>Uso máximo de memoria (MB)</a:t>
                      </a:r>
                    </a:p>
                  </a:txBody>
                  <a:tcPr marL="68580" marR="68580" marT="0" marB="0" anchor="ctr"/>
                </a:tc>
                <a:tc>
                  <a:txBody>
                    <a:bodyPr/>
                    <a:lstStyle/>
                    <a:p>
                      <a:r>
                        <a:rPr lang="es-ES" sz="1400" kern="1200" dirty="0">
                          <a:solidFill>
                            <a:schemeClr val="tx1"/>
                          </a:solidFill>
                          <a:latin typeface="+mn-lt"/>
                          <a:ea typeface="+mn-ea"/>
                          <a:cs typeface="+mn-cs"/>
                        </a:rPr>
                        <a:t>2.57</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6.01</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latin typeface="+mn-lt"/>
                          <a:ea typeface="+mn-ea"/>
                          <a:cs typeface="+mn-cs"/>
                        </a:rPr>
                        <a:t>2.8</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2417766933"/>
                  </a:ext>
                </a:extLst>
              </a:tr>
            </a:tbl>
          </a:graphicData>
        </a:graphic>
      </p:graphicFrame>
    </p:spTree>
    <p:extLst>
      <p:ext uri="{BB962C8B-B14F-4D97-AF65-F5344CB8AC3E}">
        <p14:creationId xmlns:p14="http://schemas.microsoft.com/office/powerpoint/2010/main" val="14749163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877550" cy="1952625"/>
          </a:xfrm>
        </p:spPr>
        <p:txBody>
          <a:bodyPr>
            <a:normAutofit/>
          </a:bodyPr>
          <a:lstStyle/>
          <a:p>
            <a:pPr marL="0" indent="0">
              <a:buNone/>
            </a:pPr>
            <a:r>
              <a:rPr lang="es-ES" sz="1600" b="1" u="sng" dirty="0"/>
              <a:t>PASO 4</a:t>
            </a:r>
          </a:p>
          <a:p>
            <a:pPr marL="0" indent="0">
              <a:buNone/>
            </a:pPr>
            <a:r>
              <a:rPr lang="es-ES" sz="1600" dirty="0"/>
              <a:t>Elaborar una matriz de enfrentamiento entre los criterios para determinar la distribución porcentual o el peso para cada criterio.</a:t>
            </a:r>
          </a:p>
          <a:p>
            <a:pPr marL="0" indent="0">
              <a:buNone/>
            </a:pPr>
            <a:r>
              <a:rPr lang="es-ES" sz="2000" b="1" dirty="0">
                <a:highlight>
                  <a:srgbClr val="00FF00"/>
                </a:highlight>
              </a:rPr>
              <a:t>COMPARATIVA DE LENGUAJES DE PROGRAMACIÓN</a:t>
            </a:r>
          </a:p>
          <a:p>
            <a:pPr marL="0" indent="0">
              <a:buNone/>
            </a:pPr>
            <a:r>
              <a:rPr lang="es-ES" sz="1600" dirty="0"/>
              <a:t>4. Matriz de enfrentamiento de criterios, en donde si existe relación entre dos criterios, se asigna el valor 1, para luego sumarlos y generar la distribución porcentual y su priorización. Caso contrario se asigna el valor 0.</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2385670" y="3429000"/>
          <a:ext cx="7247477" cy="2595880"/>
        </p:xfrm>
        <a:graphic>
          <a:graphicData uri="http://schemas.openxmlformats.org/drawingml/2006/table">
            <a:tbl>
              <a:tblPr firstRow="1" bandRow="1">
                <a:tableStyleId>{93296810-A885-4BE3-A3E7-6D5BEEA58F35}</a:tableStyleId>
              </a:tblPr>
              <a:tblGrid>
                <a:gridCol w="2600897">
                  <a:extLst>
                    <a:ext uri="{9D8B030D-6E8A-4147-A177-3AD203B41FA5}">
                      <a16:colId xmlns:a16="http://schemas.microsoft.com/office/drawing/2014/main" val="3555183718"/>
                    </a:ext>
                  </a:extLst>
                </a:gridCol>
                <a:gridCol w="392539">
                  <a:extLst>
                    <a:ext uri="{9D8B030D-6E8A-4147-A177-3AD203B41FA5}">
                      <a16:colId xmlns:a16="http://schemas.microsoft.com/office/drawing/2014/main" val="4176772316"/>
                    </a:ext>
                  </a:extLst>
                </a:gridCol>
                <a:gridCol w="383111">
                  <a:extLst>
                    <a:ext uri="{9D8B030D-6E8A-4147-A177-3AD203B41FA5}">
                      <a16:colId xmlns:a16="http://schemas.microsoft.com/office/drawing/2014/main" val="2628269919"/>
                    </a:ext>
                  </a:extLst>
                </a:gridCol>
                <a:gridCol w="375570">
                  <a:extLst>
                    <a:ext uri="{9D8B030D-6E8A-4147-A177-3AD203B41FA5}">
                      <a16:colId xmlns:a16="http://schemas.microsoft.com/office/drawing/2014/main" val="970170683"/>
                    </a:ext>
                  </a:extLst>
                </a:gridCol>
                <a:gridCol w="398195">
                  <a:extLst>
                    <a:ext uri="{9D8B030D-6E8A-4147-A177-3AD203B41FA5}">
                      <a16:colId xmlns:a16="http://schemas.microsoft.com/office/drawing/2014/main" val="1524693810"/>
                    </a:ext>
                  </a:extLst>
                </a:gridCol>
                <a:gridCol w="368028">
                  <a:extLst>
                    <a:ext uri="{9D8B030D-6E8A-4147-A177-3AD203B41FA5}">
                      <a16:colId xmlns:a16="http://schemas.microsoft.com/office/drawing/2014/main" val="3663802021"/>
                    </a:ext>
                  </a:extLst>
                </a:gridCol>
                <a:gridCol w="360487">
                  <a:extLst>
                    <a:ext uri="{9D8B030D-6E8A-4147-A177-3AD203B41FA5}">
                      <a16:colId xmlns:a16="http://schemas.microsoft.com/office/drawing/2014/main" val="3763677610"/>
                    </a:ext>
                  </a:extLst>
                </a:gridCol>
                <a:gridCol w="1003857">
                  <a:extLst>
                    <a:ext uri="{9D8B030D-6E8A-4147-A177-3AD203B41FA5}">
                      <a16:colId xmlns:a16="http://schemas.microsoft.com/office/drawing/2014/main" val="2609792278"/>
                    </a:ext>
                  </a:extLst>
                </a:gridCol>
                <a:gridCol w="1364793">
                  <a:extLst>
                    <a:ext uri="{9D8B030D-6E8A-4147-A177-3AD203B41FA5}">
                      <a16:colId xmlns:a16="http://schemas.microsoft.com/office/drawing/2014/main" val="1841671926"/>
                    </a:ext>
                  </a:extLst>
                </a:gridCol>
              </a:tblGrid>
              <a:tr h="370840">
                <a:tc>
                  <a:txBody>
                    <a:bodyPr/>
                    <a:lstStyle/>
                    <a:p>
                      <a:pPr algn="ctr"/>
                      <a:r>
                        <a:rPr lang="es-ES" sz="1400" dirty="0"/>
                        <a:t>CRITERIO</a:t>
                      </a:r>
                      <a:endParaRPr lang="es-PE" sz="1400" dirty="0"/>
                    </a:p>
                  </a:txBody>
                  <a:tcPr/>
                </a:tc>
                <a:tc>
                  <a:txBody>
                    <a:bodyPr/>
                    <a:lstStyle/>
                    <a:p>
                      <a:pPr algn="ctr"/>
                      <a:r>
                        <a:rPr lang="es-ES" sz="1400" dirty="0"/>
                        <a:t>A</a:t>
                      </a:r>
                      <a:endParaRPr lang="es-PE" sz="1400" dirty="0"/>
                    </a:p>
                  </a:txBody>
                  <a:tcPr>
                    <a:solidFill>
                      <a:schemeClr val="accent6">
                        <a:lumMod val="60000"/>
                        <a:lumOff val="40000"/>
                      </a:schemeClr>
                    </a:solidFill>
                  </a:tcPr>
                </a:tc>
                <a:tc>
                  <a:txBody>
                    <a:bodyPr/>
                    <a:lstStyle/>
                    <a:p>
                      <a:pPr algn="ctr"/>
                      <a:r>
                        <a:rPr lang="es-ES" sz="1400" dirty="0"/>
                        <a:t>B</a:t>
                      </a:r>
                      <a:endParaRPr lang="es-PE" sz="1400" dirty="0"/>
                    </a:p>
                  </a:txBody>
                  <a:tcPr>
                    <a:solidFill>
                      <a:schemeClr val="accent6">
                        <a:lumMod val="60000"/>
                        <a:lumOff val="40000"/>
                      </a:schemeClr>
                    </a:solidFill>
                  </a:tcPr>
                </a:tc>
                <a:tc>
                  <a:txBody>
                    <a:bodyPr/>
                    <a:lstStyle/>
                    <a:p>
                      <a:pPr algn="ctr"/>
                      <a:r>
                        <a:rPr lang="es-ES" sz="1400" dirty="0"/>
                        <a:t>C</a:t>
                      </a:r>
                      <a:endParaRPr lang="es-PE" sz="1400" dirty="0"/>
                    </a:p>
                  </a:txBody>
                  <a:tcPr>
                    <a:solidFill>
                      <a:schemeClr val="accent6">
                        <a:lumMod val="60000"/>
                        <a:lumOff val="40000"/>
                      </a:schemeClr>
                    </a:solidFill>
                  </a:tcPr>
                </a:tc>
                <a:tc>
                  <a:txBody>
                    <a:bodyPr/>
                    <a:lstStyle/>
                    <a:p>
                      <a:pPr algn="ctr"/>
                      <a:r>
                        <a:rPr lang="es-ES" sz="1400" dirty="0"/>
                        <a:t>D</a:t>
                      </a:r>
                      <a:endParaRPr lang="es-PE" sz="1400" dirty="0"/>
                    </a:p>
                  </a:txBody>
                  <a:tcPr>
                    <a:solidFill>
                      <a:schemeClr val="accent6">
                        <a:lumMod val="60000"/>
                        <a:lumOff val="40000"/>
                      </a:schemeClr>
                    </a:solidFill>
                  </a:tcPr>
                </a:tc>
                <a:tc>
                  <a:txBody>
                    <a:bodyPr/>
                    <a:lstStyle/>
                    <a:p>
                      <a:pPr algn="ctr"/>
                      <a:r>
                        <a:rPr lang="es-ES" sz="1400" dirty="0"/>
                        <a:t>E</a:t>
                      </a:r>
                      <a:endParaRPr lang="es-PE" sz="1400" dirty="0"/>
                    </a:p>
                  </a:txBody>
                  <a:tcPr>
                    <a:solidFill>
                      <a:schemeClr val="accent6">
                        <a:lumMod val="60000"/>
                        <a:lumOff val="40000"/>
                      </a:schemeClr>
                    </a:solidFill>
                  </a:tcPr>
                </a:tc>
                <a:tc>
                  <a:txBody>
                    <a:bodyPr/>
                    <a:lstStyle/>
                    <a:p>
                      <a:pPr algn="ctr"/>
                      <a:r>
                        <a:rPr lang="es-ES" sz="1400" dirty="0"/>
                        <a:t>F</a:t>
                      </a:r>
                      <a:endParaRPr lang="es-PE" sz="1400" dirty="0"/>
                    </a:p>
                  </a:txBody>
                  <a:tcPr>
                    <a:solidFill>
                      <a:schemeClr val="accent6">
                        <a:lumMod val="60000"/>
                        <a:lumOff val="40000"/>
                      </a:schemeClr>
                    </a:solidFill>
                  </a:tcPr>
                </a:tc>
                <a:tc>
                  <a:txBody>
                    <a:bodyPr/>
                    <a:lstStyle/>
                    <a:p>
                      <a:pPr algn="ctr"/>
                      <a:r>
                        <a:rPr lang="es-ES" sz="1400" dirty="0"/>
                        <a:t>CONTEO</a:t>
                      </a:r>
                      <a:endParaRPr lang="es-PE" sz="1400" dirty="0"/>
                    </a:p>
                  </a:txBody>
                  <a:tcPr>
                    <a:solidFill>
                      <a:schemeClr val="accent6">
                        <a:lumMod val="60000"/>
                        <a:lumOff val="40000"/>
                      </a:schemeClr>
                    </a:solidFill>
                  </a:tcPr>
                </a:tc>
                <a:tc>
                  <a:txBody>
                    <a:bodyPr/>
                    <a:lstStyle/>
                    <a:p>
                      <a:pPr algn="ctr"/>
                      <a:r>
                        <a:rPr lang="es-ES" sz="1400" dirty="0"/>
                        <a:t>PONDERACIÓN</a:t>
                      </a:r>
                      <a:endParaRPr lang="es-PE" sz="1400" dirty="0"/>
                    </a:p>
                  </a:txBody>
                  <a:tcPr>
                    <a:solidFill>
                      <a:schemeClr val="accent6">
                        <a:lumMod val="60000"/>
                        <a:lumOff val="40000"/>
                      </a:schemeClr>
                    </a:solidFill>
                  </a:tcPr>
                </a:tc>
                <a:extLst>
                  <a:ext uri="{0D108BD9-81ED-4DB2-BD59-A6C34878D82A}">
                    <a16:rowId xmlns:a16="http://schemas.microsoft.com/office/drawing/2014/main" val="2129733952"/>
                  </a:ext>
                </a:extLst>
              </a:tr>
              <a:tr h="370840">
                <a:tc>
                  <a:txBody>
                    <a:bodyPr/>
                    <a:lstStyle/>
                    <a:p>
                      <a:r>
                        <a:rPr lang="es-PE" sz="1400" kern="1200" dirty="0">
                          <a:solidFill>
                            <a:schemeClr val="tx1"/>
                          </a:solidFill>
                          <a:latin typeface="+mn-lt"/>
                          <a:ea typeface="+mn-ea"/>
                          <a:cs typeface="+mn-cs"/>
                        </a:rPr>
                        <a:t>A - Sistemas Operativos</a:t>
                      </a: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latin typeface="+mn-lt"/>
                          <a:ea typeface="+mn-ea"/>
                          <a:cs typeface="+mn-cs"/>
                        </a:rPr>
                        <a:t>B – Propósito</a:t>
                      </a: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400" kern="1200" dirty="0">
                        <a:solidFill>
                          <a:schemeClr val="tx1"/>
                        </a:solidFill>
                        <a:latin typeface="+mn-lt"/>
                        <a:ea typeface="+mn-ea"/>
                        <a:cs typeface="+mn-cs"/>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latin typeface="+mn-lt"/>
                          <a:ea typeface="+mn-ea"/>
                          <a:cs typeface="+mn-cs"/>
                        </a:rPr>
                        <a:t>C - Soporte a móviles</a:t>
                      </a: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latin typeface="+mn-lt"/>
                          <a:ea typeface="+mn-ea"/>
                          <a:cs typeface="+mn-cs"/>
                        </a:rPr>
                        <a:t>D - Consumo de energía (J)</a:t>
                      </a: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19.05%</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latin typeface="+mn-lt"/>
                          <a:ea typeface="+mn-ea"/>
                          <a:cs typeface="+mn-cs"/>
                        </a:rPr>
                        <a:t>E - Tiempo de ejecución (ms)</a:t>
                      </a: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14.29%</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r h="370840">
                <a:tc>
                  <a:txBody>
                    <a:bodyPr/>
                    <a:lstStyle/>
                    <a:p>
                      <a:pPr algn="l">
                        <a:lnSpc>
                          <a:spcPct val="150000"/>
                        </a:lnSpc>
                        <a:spcAft>
                          <a:spcPts val="800"/>
                        </a:spcAft>
                      </a:pPr>
                      <a:r>
                        <a:rPr lang="es-PE" sz="1400" kern="1200" dirty="0">
                          <a:solidFill>
                            <a:schemeClr val="tx1"/>
                          </a:solidFill>
                          <a:latin typeface="+mn-lt"/>
                          <a:ea typeface="+mn-ea"/>
                          <a:cs typeface="+mn-cs"/>
                        </a:rPr>
                        <a:t>F - Uso máximo de memoria (MB)</a:t>
                      </a:r>
                    </a:p>
                  </a:txBody>
                  <a:tcPr marL="68580" marR="68580" marT="0" marB="0" anchor="ct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2417766933"/>
                  </a:ext>
                </a:extLst>
              </a:tr>
            </a:tbl>
          </a:graphicData>
        </a:graphic>
      </p:graphicFrame>
    </p:spTree>
    <p:extLst>
      <p:ext uri="{BB962C8B-B14F-4D97-AF65-F5344CB8AC3E}">
        <p14:creationId xmlns:p14="http://schemas.microsoft.com/office/powerpoint/2010/main" val="2294199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321724"/>
            <a:ext cx="10877550" cy="1952625"/>
          </a:xfrm>
        </p:spPr>
        <p:txBody>
          <a:bodyPr>
            <a:normAutofit/>
          </a:bodyPr>
          <a:lstStyle/>
          <a:p>
            <a:pPr marL="0" indent="0">
              <a:buNone/>
            </a:pPr>
            <a:r>
              <a:rPr lang="es-ES" sz="1600" b="1" u="sng" dirty="0"/>
              <a:t>PASO 5</a:t>
            </a:r>
          </a:p>
          <a:p>
            <a:pPr marL="0" indent="0">
              <a:buNone/>
            </a:pPr>
            <a:r>
              <a:rPr lang="es-ES" sz="1600" dirty="0"/>
              <a:t>Se realiza el análisis de las alternativas u opciones con los respectivos criterios, evaluando cada uno según la ponderación obtenida del paso 4. Para esto, se define los puntajes para la evaluación, siendo los que se indica en la leyenda.</a:t>
            </a:r>
          </a:p>
          <a:p>
            <a:pPr marL="0" indent="0">
              <a:buNone/>
            </a:pPr>
            <a:r>
              <a:rPr lang="es-ES" sz="2000" b="1" dirty="0">
                <a:highlight>
                  <a:srgbClr val="00FF00"/>
                </a:highlight>
              </a:rPr>
              <a:t>COMPARATIVA DE LENGUAJES DE PROGRAMACIÓN</a:t>
            </a:r>
          </a:p>
          <a:p>
            <a:pPr marL="0" indent="0">
              <a:buNone/>
            </a:pPr>
            <a:r>
              <a:rPr lang="es-ES" sz="1600" dirty="0"/>
              <a:t>5. Análisis y evaluación de las alternativas, según los criterios definidos en los pasos anteriores.</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1064844" y="3056890"/>
          <a:ext cx="10062311" cy="3337560"/>
        </p:xfrm>
        <a:graphic>
          <a:graphicData uri="http://schemas.openxmlformats.org/drawingml/2006/table">
            <a:tbl>
              <a:tblPr firstRow="1" bandRow="1">
                <a:tableStyleId>{93296810-A885-4BE3-A3E7-6D5BEEA58F35}</a:tableStyleId>
              </a:tblPr>
              <a:tblGrid>
                <a:gridCol w="2600897">
                  <a:extLst>
                    <a:ext uri="{9D8B030D-6E8A-4147-A177-3AD203B41FA5}">
                      <a16:colId xmlns:a16="http://schemas.microsoft.com/office/drawing/2014/main" val="3555183718"/>
                    </a:ext>
                  </a:extLst>
                </a:gridCol>
                <a:gridCol w="912558">
                  <a:extLst>
                    <a:ext uri="{9D8B030D-6E8A-4147-A177-3AD203B41FA5}">
                      <a16:colId xmlns:a16="http://schemas.microsoft.com/office/drawing/2014/main" val="4176772316"/>
                    </a:ext>
                  </a:extLst>
                </a:gridCol>
                <a:gridCol w="775970">
                  <a:extLst>
                    <a:ext uri="{9D8B030D-6E8A-4147-A177-3AD203B41FA5}">
                      <a16:colId xmlns:a16="http://schemas.microsoft.com/office/drawing/2014/main" val="2628269919"/>
                    </a:ext>
                  </a:extLst>
                </a:gridCol>
                <a:gridCol w="926148">
                  <a:extLst>
                    <a:ext uri="{9D8B030D-6E8A-4147-A177-3AD203B41FA5}">
                      <a16:colId xmlns:a16="http://schemas.microsoft.com/office/drawing/2014/main" val="970170683"/>
                    </a:ext>
                  </a:extLst>
                </a:gridCol>
                <a:gridCol w="775970">
                  <a:extLst>
                    <a:ext uri="{9D8B030D-6E8A-4147-A177-3AD203B41FA5}">
                      <a16:colId xmlns:a16="http://schemas.microsoft.com/office/drawing/2014/main" val="1524693810"/>
                    </a:ext>
                  </a:extLst>
                </a:gridCol>
                <a:gridCol w="926148">
                  <a:extLst>
                    <a:ext uri="{9D8B030D-6E8A-4147-A177-3AD203B41FA5}">
                      <a16:colId xmlns:a16="http://schemas.microsoft.com/office/drawing/2014/main" val="3663802021"/>
                    </a:ext>
                  </a:extLst>
                </a:gridCol>
                <a:gridCol w="775970">
                  <a:extLst>
                    <a:ext uri="{9D8B030D-6E8A-4147-A177-3AD203B41FA5}">
                      <a16:colId xmlns:a16="http://schemas.microsoft.com/office/drawing/2014/main" val="3763677610"/>
                    </a:ext>
                  </a:extLst>
                </a:gridCol>
                <a:gridCol w="1003857">
                  <a:extLst>
                    <a:ext uri="{9D8B030D-6E8A-4147-A177-3AD203B41FA5}">
                      <a16:colId xmlns:a16="http://schemas.microsoft.com/office/drawing/2014/main" val="2609792278"/>
                    </a:ext>
                  </a:extLst>
                </a:gridCol>
                <a:gridCol w="1364793">
                  <a:extLst>
                    <a:ext uri="{9D8B030D-6E8A-4147-A177-3AD203B41FA5}">
                      <a16:colId xmlns:a16="http://schemas.microsoft.com/office/drawing/2014/main" val="1841671926"/>
                    </a:ext>
                  </a:extLst>
                </a:gridCol>
              </a:tblGrid>
              <a:tr h="370840">
                <a:tc rowSpan="2">
                  <a:txBody>
                    <a:bodyPr/>
                    <a:lstStyle/>
                    <a:p>
                      <a:pPr algn="ctr"/>
                      <a:r>
                        <a:rPr lang="es-ES" sz="1400" dirty="0"/>
                        <a:t>CRITERIO</a:t>
                      </a:r>
                      <a:endParaRPr lang="es-PE" sz="1400" dirty="0"/>
                    </a:p>
                  </a:txBody>
                  <a:tcPr anchor="ctr">
                    <a:solidFill>
                      <a:schemeClr val="accent6">
                        <a:lumMod val="75000"/>
                      </a:schemeClr>
                    </a:solidFill>
                  </a:tcPr>
                </a:tc>
                <a:tc rowSpan="2">
                  <a:txBody>
                    <a:bodyPr/>
                    <a:lstStyle/>
                    <a:p>
                      <a:pPr algn="ctr"/>
                      <a:r>
                        <a:rPr lang="es-ES" sz="1400" dirty="0"/>
                        <a:t>IMPACTO</a:t>
                      </a:r>
                      <a:endParaRPr lang="es-PE" sz="1400" dirty="0"/>
                    </a:p>
                  </a:txBody>
                  <a:tcPr anchor="ctr">
                    <a:solidFill>
                      <a:schemeClr val="accent6">
                        <a:lumMod val="75000"/>
                      </a:schemeClr>
                    </a:solidFill>
                  </a:tcPr>
                </a:tc>
                <a:tc gridSpan="2">
                  <a:txBody>
                    <a:bodyPr/>
                    <a:lstStyle/>
                    <a:p>
                      <a:pPr algn="ctr"/>
                      <a:r>
                        <a:rPr lang="es-ES" sz="1400" dirty="0"/>
                        <a:t>PHP</a:t>
                      </a:r>
                      <a:endParaRPr lang="es-PE" sz="1400" dirty="0"/>
                    </a:p>
                  </a:txBody>
                  <a:tcPr>
                    <a:solidFill>
                      <a:schemeClr val="accent6">
                        <a:lumMod val="60000"/>
                        <a:lumOff val="40000"/>
                      </a:schemeClr>
                    </a:solidFill>
                  </a:tcPr>
                </a:tc>
                <a:tc hMerge="1">
                  <a:txBody>
                    <a:bodyPr/>
                    <a:lstStyle/>
                    <a:p>
                      <a:pPr algn="ctr"/>
                      <a:r>
                        <a:rPr lang="es-ES" sz="1400" dirty="0"/>
                        <a:t>C</a:t>
                      </a:r>
                      <a:endParaRPr lang="es-PE" sz="1400" dirty="0"/>
                    </a:p>
                  </a:txBody>
                  <a:tcPr>
                    <a:solidFill>
                      <a:schemeClr val="accent6">
                        <a:lumMod val="60000"/>
                        <a:lumOff val="40000"/>
                      </a:schemeClr>
                    </a:solidFill>
                  </a:tcPr>
                </a:tc>
                <a:tc gridSpan="2">
                  <a:txBody>
                    <a:bodyPr/>
                    <a:lstStyle/>
                    <a:p>
                      <a:pPr algn="ctr"/>
                      <a:r>
                        <a:rPr lang="es-ES" sz="1400" dirty="0">
                          <a:solidFill>
                            <a:schemeClr val="tx1"/>
                          </a:solidFill>
                          <a:highlight>
                            <a:srgbClr val="FFFF00"/>
                          </a:highlight>
                        </a:rPr>
                        <a:t>JAVA</a:t>
                      </a:r>
                      <a:endParaRPr lang="es-PE" sz="1400" dirty="0">
                        <a:solidFill>
                          <a:schemeClr val="tx1"/>
                        </a:solidFill>
                        <a:highlight>
                          <a:srgbClr val="FFFF00"/>
                        </a:highlight>
                      </a:endParaRPr>
                    </a:p>
                  </a:txBody>
                  <a:tcPr>
                    <a:solidFill>
                      <a:schemeClr val="accent6">
                        <a:lumMod val="60000"/>
                        <a:lumOff val="40000"/>
                      </a:schemeClr>
                    </a:solidFill>
                  </a:tcPr>
                </a:tc>
                <a:tc hMerge="1">
                  <a:txBody>
                    <a:bodyPr/>
                    <a:lstStyle/>
                    <a:p>
                      <a:pPr algn="ctr"/>
                      <a:r>
                        <a:rPr lang="es-ES" sz="1400" dirty="0"/>
                        <a:t>E</a:t>
                      </a:r>
                      <a:endParaRPr lang="es-PE" sz="1400" dirty="0"/>
                    </a:p>
                  </a:txBody>
                  <a:tcPr>
                    <a:solidFill>
                      <a:schemeClr val="accent6">
                        <a:lumMod val="60000"/>
                        <a:lumOff val="40000"/>
                      </a:schemeClr>
                    </a:solidFill>
                  </a:tcPr>
                </a:tc>
                <a:tc gridSpan="2">
                  <a:txBody>
                    <a:bodyPr/>
                    <a:lstStyle/>
                    <a:p>
                      <a:pPr algn="ctr"/>
                      <a:r>
                        <a:rPr lang="es-ES" sz="1400" dirty="0"/>
                        <a:t>PYTHON</a:t>
                      </a:r>
                      <a:endParaRPr lang="es-PE" sz="1400" dirty="0"/>
                    </a:p>
                  </a:txBody>
                  <a:tcPr>
                    <a:solidFill>
                      <a:schemeClr val="accent6">
                        <a:lumMod val="60000"/>
                        <a:lumOff val="40000"/>
                      </a:schemeClr>
                    </a:solidFill>
                  </a:tcPr>
                </a:tc>
                <a:tc hMerge="1">
                  <a:txBody>
                    <a:bodyPr/>
                    <a:lstStyle/>
                    <a:p>
                      <a:pPr algn="ctr"/>
                      <a:r>
                        <a:rPr lang="es-ES" sz="1400" dirty="0"/>
                        <a:t>CONTEO</a:t>
                      </a:r>
                      <a:endParaRPr lang="es-PE" sz="1400" dirty="0"/>
                    </a:p>
                  </a:txBody>
                  <a:tcPr>
                    <a:solidFill>
                      <a:schemeClr val="accent6">
                        <a:lumMod val="60000"/>
                        <a:lumOff val="40000"/>
                      </a:schemeClr>
                    </a:solidFill>
                  </a:tcPr>
                </a:tc>
                <a:tc>
                  <a:txBody>
                    <a:bodyPr/>
                    <a:lstStyle/>
                    <a:p>
                      <a:pPr algn="ctr"/>
                      <a:r>
                        <a:rPr lang="es-ES" sz="1400" dirty="0"/>
                        <a:t>PONDERACIÓN</a:t>
                      </a:r>
                      <a:endParaRPr lang="es-PE" sz="1400" dirty="0"/>
                    </a:p>
                  </a:txBody>
                  <a:tcPr>
                    <a:solidFill>
                      <a:schemeClr val="accent6">
                        <a:lumMod val="60000"/>
                        <a:lumOff val="40000"/>
                      </a:schemeClr>
                    </a:solidFill>
                  </a:tcPr>
                </a:tc>
                <a:extLst>
                  <a:ext uri="{0D108BD9-81ED-4DB2-BD59-A6C34878D82A}">
                    <a16:rowId xmlns:a16="http://schemas.microsoft.com/office/drawing/2014/main" val="2129733952"/>
                  </a:ext>
                </a:extLst>
              </a:tr>
              <a:tr h="370840">
                <a:tc vMerge="1">
                  <a:txBody>
                    <a:bodyPr/>
                    <a:lstStyle/>
                    <a:p>
                      <a:pPr algn="ctr"/>
                      <a:endParaRPr lang="es-PE" sz="1400" dirty="0"/>
                    </a:p>
                  </a:txBody>
                  <a:tcPr>
                    <a:solidFill>
                      <a:schemeClr val="accent6">
                        <a:lumMod val="75000"/>
                      </a:schemeClr>
                    </a:solidFill>
                  </a:tcPr>
                </a:tc>
                <a:tc vMerge="1">
                  <a:txBody>
                    <a:bodyPr/>
                    <a:lstStyle/>
                    <a:p>
                      <a:pPr algn="ctr"/>
                      <a:endParaRPr lang="es-PE" sz="1400" dirty="0"/>
                    </a:p>
                  </a:txBody>
                  <a:tcPr>
                    <a:solidFill>
                      <a:schemeClr val="accent6">
                        <a:lumMod val="75000"/>
                      </a:schemeClr>
                    </a:solidFill>
                  </a:tcPr>
                </a:tc>
                <a:tc>
                  <a:txBody>
                    <a:bodyPr/>
                    <a:lstStyle/>
                    <a:p>
                      <a:pPr algn="ctr"/>
                      <a:r>
                        <a:rPr lang="es-ES" sz="1400" dirty="0"/>
                        <a:t>Puntaje</a:t>
                      </a:r>
                      <a:endParaRPr lang="es-PE" sz="1400" dirty="0"/>
                    </a:p>
                  </a:txBody>
                  <a:tcPr>
                    <a:solidFill>
                      <a:schemeClr val="accent6">
                        <a:lumMod val="60000"/>
                        <a:lumOff val="40000"/>
                      </a:schemeClr>
                    </a:solidFill>
                  </a:tcPr>
                </a:tc>
                <a:tc>
                  <a:txBody>
                    <a:bodyPr/>
                    <a:lstStyle/>
                    <a:p>
                      <a:pPr algn="ctr"/>
                      <a:r>
                        <a:rPr lang="es-ES" sz="1400" dirty="0"/>
                        <a:t>Promedio</a:t>
                      </a:r>
                      <a:endParaRPr lang="es-PE" sz="1400" dirty="0"/>
                    </a:p>
                  </a:txBody>
                  <a:tcPr>
                    <a:solidFill>
                      <a:schemeClr val="accent6">
                        <a:lumMod val="60000"/>
                        <a:lumOff val="40000"/>
                      </a:schemeClr>
                    </a:solidFill>
                  </a:tcPr>
                </a:tc>
                <a:tc>
                  <a:txBody>
                    <a:bodyPr/>
                    <a:lstStyle/>
                    <a:p>
                      <a:pPr algn="ctr"/>
                      <a:r>
                        <a:rPr lang="es-ES" sz="1400" dirty="0"/>
                        <a:t>Puntaje</a:t>
                      </a:r>
                      <a:endParaRPr lang="es-PE" sz="1400" dirty="0"/>
                    </a:p>
                  </a:txBody>
                  <a:tcPr>
                    <a:solidFill>
                      <a:schemeClr val="accent6">
                        <a:lumMod val="60000"/>
                        <a:lumOff val="40000"/>
                      </a:schemeClr>
                    </a:solidFill>
                  </a:tcPr>
                </a:tc>
                <a:tc>
                  <a:txBody>
                    <a:bodyPr/>
                    <a:lstStyle/>
                    <a:p>
                      <a:pPr algn="ctr"/>
                      <a:r>
                        <a:rPr lang="es-ES" sz="1400" dirty="0"/>
                        <a:t>Promedio</a:t>
                      </a:r>
                      <a:endParaRPr lang="es-PE" sz="1400" dirty="0"/>
                    </a:p>
                  </a:txBody>
                  <a:tcPr>
                    <a:solidFill>
                      <a:schemeClr val="accent6">
                        <a:lumMod val="60000"/>
                        <a:lumOff val="40000"/>
                      </a:schemeClr>
                    </a:solidFill>
                  </a:tcPr>
                </a:tc>
                <a:tc>
                  <a:txBody>
                    <a:bodyPr/>
                    <a:lstStyle/>
                    <a:p>
                      <a:pPr algn="ctr"/>
                      <a:r>
                        <a:rPr lang="es-ES" sz="1400" dirty="0"/>
                        <a:t>Puntaje</a:t>
                      </a:r>
                      <a:endParaRPr lang="es-PE" sz="1400" dirty="0"/>
                    </a:p>
                  </a:txBody>
                  <a:tcPr>
                    <a:solidFill>
                      <a:schemeClr val="accent6">
                        <a:lumMod val="60000"/>
                        <a:lumOff val="40000"/>
                      </a:schemeClr>
                    </a:solidFill>
                  </a:tcPr>
                </a:tc>
                <a:tc>
                  <a:txBody>
                    <a:bodyPr/>
                    <a:lstStyle/>
                    <a:p>
                      <a:pPr algn="ctr"/>
                      <a:r>
                        <a:rPr lang="es-ES" sz="1400" dirty="0"/>
                        <a:t>Promedio</a:t>
                      </a:r>
                      <a:endParaRPr lang="es-PE" sz="1400" dirty="0"/>
                    </a:p>
                  </a:txBody>
                  <a:tcPr>
                    <a:solidFill>
                      <a:schemeClr val="accent6">
                        <a:lumMod val="60000"/>
                        <a:lumOff val="40000"/>
                      </a:schemeClr>
                    </a:solidFill>
                  </a:tcPr>
                </a:tc>
                <a:tc>
                  <a:txBody>
                    <a:bodyPr/>
                    <a:lstStyle/>
                    <a:p>
                      <a:pPr algn="ctr"/>
                      <a:endParaRPr lang="es-PE" sz="1400" dirty="0"/>
                    </a:p>
                  </a:txBody>
                  <a:tcPr>
                    <a:solidFill>
                      <a:schemeClr val="accent6">
                        <a:lumMod val="60000"/>
                        <a:lumOff val="40000"/>
                      </a:schemeClr>
                    </a:solidFill>
                  </a:tcPr>
                </a:tc>
                <a:extLst>
                  <a:ext uri="{0D108BD9-81ED-4DB2-BD59-A6C34878D82A}">
                    <a16:rowId xmlns:a16="http://schemas.microsoft.com/office/drawing/2014/main" val="1011830215"/>
                  </a:ext>
                </a:extLst>
              </a:tr>
              <a:tr h="370840">
                <a:tc>
                  <a:txBody>
                    <a:bodyPr/>
                    <a:lstStyle/>
                    <a:p>
                      <a:r>
                        <a:rPr lang="es-PE" sz="1400" kern="1200" dirty="0">
                          <a:solidFill>
                            <a:schemeClr val="tx1"/>
                          </a:solidFill>
                          <a:latin typeface="+mn-lt"/>
                          <a:ea typeface="+mn-ea"/>
                          <a:cs typeface="+mn-cs"/>
                        </a:rPr>
                        <a:t>A - Sistemas Operativos</a:t>
                      </a:r>
                    </a:p>
                  </a:txBody>
                  <a:tcPr/>
                </a:tc>
                <a:tc>
                  <a:txBody>
                    <a:bodyPr/>
                    <a:lstStyle/>
                    <a:p>
                      <a:pPr algn="ct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0.95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latin typeface="+mn-lt"/>
                          <a:ea typeface="+mn-ea"/>
                          <a:cs typeface="+mn-cs"/>
                        </a:rPr>
                        <a:t>B – Propósito</a:t>
                      </a:r>
                    </a:p>
                  </a:txBody>
                  <a:tcPr/>
                </a:tc>
                <a:tc>
                  <a:txBody>
                    <a:bodyPr/>
                    <a:lstStyle/>
                    <a:p>
                      <a:pPr algn="ct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0.71</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latin typeface="+mn-lt"/>
                          <a:ea typeface="+mn-ea"/>
                          <a:cs typeface="+mn-cs"/>
                        </a:rPr>
                        <a:t>C - Soporte a móviles</a:t>
                      </a:r>
                    </a:p>
                  </a:txBody>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0.10</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0.38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0.10</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latin typeface="+mn-lt"/>
                          <a:ea typeface="+mn-ea"/>
                          <a:cs typeface="+mn-cs"/>
                        </a:rPr>
                        <a:t>D - Consumo de energía (J)</a:t>
                      </a:r>
                    </a:p>
                  </a:txBody>
                  <a:tcPr/>
                </a:tc>
                <a:tc>
                  <a:txBody>
                    <a:bodyPr/>
                    <a:lstStyle/>
                    <a:p>
                      <a:pPr algn="ctr"/>
                      <a:r>
                        <a:rPr lang="es-ES" sz="1400" kern="1200" dirty="0">
                          <a:solidFill>
                            <a:schemeClr val="tx1"/>
                          </a:solidFill>
                          <a:latin typeface="+mn-lt"/>
                          <a:ea typeface="+mn-ea"/>
                          <a:cs typeface="+mn-cs"/>
                        </a:rPr>
                        <a:t>19.05%</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0.57</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0.76</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0.38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19.05%</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latin typeface="+mn-lt"/>
                          <a:ea typeface="+mn-ea"/>
                          <a:cs typeface="+mn-cs"/>
                        </a:rPr>
                        <a:t>E - Tiempo de ejecución (ms)</a:t>
                      </a:r>
                    </a:p>
                  </a:txBody>
                  <a:tcPr/>
                </a:tc>
                <a:tc>
                  <a:txBody>
                    <a:bodyPr/>
                    <a:lstStyle/>
                    <a:p>
                      <a:pPr algn="ctr"/>
                      <a:r>
                        <a:rPr lang="es-ES" sz="1400" kern="1200" dirty="0">
                          <a:solidFill>
                            <a:schemeClr val="tx1"/>
                          </a:solidFill>
                          <a:latin typeface="+mn-lt"/>
                          <a:ea typeface="+mn-ea"/>
                          <a:cs typeface="+mn-cs"/>
                        </a:rPr>
                        <a:t>14.29%</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0.57</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0.71</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0.29</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14.29%</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r h="370840">
                <a:tc>
                  <a:txBody>
                    <a:bodyPr/>
                    <a:lstStyle/>
                    <a:p>
                      <a:pPr algn="l">
                        <a:lnSpc>
                          <a:spcPct val="150000"/>
                        </a:lnSpc>
                        <a:spcAft>
                          <a:spcPts val="800"/>
                        </a:spcAft>
                      </a:pPr>
                      <a:r>
                        <a:rPr lang="es-PE" sz="1400" kern="1200" dirty="0">
                          <a:solidFill>
                            <a:schemeClr val="tx1"/>
                          </a:solidFill>
                          <a:latin typeface="+mn-lt"/>
                          <a:ea typeface="+mn-ea"/>
                          <a:cs typeface="+mn-cs"/>
                        </a:rPr>
                        <a:t>F - Uso máximo de memoria (MB)</a:t>
                      </a:r>
                    </a:p>
                  </a:txBody>
                  <a:tcPr marL="68580" marR="68580" marT="0" marB="0" anchor="ct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0.48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0.29</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0.38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2417766933"/>
                  </a:ext>
                </a:extLst>
              </a:tr>
              <a:tr h="370840">
                <a:tc>
                  <a:txBody>
                    <a:bodyPr/>
                    <a:lstStyle/>
                    <a:p>
                      <a:pPr algn="r">
                        <a:lnSpc>
                          <a:spcPct val="150000"/>
                        </a:lnSpc>
                        <a:spcAft>
                          <a:spcPts val="800"/>
                        </a:spcAft>
                      </a:pPr>
                      <a:r>
                        <a:rPr lang="es-ES" sz="1400" kern="1200" dirty="0">
                          <a:solidFill>
                            <a:schemeClr val="tx1"/>
                          </a:solidFill>
                          <a:latin typeface="+mn-lt"/>
                          <a:ea typeface="+mn-ea"/>
                          <a:cs typeface="+mn-cs"/>
                        </a:rPr>
                        <a:t>PROMEDIO TOTAL</a:t>
                      </a:r>
                      <a:endParaRPr lang="es-PE" sz="1400" kern="1200" dirty="0">
                        <a:solidFill>
                          <a:schemeClr val="tx1"/>
                        </a:solidFill>
                        <a:latin typeface="+mn-lt"/>
                        <a:ea typeface="+mn-ea"/>
                        <a:cs typeface="+mn-cs"/>
                      </a:endParaRPr>
                    </a:p>
                  </a:txBody>
                  <a:tcPr marL="68580" marR="68580" marT="0" marB="0" anchor="ctr"/>
                </a:tc>
                <a:tc>
                  <a:txBody>
                    <a:bodyPr/>
                    <a:lstStyle/>
                    <a:p>
                      <a:pPr algn="ctr"/>
                      <a:r>
                        <a:rPr lang="es-ES" sz="1400" kern="1200" dirty="0">
                          <a:solidFill>
                            <a:schemeClr val="tx1"/>
                          </a:solidFill>
                          <a:latin typeface="+mn-lt"/>
                          <a:ea typeface="+mn-ea"/>
                          <a:cs typeface="+mn-cs"/>
                        </a:rPr>
                        <a:t>100%</a:t>
                      </a:r>
                      <a:endParaRPr lang="es-PE" sz="1400" kern="1200" dirty="0">
                        <a:solidFill>
                          <a:schemeClr val="tx1"/>
                        </a:solidFill>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3.86</a:t>
                      </a:r>
                      <a:endParaRPr lang="es-PE" sz="1400" kern="1200" dirty="0">
                        <a:solidFill>
                          <a:schemeClr val="tx1"/>
                        </a:solidFill>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highlight>
                            <a:srgbClr val="FFFF00"/>
                          </a:highlight>
                          <a:latin typeface="+mn-lt"/>
                          <a:ea typeface="+mn-ea"/>
                          <a:cs typeface="+mn-cs"/>
                        </a:rPr>
                        <a:t>4.52</a:t>
                      </a:r>
                      <a:endParaRPr lang="es-PE" sz="1400" kern="1200" dirty="0">
                        <a:solidFill>
                          <a:schemeClr val="tx1"/>
                        </a:solidFill>
                        <a:highlight>
                          <a:srgbClr val="FFFF00"/>
                        </a:highlight>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3.05</a:t>
                      </a:r>
                      <a:endParaRPr lang="es-PE" sz="1400" kern="1200" dirty="0">
                        <a:solidFill>
                          <a:schemeClr val="tx1"/>
                        </a:solidFill>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1431449499"/>
                  </a:ext>
                </a:extLst>
              </a:tr>
            </a:tbl>
          </a:graphicData>
        </a:graphic>
      </p:graphicFrame>
      <p:sp>
        <p:nvSpPr>
          <p:cNvPr id="6" name="Marcador de contenido 2">
            <a:extLst>
              <a:ext uri="{FF2B5EF4-FFF2-40B4-BE49-F238E27FC236}">
                <a16:creationId xmlns:a16="http://schemas.microsoft.com/office/drawing/2014/main" id="{59A5DE34-11B2-9BCC-D091-0C5D14D35A20}"/>
              </a:ext>
            </a:extLst>
          </p:cNvPr>
          <p:cNvSpPr txBox="1">
            <a:spLocks/>
          </p:cNvSpPr>
          <p:nvPr/>
        </p:nvSpPr>
        <p:spPr>
          <a:xfrm>
            <a:off x="0" y="6257925"/>
            <a:ext cx="3433763"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100" b="1" u="sng" dirty="0"/>
              <a:t>Leyenda: </a:t>
            </a:r>
          </a:p>
          <a:p>
            <a:pPr marL="0" indent="0">
              <a:buFont typeface="Arial" panose="020B0604020202020204" pitchFamily="34" charset="0"/>
              <a:buNone/>
            </a:pPr>
            <a:r>
              <a:rPr lang="es-PE" sz="1100" dirty="0"/>
              <a:t>1: Bajo, 2: Bajo-Medio, 3: Medio, 4: Medio-Alto, 5: Alto</a:t>
            </a:r>
            <a:endParaRPr lang="es-ES" sz="1100" dirty="0"/>
          </a:p>
          <a:p>
            <a:pPr marL="0" indent="0">
              <a:buFont typeface="Arial" panose="020B0604020202020204" pitchFamily="34" charset="0"/>
              <a:buNone/>
            </a:pPr>
            <a:endParaRPr lang="es-PE" sz="1100" dirty="0"/>
          </a:p>
        </p:txBody>
      </p:sp>
    </p:spTree>
    <p:extLst>
      <p:ext uri="{BB962C8B-B14F-4D97-AF65-F5344CB8AC3E}">
        <p14:creationId xmlns:p14="http://schemas.microsoft.com/office/powerpoint/2010/main" val="10621024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321724"/>
            <a:ext cx="10877550" cy="1952625"/>
          </a:xfrm>
        </p:spPr>
        <p:txBody>
          <a:bodyPr>
            <a:normAutofit/>
          </a:bodyPr>
          <a:lstStyle/>
          <a:p>
            <a:pPr marL="0" indent="0">
              <a:buNone/>
            </a:pPr>
            <a:r>
              <a:rPr lang="es-ES" sz="1600" b="1" u="sng" dirty="0"/>
              <a:t>PASO 6</a:t>
            </a:r>
          </a:p>
          <a:p>
            <a:pPr marL="0" indent="0">
              <a:buNone/>
            </a:pPr>
            <a:r>
              <a:rPr lang="es-ES" sz="1600" dirty="0"/>
              <a:t>La decisión será la que tenga el promedio total más alto, en este ejemplo será el lenguaje de programación JAVA, por obtener un promedio total de 4.52, sobre las otras alternativas. De esta manera se ha cuantificado la decisión y se ha minimizado la subjetividad en análisis y en la evaluación.</a:t>
            </a:r>
          </a:p>
          <a:p>
            <a:pPr marL="0" indent="0">
              <a:buNone/>
            </a:pPr>
            <a:r>
              <a:rPr lang="es-ES" sz="2000" b="1" dirty="0">
                <a:highlight>
                  <a:srgbClr val="00FF00"/>
                </a:highlight>
              </a:rPr>
              <a:t>COMPARATIVA DE LENGUAJES DE PROGRAMACIÓN</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1064844" y="3056890"/>
          <a:ext cx="10062311" cy="3337560"/>
        </p:xfrm>
        <a:graphic>
          <a:graphicData uri="http://schemas.openxmlformats.org/drawingml/2006/table">
            <a:tbl>
              <a:tblPr firstRow="1" bandRow="1">
                <a:tableStyleId>{93296810-A885-4BE3-A3E7-6D5BEEA58F35}</a:tableStyleId>
              </a:tblPr>
              <a:tblGrid>
                <a:gridCol w="2600897">
                  <a:extLst>
                    <a:ext uri="{9D8B030D-6E8A-4147-A177-3AD203B41FA5}">
                      <a16:colId xmlns:a16="http://schemas.microsoft.com/office/drawing/2014/main" val="3555183718"/>
                    </a:ext>
                  </a:extLst>
                </a:gridCol>
                <a:gridCol w="912558">
                  <a:extLst>
                    <a:ext uri="{9D8B030D-6E8A-4147-A177-3AD203B41FA5}">
                      <a16:colId xmlns:a16="http://schemas.microsoft.com/office/drawing/2014/main" val="4176772316"/>
                    </a:ext>
                  </a:extLst>
                </a:gridCol>
                <a:gridCol w="775970">
                  <a:extLst>
                    <a:ext uri="{9D8B030D-6E8A-4147-A177-3AD203B41FA5}">
                      <a16:colId xmlns:a16="http://schemas.microsoft.com/office/drawing/2014/main" val="2628269919"/>
                    </a:ext>
                  </a:extLst>
                </a:gridCol>
                <a:gridCol w="926148">
                  <a:extLst>
                    <a:ext uri="{9D8B030D-6E8A-4147-A177-3AD203B41FA5}">
                      <a16:colId xmlns:a16="http://schemas.microsoft.com/office/drawing/2014/main" val="970170683"/>
                    </a:ext>
                  </a:extLst>
                </a:gridCol>
                <a:gridCol w="775970">
                  <a:extLst>
                    <a:ext uri="{9D8B030D-6E8A-4147-A177-3AD203B41FA5}">
                      <a16:colId xmlns:a16="http://schemas.microsoft.com/office/drawing/2014/main" val="1524693810"/>
                    </a:ext>
                  </a:extLst>
                </a:gridCol>
                <a:gridCol w="926148">
                  <a:extLst>
                    <a:ext uri="{9D8B030D-6E8A-4147-A177-3AD203B41FA5}">
                      <a16:colId xmlns:a16="http://schemas.microsoft.com/office/drawing/2014/main" val="3663802021"/>
                    </a:ext>
                  </a:extLst>
                </a:gridCol>
                <a:gridCol w="775970">
                  <a:extLst>
                    <a:ext uri="{9D8B030D-6E8A-4147-A177-3AD203B41FA5}">
                      <a16:colId xmlns:a16="http://schemas.microsoft.com/office/drawing/2014/main" val="3763677610"/>
                    </a:ext>
                  </a:extLst>
                </a:gridCol>
                <a:gridCol w="1003857">
                  <a:extLst>
                    <a:ext uri="{9D8B030D-6E8A-4147-A177-3AD203B41FA5}">
                      <a16:colId xmlns:a16="http://schemas.microsoft.com/office/drawing/2014/main" val="2609792278"/>
                    </a:ext>
                  </a:extLst>
                </a:gridCol>
                <a:gridCol w="1364793">
                  <a:extLst>
                    <a:ext uri="{9D8B030D-6E8A-4147-A177-3AD203B41FA5}">
                      <a16:colId xmlns:a16="http://schemas.microsoft.com/office/drawing/2014/main" val="1841671926"/>
                    </a:ext>
                  </a:extLst>
                </a:gridCol>
              </a:tblGrid>
              <a:tr h="370840">
                <a:tc rowSpan="2">
                  <a:txBody>
                    <a:bodyPr/>
                    <a:lstStyle/>
                    <a:p>
                      <a:pPr algn="ctr"/>
                      <a:r>
                        <a:rPr lang="es-ES" sz="1400" dirty="0"/>
                        <a:t>CRITERIO</a:t>
                      </a:r>
                      <a:endParaRPr lang="es-PE" sz="1400" dirty="0"/>
                    </a:p>
                  </a:txBody>
                  <a:tcPr anchor="ctr">
                    <a:solidFill>
                      <a:schemeClr val="accent6">
                        <a:lumMod val="75000"/>
                      </a:schemeClr>
                    </a:solidFill>
                  </a:tcPr>
                </a:tc>
                <a:tc rowSpan="2">
                  <a:txBody>
                    <a:bodyPr/>
                    <a:lstStyle/>
                    <a:p>
                      <a:pPr algn="ctr"/>
                      <a:r>
                        <a:rPr lang="es-ES" sz="1400" dirty="0"/>
                        <a:t>IMPACTO</a:t>
                      </a:r>
                      <a:endParaRPr lang="es-PE" sz="1400" dirty="0"/>
                    </a:p>
                  </a:txBody>
                  <a:tcPr anchor="ctr">
                    <a:solidFill>
                      <a:schemeClr val="accent6">
                        <a:lumMod val="75000"/>
                      </a:schemeClr>
                    </a:solidFill>
                  </a:tcPr>
                </a:tc>
                <a:tc gridSpan="2">
                  <a:txBody>
                    <a:bodyPr/>
                    <a:lstStyle/>
                    <a:p>
                      <a:pPr algn="ctr"/>
                      <a:r>
                        <a:rPr lang="es-ES" sz="1400" dirty="0"/>
                        <a:t>PHP</a:t>
                      </a:r>
                      <a:endParaRPr lang="es-PE" sz="1400" dirty="0"/>
                    </a:p>
                  </a:txBody>
                  <a:tcPr>
                    <a:solidFill>
                      <a:schemeClr val="accent6">
                        <a:lumMod val="60000"/>
                        <a:lumOff val="40000"/>
                      </a:schemeClr>
                    </a:solidFill>
                  </a:tcPr>
                </a:tc>
                <a:tc hMerge="1">
                  <a:txBody>
                    <a:bodyPr/>
                    <a:lstStyle/>
                    <a:p>
                      <a:pPr algn="ctr"/>
                      <a:r>
                        <a:rPr lang="es-ES" sz="1400" dirty="0"/>
                        <a:t>C</a:t>
                      </a:r>
                      <a:endParaRPr lang="es-PE" sz="1400" dirty="0"/>
                    </a:p>
                  </a:txBody>
                  <a:tcPr>
                    <a:solidFill>
                      <a:schemeClr val="accent6">
                        <a:lumMod val="60000"/>
                        <a:lumOff val="40000"/>
                      </a:schemeClr>
                    </a:solidFill>
                  </a:tcPr>
                </a:tc>
                <a:tc gridSpan="2">
                  <a:txBody>
                    <a:bodyPr/>
                    <a:lstStyle/>
                    <a:p>
                      <a:pPr algn="ctr"/>
                      <a:r>
                        <a:rPr lang="es-ES" sz="1400" dirty="0">
                          <a:solidFill>
                            <a:schemeClr val="tx1"/>
                          </a:solidFill>
                          <a:highlight>
                            <a:srgbClr val="FFFF00"/>
                          </a:highlight>
                        </a:rPr>
                        <a:t>JAVA</a:t>
                      </a:r>
                      <a:endParaRPr lang="es-PE" sz="1400" dirty="0">
                        <a:solidFill>
                          <a:schemeClr val="tx1"/>
                        </a:solidFill>
                        <a:highlight>
                          <a:srgbClr val="FFFF00"/>
                        </a:highlight>
                      </a:endParaRPr>
                    </a:p>
                  </a:txBody>
                  <a:tcPr>
                    <a:solidFill>
                      <a:schemeClr val="accent6">
                        <a:lumMod val="60000"/>
                        <a:lumOff val="40000"/>
                      </a:schemeClr>
                    </a:solidFill>
                  </a:tcPr>
                </a:tc>
                <a:tc hMerge="1">
                  <a:txBody>
                    <a:bodyPr/>
                    <a:lstStyle/>
                    <a:p>
                      <a:pPr algn="ctr"/>
                      <a:r>
                        <a:rPr lang="es-ES" sz="1400" dirty="0"/>
                        <a:t>E</a:t>
                      </a:r>
                      <a:endParaRPr lang="es-PE" sz="1400" dirty="0"/>
                    </a:p>
                  </a:txBody>
                  <a:tcPr>
                    <a:solidFill>
                      <a:schemeClr val="accent6">
                        <a:lumMod val="60000"/>
                        <a:lumOff val="40000"/>
                      </a:schemeClr>
                    </a:solidFill>
                  </a:tcPr>
                </a:tc>
                <a:tc gridSpan="2">
                  <a:txBody>
                    <a:bodyPr/>
                    <a:lstStyle/>
                    <a:p>
                      <a:pPr algn="ctr"/>
                      <a:r>
                        <a:rPr lang="es-ES" sz="1400" dirty="0"/>
                        <a:t>PYTHON</a:t>
                      </a:r>
                      <a:endParaRPr lang="es-PE" sz="1400" dirty="0"/>
                    </a:p>
                  </a:txBody>
                  <a:tcPr>
                    <a:solidFill>
                      <a:schemeClr val="accent6">
                        <a:lumMod val="60000"/>
                        <a:lumOff val="40000"/>
                      </a:schemeClr>
                    </a:solidFill>
                  </a:tcPr>
                </a:tc>
                <a:tc hMerge="1">
                  <a:txBody>
                    <a:bodyPr/>
                    <a:lstStyle/>
                    <a:p>
                      <a:pPr algn="ctr"/>
                      <a:r>
                        <a:rPr lang="es-ES" sz="1400" dirty="0"/>
                        <a:t>CONTEO</a:t>
                      </a:r>
                      <a:endParaRPr lang="es-PE" sz="1400" dirty="0"/>
                    </a:p>
                  </a:txBody>
                  <a:tcPr>
                    <a:solidFill>
                      <a:schemeClr val="accent6">
                        <a:lumMod val="60000"/>
                        <a:lumOff val="40000"/>
                      </a:schemeClr>
                    </a:solidFill>
                  </a:tcPr>
                </a:tc>
                <a:tc>
                  <a:txBody>
                    <a:bodyPr/>
                    <a:lstStyle/>
                    <a:p>
                      <a:pPr algn="ctr"/>
                      <a:r>
                        <a:rPr lang="es-ES" sz="1400" dirty="0"/>
                        <a:t>PONDERACIÓN</a:t>
                      </a:r>
                      <a:endParaRPr lang="es-PE" sz="1400" dirty="0"/>
                    </a:p>
                  </a:txBody>
                  <a:tcPr>
                    <a:solidFill>
                      <a:schemeClr val="accent6">
                        <a:lumMod val="60000"/>
                        <a:lumOff val="40000"/>
                      </a:schemeClr>
                    </a:solidFill>
                  </a:tcPr>
                </a:tc>
                <a:extLst>
                  <a:ext uri="{0D108BD9-81ED-4DB2-BD59-A6C34878D82A}">
                    <a16:rowId xmlns:a16="http://schemas.microsoft.com/office/drawing/2014/main" val="2129733952"/>
                  </a:ext>
                </a:extLst>
              </a:tr>
              <a:tr h="370840">
                <a:tc vMerge="1">
                  <a:txBody>
                    <a:bodyPr/>
                    <a:lstStyle/>
                    <a:p>
                      <a:pPr algn="ctr"/>
                      <a:endParaRPr lang="es-PE" sz="1400" dirty="0"/>
                    </a:p>
                  </a:txBody>
                  <a:tcPr>
                    <a:solidFill>
                      <a:schemeClr val="accent6">
                        <a:lumMod val="75000"/>
                      </a:schemeClr>
                    </a:solidFill>
                  </a:tcPr>
                </a:tc>
                <a:tc vMerge="1">
                  <a:txBody>
                    <a:bodyPr/>
                    <a:lstStyle/>
                    <a:p>
                      <a:pPr algn="ctr"/>
                      <a:endParaRPr lang="es-PE" sz="1400" dirty="0"/>
                    </a:p>
                  </a:txBody>
                  <a:tcPr>
                    <a:solidFill>
                      <a:schemeClr val="accent6">
                        <a:lumMod val="75000"/>
                      </a:schemeClr>
                    </a:solidFill>
                  </a:tcPr>
                </a:tc>
                <a:tc>
                  <a:txBody>
                    <a:bodyPr/>
                    <a:lstStyle/>
                    <a:p>
                      <a:pPr algn="ctr"/>
                      <a:r>
                        <a:rPr lang="es-ES" sz="1400" dirty="0"/>
                        <a:t>Puntaje</a:t>
                      </a:r>
                      <a:endParaRPr lang="es-PE" sz="1400" dirty="0"/>
                    </a:p>
                  </a:txBody>
                  <a:tcPr>
                    <a:solidFill>
                      <a:schemeClr val="accent6">
                        <a:lumMod val="60000"/>
                        <a:lumOff val="40000"/>
                      </a:schemeClr>
                    </a:solidFill>
                  </a:tcPr>
                </a:tc>
                <a:tc>
                  <a:txBody>
                    <a:bodyPr/>
                    <a:lstStyle/>
                    <a:p>
                      <a:pPr algn="ctr"/>
                      <a:r>
                        <a:rPr lang="es-ES" sz="1400" dirty="0"/>
                        <a:t>Promedio</a:t>
                      </a:r>
                      <a:endParaRPr lang="es-PE" sz="1400" dirty="0"/>
                    </a:p>
                  </a:txBody>
                  <a:tcPr>
                    <a:solidFill>
                      <a:schemeClr val="accent6">
                        <a:lumMod val="60000"/>
                        <a:lumOff val="40000"/>
                      </a:schemeClr>
                    </a:solidFill>
                  </a:tcPr>
                </a:tc>
                <a:tc>
                  <a:txBody>
                    <a:bodyPr/>
                    <a:lstStyle/>
                    <a:p>
                      <a:pPr algn="ctr"/>
                      <a:r>
                        <a:rPr lang="es-ES" sz="1400" dirty="0"/>
                        <a:t>Puntaje</a:t>
                      </a:r>
                      <a:endParaRPr lang="es-PE" sz="1400" dirty="0"/>
                    </a:p>
                  </a:txBody>
                  <a:tcPr>
                    <a:solidFill>
                      <a:schemeClr val="accent6">
                        <a:lumMod val="60000"/>
                        <a:lumOff val="40000"/>
                      </a:schemeClr>
                    </a:solidFill>
                  </a:tcPr>
                </a:tc>
                <a:tc>
                  <a:txBody>
                    <a:bodyPr/>
                    <a:lstStyle/>
                    <a:p>
                      <a:pPr algn="ctr"/>
                      <a:r>
                        <a:rPr lang="es-ES" sz="1400" dirty="0"/>
                        <a:t>Promedio</a:t>
                      </a:r>
                      <a:endParaRPr lang="es-PE" sz="1400" dirty="0"/>
                    </a:p>
                  </a:txBody>
                  <a:tcPr>
                    <a:solidFill>
                      <a:schemeClr val="accent6">
                        <a:lumMod val="60000"/>
                        <a:lumOff val="40000"/>
                      </a:schemeClr>
                    </a:solidFill>
                  </a:tcPr>
                </a:tc>
                <a:tc>
                  <a:txBody>
                    <a:bodyPr/>
                    <a:lstStyle/>
                    <a:p>
                      <a:pPr algn="ctr"/>
                      <a:r>
                        <a:rPr lang="es-ES" sz="1400" dirty="0"/>
                        <a:t>Puntaje</a:t>
                      </a:r>
                      <a:endParaRPr lang="es-PE" sz="1400" dirty="0"/>
                    </a:p>
                  </a:txBody>
                  <a:tcPr>
                    <a:solidFill>
                      <a:schemeClr val="accent6">
                        <a:lumMod val="60000"/>
                        <a:lumOff val="40000"/>
                      </a:schemeClr>
                    </a:solidFill>
                  </a:tcPr>
                </a:tc>
                <a:tc>
                  <a:txBody>
                    <a:bodyPr/>
                    <a:lstStyle/>
                    <a:p>
                      <a:pPr algn="ctr"/>
                      <a:r>
                        <a:rPr lang="es-ES" sz="1400" dirty="0"/>
                        <a:t>Promedio</a:t>
                      </a:r>
                      <a:endParaRPr lang="es-PE" sz="1400" dirty="0"/>
                    </a:p>
                  </a:txBody>
                  <a:tcPr>
                    <a:solidFill>
                      <a:schemeClr val="accent6">
                        <a:lumMod val="60000"/>
                        <a:lumOff val="40000"/>
                      </a:schemeClr>
                    </a:solidFill>
                  </a:tcPr>
                </a:tc>
                <a:tc>
                  <a:txBody>
                    <a:bodyPr/>
                    <a:lstStyle/>
                    <a:p>
                      <a:pPr algn="ctr"/>
                      <a:endParaRPr lang="es-PE" sz="1400" dirty="0"/>
                    </a:p>
                  </a:txBody>
                  <a:tcPr>
                    <a:solidFill>
                      <a:schemeClr val="accent6">
                        <a:lumMod val="60000"/>
                        <a:lumOff val="40000"/>
                      </a:schemeClr>
                    </a:solidFill>
                  </a:tcPr>
                </a:tc>
                <a:extLst>
                  <a:ext uri="{0D108BD9-81ED-4DB2-BD59-A6C34878D82A}">
                    <a16:rowId xmlns:a16="http://schemas.microsoft.com/office/drawing/2014/main" val="1011830215"/>
                  </a:ext>
                </a:extLst>
              </a:tr>
              <a:tr h="370840">
                <a:tc>
                  <a:txBody>
                    <a:bodyPr/>
                    <a:lstStyle/>
                    <a:p>
                      <a:r>
                        <a:rPr lang="es-PE" sz="1400" kern="1200" dirty="0">
                          <a:solidFill>
                            <a:schemeClr val="tx1"/>
                          </a:solidFill>
                          <a:latin typeface="+mn-lt"/>
                          <a:ea typeface="+mn-ea"/>
                          <a:cs typeface="+mn-cs"/>
                        </a:rPr>
                        <a:t>A - Sistemas Operativos</a:t>
                      </a:r>
                    </a:p>
                  </a:txBody>
                  <a:tcPr/>
                </a:tc>
                <a:tc>
                  <a:txBody>
                    <a:bodyPr/>
                    <a:lstStyle/>
                    <a:p>
                      <a:pPr algn="ct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0.95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latin typeface="+mn-lt"/>
                          <a:ea typeface="+mn-ea"/>
                          <a:cs typeface="+mn-cs"/>
                        </a:rPr>
                        <a:t>B – Propósito</a:t>
                      </a:r>
                    </a:p>
                  </a:txBody>
                  <a:tcPr/>
                </a:tc>
                <a:tc>
                  <a:txBody>
                    <a:bodyPr/>
                    <a:lstStyle/>
                    <a:p>
                      <a:pPr algn="ct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1.19</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0.71</a:t>
                      </a:r>
                      <a:endParaRPr lang="es-PE" sz="1400" kern="1200" dirty="0">
                        <a:solidFill>
                          <a:schemeClr val="tx1"/>
                        </a:solidFill>
                        <a:latin typeface="+mn-lt"/>
                        <a:ea typeface="+mn-ea"/>
                        <a:cs typeface="+mn-cs"/>
                      </a:endParaRP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23.81%</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latin typeface="+mn-lt"/>
                          <a:ea typeface="+mn-ea"/>
                          <a:cs typeface="+mn-cs"/>
                        </a:rPr>
                        <a:t>C - Soporte a móviles</a:t>
                      </a:r>
                    </a:p>
                  </a:txBody>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0.10</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0.38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0.10</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latin typeface="+mn-lt"/>
                          <a:ea typeface="+mn-ea"/>
                          <a:cs typeface="+mn-cs"/>
                        </a:rPr>
                        <a:t>D - Consumo de energía (J)</a:t>
                      </a:r>
                    </a:p>
                  </a:txBody>
                  <a:tcPr/>
                </a:tc>
                <a:tc>
                  <a:txBody>
                    <a:bodyPr/>
                    <a:lstStyle/>
                    <a:p>
                      <a:pPr algn="ctr"/>
                      <a:r>
                        <a:rPr lang="es-ES" sz="1400" kern="1200" dirty="0">
                          <a:solidFill>
                            <a:schemeClr val="tx1"/>
                          </a:solidFill>
                          <a:latin typeface="+mn-lt"/>
                          <a:ea typeface="+mn-ea"/>
                          <a:cs typeface="+mn-cs"/>
                        </a:rPr>
                        <a:t>19.05%</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0.57</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0.76</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0.38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19.05%</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latin typeface="+mn-lt"/>
                          <a:ea typeface="+mn-ea"/>
                          <a:cs typeface="+mn-cs"/>
                        </a:rPr>
                        <a:t>E - Tiempo de ejecución (ms)</a:t>
                      </a:r>
                    </a:p>
                  </a:txBody>
                  <a:tcPr/>
                </a:tc>
                <a:tc>
                  <a:txBody>
                    <a:bodyPr/>
                    <a:lstStyle/>
                    <a:p>
                      <a:pPr algn="ctr"/>
                      <a:r>
                        <a:rPr lang="es-ES" sz="1400" kern="1200" dirty="0">
                          <a:solidFill>
                            <a:schemeClr val="tx1"/>
                          </a:solidFill>
                          <a:latin typeface="+mn-lt"/>
                          <a:ea typeface="+mn-ea"/>
                          <a:cs typeface="+mn-cs"/>
                        </a:rPr>
                        <a:t>14.29%</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0.57</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0.71</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0.29</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14.29%</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r h="370840">
                <a:tc>
                  <a:txBody>
                    <a:bodyPr/>
                    <a:lstStyle/>
                    <a:p>
                      <a:pPr algn="l">
                        <a:lnSpc>
                          <a:spcPct val="150000"/>
                        </a:lnSpc>
                        <a:spcAft>
                          <a:spcPts val="800"/>
                        </a:spcAft>
                      </a:pPr>
                      <a:r>
                        <a:rPr lang="es-PE" sz="1400" kern="1200" dirty="0">
                          <a:solidFill>
                            <a:schemeClr val="tx1"/>
                          </a:solidFill>
                          <a:latin typeface="+mn-lt"/>
                          <a:ea typeface="+mn-ea"/>
                          <a:cs typeface="+mn-cs"/>
                        </a:rPr>
                        <a:t>F - Uso máximo de memoria (MB)</a:t>
                      </a:r>
                    </a:p>
                  </a:txBody>
                  <a:tcPr marL="68580" marR="68580" marT="0" marB="0" anchor="ct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0.48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0.29</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0.38</a:t>
                      </a: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9.52%</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2417766933"/>
                  </a:ext>
                </a:extLst>
              </a:tr>
              <a:tr h="370840">
                <a:tc>
                  <a:txBody>
                    <a:bodyPr/>
                    <a:lstStyle/>
                    <a:p>
                      <a:pPr algn="r">
                        <a:lnSpc>
                          <a:spcPct val="150000"/>
                        </a:lnSpc>
                        <a:spcAft>
                          <a:spcPts val="800"/>
                        </a:spcAft>
                      </a:pPr>
                      <a:r>
                        <a:rPr lang="es-ES" sz="1400" kern="1200" dirty="0">
                          <a:solidFill>
                            <a:schemeClr val="tx1"/>
                          </a:solidFill>
                          <a:latin typeface="+mn-lt"/>
                          <a:ea typeface="+mn-ea"/>
                          <a:cs typeface="+mn-cs"/>
                        </a:rPr>
                        <a:t>PROMEDIO TOTAL</a:t>
                      </a:r>
                      <a:endParaRPr lang="es-PE" sz="1400" kern="1200" dirty="0">
                        <a:solidFill>
                          <a:schemeClr val="tx1"/>
                        </a:solidFill>
                        <a:latin typeface="+mn-lt"/>
                        <a:ea typeface="+mn-ea"/>
                        <a:cs typeface="+mn-cs"/>
                      </a:endParaRPr>
                    </a:p>
                  </a:txBody>
                  <a:tcPr marL="68580" marR="68580" marT="0" marB="0" anchor="ctr"/>
                </a:tc>
                <a:tc>
                  <a:txBody>
                    <a:bodyPr/>
                    <a:lstStyle/>
                    <a:p>
                      <a:pPr algn="ctr"/>
                      <a:r>
                        <a:rPr lang="es-ES" sz="1400" kern="1200" dirty="0">
                          <a:solidFill>
                            <a:schemeClr val="tx1"/>
                          </a:solidFill>
                          <a:latin typeface="+mn-lt"/>
                          <a:ea typeface="+mn-ea"/>
                          <a:cs typeface="+mn-cs"/>
                        </a:rPr>
                        <a:t>100%</a:t>
                      </a:r>
                      <a:endParaRPr lang="es-PE" sz="1400" kern="1200" dirty="0">
                        <a:solidFill>
                          <a:schemeClr val="tx1"/>
                        </a:solidFill>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3.86</a:t>
                      </a:r>
                      <a:endParaRPr lang="es-PE" sz="1400" kern="1200" dirty="0">
                        <a:solidFill>
                          <a:schemeClr val="tx1"/>
                        </a:solidFill>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highlight>
                            <a:srgbClr val="FFFF00"/>
                          </a:highlight>
                          <a:latin typeface="+mn-lt"/>
                          <a:ea typeface="+mn-ea"/>
                          <a:cs typeface="+mn-cs"/>
                        </a:rPr>
                        <a:t>4.52</a:t>
                      </a:r>
                      <a:endParaRPr lang="es-PE" sz="1400" kern="1200" dirty="0">
                        <a:solidFill>
                          <a:schemeClr val="tx1"/>
                        </a:solidFill>
                        <a:highlight>
                          <a:srgbClr val="FFFF00"/>
                        </a:highlight>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noFill/>
                  </a:tcPr>
                </a:tc>
                <a:tc>
                  <a:txBody>
                    <a:bodyPr/>
                    <a:lstStyle/>
                    <a:p>
                      <a:pPr algn="ctr"/>
                      <a:r>
                        <a:rPr lang="es-ES" sz="1400" kern="1200" dirty="0">
                          <a:solidFill>
                            <a:schemeClr val="tx1"/>
                          </a:solidFill>
                          <a:latin typeface="+mn-lt"/>
                          <a:ea typeface="+mn-ea"/>
                          <a:cs typeface="+mn-cs"/>
                        </a:rPr>
                        <a:t>3.05</a:t>
                      </a:r>
                      <a:endParaRPr lang="es-PE" sz="1400" kern="1200" dirty="0">
                        <a:solidFill>
                          <a:schemeClr val="tx1"/>
                        </a:solidFill>
                        <a:latin typeface="+mn-lt"/>
                        <a:ea typeface="+mn-ea"/>
                        <a:cs typeface="+mn-cs"/>
                      </a:endParaRPr>
                    </a:p>
                  </a:txBody>
                  <a:tcPr>
                    <a:noFill/>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1431449499"/>
                  </a:ext>
                </a:extLst>
              </a:tr>
            </a:tbl>
          </a:graphicData>
        </a:graphic>
      </p:graphicFrame>
      <p:sp>
        <p:nvSpPr>
          <p:cNvPr id="6" name="Marcador de contenido 2">
            <a:extLst>
              <a:ext uri="{FF2B5EF4-FFF2-40B4-BE49-F238E27FC236}">
                <a16:creationId xmlns:a16="http://schemas.microsoft.com/office/drawing/2014/main" id="{59A5DE34-11B2-9BCC-D091-0C5D14D35A20}"/>
              </a:ext>
            </a:extLst>
          </p:cNvPr>
          <p:cNvSpPr txBox="1">
            <a:spLocks/>
          </p:cNvSpPr>
          <p:nvPr/>
        </p:nvSpPr>
        <p:spPr>
          <a:xfrm>
            <a:off x="0" y="6257925"/>
            <a:ext cx="3433763"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100" b="1" u="sng" dirty="0"/>
              <a:t>Leyenda: </a:t>
            </a:r>
          </a:p>
          <a:p>
            <a:pPr marL="0" indent="0">
              <a:buFont typeface="Arial" panose="020B0604020202020204" pitchFamily="34" charset="0"/>
              <a:buNone/>
            </a:pPr>
            <a:r>
              <a:rPr lang="es-PE" sz="1100" dirty="0"/>
              <a:t>1: Bajo, 2: Bajo-Medio, 3: Medio, 4: Medio-Alto, 5: Alto</a:t>
            </a:r>
            <a:endParaRPr lang="es-ES" sz="1100" dirty="0"/>
          </a:p>
          <a:p>
            <a:pPr marL="0" indent="0">
              <a:buFont typeface="Arial" panose="020B0604020202020204" pitchFamily="34" charset="0"/>
              <a:buNone/>
            </a:pPr>
            <a:endParaRPr lang="es-PE" sz="1100" dirty="0"/>
          </a:p>
        </p:txBody>
      </p:sp>
    </p:spTree>
    <p:extLst>
      <p:ext uri="{BB962C8B-B14F-4D97-AF65-F5344CB8AC3E}">
        <p14:creationId xmlns:p14="http://schemas.microsoft.com/office/powerpoint/2010/main" val="2234373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610158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1</a:t>
            </a:r>
          </a:p>
          <a:p>
            <a:pPr marL="0" indent="0">
              <a:buNone/>
            </a:pPr>
            <a:r>
              <a:rPr lang="es-ES" sz="1600" dirty="0"/>
              <a:t>Identificar las alternativas u opciones a analizar y describir cada una de ellas para tener un entendimiento claro.</a:t>
            </a:r>
          </a:p>
          <a:p>
            <a:pPr marL="0" indent="0">
              <a:buNone/>
            </a:pPr>
            <a:r>
              <a:rPr lang="es-ES" sz="2000" b="1" dirty="0">
                <a:highlight>
                  <a:srgbClr val="00FFFF"/>
                </a:highlight>
              </a:rPr>
              <a:t>COMPARATIVA DE PROVEEDORES DE PLATAFORMAS DE SERVICIOS CLOUD</a:t>
            </a:r>
          </a:p>
          <a:p>
            <a:pPr marL="0" indent="0">
              <a:buNone/>
            </a:pPr>
            <a:r>
              <a:rPr lang="es-ES" sz="1600" dirty="0"/>
              <a:t>1. Alternativas de proveedores de servicio cloud.</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838200" y="3028950"/>
          <a:ext cx="10515600" cy="2809240"/>
        </p:xfrm>
        <a:graphic>
          <a:graphicData uri="http://schemas.openxmlformats.org/drawingml/2006/table">
            <a:tbl>
              <a:tblPr firstRow="1" bandRow="1">
                <a:tableStyleId>{7DF18680-E054-41AD-8BC1-D1AEF772440D}</a:tableStyleId>
              </a:tblPr>
              <a:tblGrid>
                <a:gridCol w="3505200">
                  <a:extLst>
                    <a:ext uri="{9D8B030D-6E8A-4147-A177-3AD203B41FA5}">
                      <a16:colId xmlns:a16="http://schemas.microsoft.com/office/drawing/2014/main" val="3555183718"/>
                    </a:ext>
                  </a:extLst>
                </a:gridCol>
                <a:gridCol w="3505200">
                  <a:extLst>
                    <a:ext uri="{9D8B030D-6E8A-4147-A177-3AD203B41FA5}">
                      <a16:colId xmlns:a16="http://schemas.microsoft.com/office/drawing/2014/main" val="4176772316"/>
                    </a:ext>
                  </a:extLst>
                </a:gridCol>
                <a:gridCol w="3505200">
                  <a:extLst>
                    <a:ext uri="{9D8B030D-6E8A-4147-A177-3AD203B41FA5}">
                      <a16:colId xmlns:a16="http://schemas.microsoft.com/office/drawing/2014/main" val="2628269919"/>
                    </a:ext>
                  </a:extLst>
                </a:gridCol>
              </a:tblGrid>
              <a:tr h="370840">
                <a:tc>
                  <a:txBody>
                    <a:bodyPr/>
                    <a:lstStyle/>
                    <a:p>
                      <a:pPr algn="ctr"/>
                      <a:r>
                        <a:rPr lang="es-ES" sz="1800" dirty="0"/>
                        <a:t>AWS</a:t>
                      </a:r>
                      <a:endParaRPr lang="es-PE" sz="1800" dirty="0"/>
                    </a:p>
                  </a:txBody>
                  <a:tcPr/>
                </a:tc>
                <a:tc>
                  <a:txBody>
                    <a:bodyPr/>
                    <a:lstStyle/>
                    <a:p>
                      <a:pPr algn="ctr"/>
                      <a:r>
                        <a:rPr lang="es-ES" sz="1800" dirty="0"/>
                        <a:t>AZURE</a:t>
                      </a:r>
                      <a:endParaRPr lang="es-PE" sz="1800" dirty="0"/>
                    </a:p>
                  </a:txBody>
                  <a:tcPr/>
                </a:tc>
                <a:tc>
                  <a:txBody>
                    <a:bodyPr/>
                    <a:lstStyle/>
                    <a:p>
                      <a:pPr algn="ctr"/>
                      <a:r>
                        <a:rPr lang="es-ES" sz="1800" dirty="0"/>
                        <a:t>GCP</a:t>
                      </a:r>
                      <a:endParaRPr lang="es-PE" sz="1800" dirty="0"/>
                    </a:p>
                  </a:txBody>
                  <a:tcPr/>
                </a:tc>
                <a:extLst>
                  <a:ext uri="{0D108BD9-81ED-4DB2-BD59-A6C34878D82A}">
                    <a16:rowId xmlns:a16="http://schemas.microsoft.com/office/drawing/2014/main" val="2129733952"/>
                  </a:ext>
                </a:extLst>
              </a:tr>
              <a:tr h="370840">
                <a:tc>
                  <a:txBody>
                    <a:bodyPr/>
                    <a:lstStyle/>
                    <a:p>
                      <a:r>
                        <a:rPr lang="es-PE" sz="1400" kern="1200" dirty="0">
                          <a:solidFill>
                            <a:schemeClr val="dk1"/>
                          </a:solidFill>
                          <a:effectLst/>
                          <a:latin typeface="+mn-lt"/>
                          <a:ea typeface="+mn-ea"/>
                          <a:cs typeface="+mn-cs"/>
                        </a:rPr>
                        <a:t>Pertenece a la compañía principal de negocios en línea Amazon. Amazon ofrece etapas de computación distribuida a pedido como almacenamiento, investigación de información, entre otros. AWS brinda acceso a un grupo virtual de PC disponible en cualquier momento para el cumplimiento de las necesidades de sus patrocinadores (</a:t>
                      </a:r>
                      <a:r>
                        <a:rPr lang="es-PE" sz="1400" kern="1200" dirty="0" err="1">
                          <a:solidFill>
                            <a:schemeClr val="dk1"/>
                          </a:solidFill>
                          <a:effectLst/>
                          <a:latin typeface="+mn-lt"/>
                          <a:ea typeface="+mn-ea"/>
                          <a:cs typeface="+mn-cs"/>
                        </a:rPr>
                        <a:t>Kaur</a:t>
                      </a:r>
                      <a:r>
                        <a:rPr lang="es-PE" sz="1400" kern="1200" dirty="0">
                          <a:solidFill>
                            <a:schemeClr val="dk1"/>
                          </a:solidFill>
                          <a:effectLst/>
                          <a:latin typeface="+mn-lt"/>
                          <a:ea typeface="+mn-ea"/>
                          <a:cs typeface="+mn-cs"/>
                        </a:rPr>
                        <a:t> et al., 2019).</a:t>
                      </a:r>
                      <a:endParaRPr lang="es-PE" sz="1400" dirty="0"/>
                    </a:p>
                  </a:txBody>
                  <a:tcPr/>
                </a:tc>
                <a:tc>
                  <a:txBody>
                    <a:bodyPr/>
                    <a:lstStyle/>
                    <a:p>
                      <a:r>
                        <a:rPr lang="es-PE" sz="1400" kern="1200" dirty="0">
                          <a:solidFill>
                            <a:schemeClr val="dk1"/>
                          </a:solidFill>
                          <a:effectLst/>
                          <a:latin typeface="+mn-lt"/>
                          <a:ea typeface="+mn-ea"/>
                          <a:cs typeface="+mn-cs"/>
                        </a:rPr>
                        <a:t>Es el un conjunto de avances en la nube que brinda una disposición particular de administraciones para desarrolladores de aplicaciones. Puede ser utilizado por aplicaciones que se desarrollan en la nube como por aplicaciones desarrolladas en marcos cercanos. Contiene segmentos adjuntos como SQL Azure, </a:t>
                      </a:r>
                      <a:r>
                        <a:rPr lang="es-PE" sz="1400" kern="1200" dirty="0" err="1">
                          <a:solidFill>
                            <a:schemeClr val="dk1"/>
                          </a:solidFill>
                          <a:effectLst/>
                          <a:latin typeface="+mn-lt"/>
                          <a:ea typeface="+mn-ea"/>
                          <a:cs typeface="+mn-cs"/>
                        </a:rPr>
                        <a:t>Window</a:t>
                      </a:r>
                      <a:r>
                        <a:rPr lang="es-PE" sz="1400" kern="1200" dirty="0">
                          <a:solidFill>
                            <a:schemeClr val="dk1"/>
                          </a:solidFill>
                          <a:effectLst/>
                          <a:latin typeface="+mn-lt"/>
                          <a:ea typeface="+mn-ea"/>
                          <a:cs typeface="+mn-cs"/>
                        </a:rPr>
                        <a:t> Azure y </a:t>
                      </a:r>
                      <a:r>
                        <a:rPr lang="es-PE" sz="1400" kern="1200" dirty="0" err="1">
                          <a:solidFill>
                            <a:schemeClr val="dk1"/>
                          </a:solidFill>
                          <a:effectLst/>
                          <a:latin typeface="+mn-lt"/>
                          <a:ea typeface="+mn-ea"/>
                          <a:cs typeface="+mn-cs"/>
                        </a:rPr>
                        <a:t>.Net</a:t>
                      </a:r>
                      <a:r>
                        <a:rPr lang="es-PE" sz="1400" kern="1200" dirty="0">
                          <a:solidFill>
                            <a:schemeClr val="dk1"/>
                          </a:solidFill>
                          <a:effectLst/>
                          <a:latin typeface="+mn-lt"/>
                          <a:ea typeface="+mn-ea"/>
                          <a:cs typeface="+mn-cs"/>
                        </a:rPr>
                        <a:t> Azure (</a:t>
                      </a:r>
                      <a:r>
                        <a:rPr lang="es-PE" sz="1400" kern="1200" dirty="0" err="1">
                          <a:solidFill>
                            <a:schemeClr val="dk1"/>
                          </a:solidFill>
                          <a:effectLst/>
                          <a:latin typeface="+mn-lt"/>
                          <a:ea typeface="+mn-ea"/>
                          <a:cs typeface="+mn-cs"/>
                        </a:rPr>
                        <a:t>Kaur</a:t>
                      </a:r>
                      <a:r>
                        <a:rPr lang="es-PE" sz="1400" kern="1200" dirty="0">
                          <a:solidFill>
                            <a:schemeClr val="dk1"/>
                          </a:solidFill>
                          <a:effectLst/>
                          <a:latin typeface="+mn-lt"/>
                          <a:ea typeface="+mn-ea"/>
                          <a:cs typeface="+mn-cs"/>
                        </a:rPr>
                        <a:t> et al., 2019).</a:t>
                      </a:r>
                    </a:p>
                  </a:txBody>
                  <a:tcPr/>
                </a:tc>
                <a:tc>
                  <a:txBody>
                    <a:bodyPr/>
                    <a:lstStyle/>
                    <a:p>
                      <a:r>
                        <a:rPr lang="es-PE" sz="1400" kern="1200" dirty="0">
                          <a:solidFill>
                            <a:schemeClr val="dk1"/>
                          </a:solidFill>
                          <a:effectLst/>
                          <a:latin typeface="+mn-lt"/>
                          <a:ea typeface="+mn-ea"/>
                          <a:cs typeface="+mn-cs"/>
                        </a:rPr>
                        <a:t>Es el conjunto de recursos físicos ubicados en centros de datos de cada región como Asia, Europa, América del Norte y América del Sur. Asimismo, ofrece múltiples servicios para acceder a recursos subyacentes como productos de software y hardware. Por ello, cuando se realiza una aplicación en Google Cloud se combinan estos servicios para proporcionar la infraestructura ideal; y luego, agregar el código para crear lo que se necesite (Google Cloud, 2021).</a:t>
                      </a:r>
                    </a:p>
                  </a:txBody>
                  <a:tcPr/>
                </a:tc>
                <a:extLst>
                  <a:ext uri="{0D108BD9-81ED-4DB2-BD59-A6C34878D82A}">
                    <a16:rowId xmlns:a16="http://schemas.microsoft.com/office/drawing/2014/main" val="534859875"/>
                  </a:ext>
                </a:extLst>
              </a:tr>
            </a:tbl>
          </a:graphicData>
        </a:graphic>
      </p:graphicFrame>
    </p:spTree>
    <p:extLst>
      <p:ext uri="{BB962C8B-B14F-4D97-AF65-F5344CB8AC3E}">
        <p14:creationId xmlns:p14="http://schemas.microsoft.com/office/powerpoint/2010/main" val="561919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2</a:t>
            </a:r>
          </a:p>
          <a:p>
            <a:pPr marL="0" indent="0">
              <a:buNone/>
            </a:pPr>
            <a:r>
              <a:rPr lang="es-ES" sz="1600" dirty="0"/>
              <a:t>Identificar todos los criterios que son críticos para el análisis y definirlos. Los criterios se pueden identificar de libros, artículos científicos, tesis u otros relacionados.</a:t>
            </a:r>
          </a:p>
          <a:p>
            <a:pPr marL="0" indent="0">
              <a:buNone/>
            </a:pPr>
            <a:r>
              <a:rPr lang="es-ES" sz="2000" b="1" dirty="0">
                <a:highlight>
                  <a:srgbClr val="00FFFF"/>
                </a:highlight>
              </a:rPr>
              <a:t>COMPARATIVA DE PROVEEDORES DE PLATAFORMAS DE SERVICIOS CLOUD </a:t>
            </a:r>
          </a:p>
          <a:p>
            <a:pPr marL="0" indent="0">
              <a:buNone/>
            </a:pPr>
            <a:r>
              <a:rPr lang="es-ES" sz="1600" dirty="0"/>
              <a:t>2. Criterios de evaluación </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838200" y="3386137"/>
          <a:ext cx="10515600" cy="2743200"/>
        </p:xfrm>
        <a:graphic>
          <a:graphicData uri="http://schemas.openxmlformats.org/drawingml/2006/table">
            <a:tbl>
              <a:tblPr firstRow="1" bandRow="1">
                <a:tableStyleId>{7DF18680-E054-41AD-8BC1-D1AEF772440D}</a:tableStyleId>
              </a:tblPr>
              <a:tblGrid>
                <a:gridCol w="2314254">
                  <a:extLst>
                    <a:ext uri="{9D8B030D-6E8A-4147-A177-3AD203B41FA5}">
                      <a16:colId xmlns:a16="http://schemas.microsoft.com/office/drawing/2014/main" val="3555183718"/>
                    </a:ext>
                  </a:extLst>
                </a:gridCol>
                <a:gridCol w="1891986">
                  <a:extLst>
                    <a:ext uri="{9D8B030D-6E8A-4147-A177-3AD203B41FA5}">
                      <a16:colId xmlns:a16="http://schemas.microsoft.com/office/drawing/2014/main" val="4176772316"/>
                    </a:ext>
                  </a:extLst>
                </a:gridCol>
                <a:gridCol w="2577666">
                  <a:extLst>
                    <a:ext uri="{9D8B030D-6E8A-4147-A177-3AD203B41FA5}">
                      <a16:colId xmlns:a16="http://schemas.microsoft.com/office/drawing/2014/main" val="2628269919"/>
                    </a:ext>
                  </a:extLst>
                </a:gridCol>
                <a:gridCol w="1628574">
                  <a:extLst>
                    <a:ext uri="{9D8B030D-6E8A-4147-A177-3AD203B41FA5}">
                      <a16:colId xmlns:a16="http://schemas.microsoft.com/office/drawing/2014/main" val="970170683"/>
                    </a:ext>
                  </a:extLst>
                </a:gridCol>
                <a:gridCol w="2103120">
                  <a:extLst>
                    <a:ext uri="{9D8B030D-6E8A-4147-A177-3AD203B41FA5}">
                      <a16:colId xmlns:a16="http://schemas.microsoft.com/office/drawing/2014/main" val="3808521919"/>
                    </a:ext>
                  </a:extLst>
                </a:gridCol>
              </a:tblGrid>
              <a:tr h="370840">
                <a:tc>
                  <a:txBody>
                    <a:bodyPr/>
                    <a:lstStyle/>
                    <a:p>
                      <a:pPr algn="ctr"/>
                      <a:r>
                        <a:rPr lang="es-ES" sz="1400" dirty="0"/>
                        <a:t>PRECIO</a:t>
                      </a:r>
                      <a:endParaRPr lang="es-PE" sz="1400" dirty="0"/>
                    </a:p>
                  </a:txBody>
                  <a:tcPr/>
                </a:tc>
                <a:tc>
                  <a:txBody>
                    <a:bodyPr/>
                    <a:lstStyle/>
                    <a:p>
                      <a:pPr algn="ctr"/>
                      <a:r>
                        <a:rPr lang="es-ES" sz="1400" dirty="0"/>
                        <a:t>MODELO</a:t>
                      </a:r>
                      <a:endParaRPr lang="es-PE" sz="1400" dirty="0"/>
                    </a:p>
                  </a:txBody>
                  <a:tcPr/>
                </a:tc>
                <a:tc>
                  <a:txBody>
                    <a:bodyPr/>
                    <a:lstStyle/>
                    <a:p>
                      <a:pPr algn="ctr"/>
                      <a:r>
                        <a:rPr lang="es-ES" sz="1400" dirty="0"/>
                        <a:t>INTEGRACIÓN CON MICROSERVICIOS</a:t>
                      </a:r>
                      <a:endParaRPr lang="es-PE" sz="1400" dirty="0"/>
                    </a:p>
                  </a:txBody>
                  <a:tcPr/>
                </a:tc>
                <a:tc>
                  <a:txBody>
                    <a:bodyPr/>
                    <a:lstStyle/>
                    <a:p>
                      <a:pPr algn="ctr"/>
                      <a:r>
                        <a:rPr lang="es-ES" sz="1400" dirty="0"/>
                        <a:t>INFRA.</a:t>
                      </a:r>
                      <a:endParaRPr lang="es-PE" sz="1400" dirty="0"/>
                    </a:p>
                  </a:txBody>
                  <a:tcPr/>
                </a:tc>
                <a:tc>
                  <a:txBody>
                    <a:bodyPr/>
                    <a:lstStyle/>
                    <a:p>
                      <a:pPr algn="ctr"/>
                      <a:r>
                        <a:rPr lang="es-ES" sz="1400" dirty="0"/>
                        <a:t>BACKUP</a:t>
                      </a:r>
                      <a:endParaRPr lang="es-PE" sz="1400" dirty="0"/>
                    </a:p>
                  </a:txBody>
                  <a:tcPr/>
                </a:tc>
                <a:extLst>
                  <a:ext uri="{0D108BD9-81ED-4DB2-BD59-A6C34878D82A}">
                    <a16:rowId xmlns:a16="http://schemas.microsoft.com/office/drawing/2014/main" val="2129733952"/>
                  </a:ext>
                </a:extLst>
              </a:tr>
              <a:tr h="370840">
                <a:tc>
                  <a:txBody>
                    <a:bodyPr/>
                    <a:lstStyle/>
                    <a:p>
                      <a:r>
                        <a:rPr lang="es-PE" sz="1400" kern="1200" dirty="0">
                          <a:solidFill>
                            <a:schemeClr val="dk1"/>
                          </a:solidFill>
                          <a:effectLst/>
                          <a:latin typeface="+mn-lt"/>
                          <a:ea typeface="+mn-ea"/>
                          <a:cs typeface="+mn-cs"/>
                        </a:rPr>
                        <a:t>Se refiere al precio por el uso por hora utilizando un determinado servidor y tipo de servicio para cada una de las plataformas Cloud.</a:t>
                      </a:r>
                      <a:endParaRPr lang="es-PE" sz="11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Tipo de modelo de precio a utilizar por el servicio en cada plataforma Cloud</a:t>
                      </a:r>
                      <a:endParaRPr lang="es-PE" sz="105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Consiste en la capacidad que la plataforma brinde servicios gestionados para desplegar y orquestar aplicaciones basadas en microservicios</a:t>
                      </a:r>
                      <a:endParaRPr lang="es-PE" sz="11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Capacidad que permite procesar datos de manera local, a la vez que mantiene sus lagos de datos y capacitación de aprendizaje automático en una región</a:t>
                      </a:r>
                      <a:endParaRPr lang="es-PE" sz="11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Capacidad de proporcionar una solución </a:t>
                      </a:r>
                      <a:r>
                        <a:rPr lang="es-PE" sz="1400" i="1" kern="1200" dirty="0">
                          <a:solidFill>
                            <a:schemeClr val="dk1"/>
                          </a:solidFill>
                          <a:effectLst/>
                          <a:latin typeface="+mn-lt"/>
                          <a:ea typeface="+mn-ea"/>
                          <a:cs typeface="+mn-cs"/>
                        </a:rPr>
                        <a:t>backup</a:t>
                      </a:r>
                      <a:r>
                        <a:rPr lang="es-PE" sz="1400" kern="1200" dirty="0">
                          <a:solidFill>
                            <a:schemeClr val="dk1"/>
                          </a:solidFill>
                          <a:effectLst/>
                          <a:latin typeface="+mn-lt"/>
                          <a:ea typeface="+mn-ea"/>
                          <a:cs typeface="+mn-cs"/>
                        </a:rPr>
                        <a:t> escalable, efectiva y segura en base a las necesidades de almacenamiento.</a:t>
                      </a:r>
                      <a:endParaRPr lang="es-PE" sz="11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bl>
          </a:graphicData>
        </a:graphic>
      </p:graphicFrame>
    </p:spTree>
    <p:extLst>
      <p:ext uri="{BB962C8B-B14F-4D97-AF65-F5344CB8AC3E}">
        <p14:creationId xmlns:p14="http://schemas.microsoft.com/office/powerpoint/2010/main" val="4738956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3</a:t>
            </a:r>
          </a:p>
          <a:p>
            <a:pPr marL="0" indent="0">
              <a:buNone/>
            </a:pPr>
            <a:r>
              <a:rPr lang="es-ES" sz="1600" dirty="0"/>
              <a:t>Elaborar un cuadro comparativo simple (benchmarking) de la información generado en el paso 1 y 2.</a:t>
            </a:r>
          </a:p>
          <a:p>
            <a:pPr marL="0" indent="0">
              <a:buNone/>
            </a:pPr>
            <a:r>
              <a:rPr lang="es-ES" sz="2000" b="1" dirty="0">
                <a:highlight>
                  <a:srgbClr val="00FFFF"/>
                </a:highlight>
              </a:rPr>
              <a:t>COMPARATIVA DE PROVEEDORES DE PLATAFORMAS DE SERVICIOS CLOUD </a:t>
            </a:r>
          </a:p>
          <a:p>
            <a:pPr marL="0" indent="0">
              <a:buNone/>
            </a:pPr>
            <a:r>
              <a:rPr lang="es-ES" sz="1600" dirty="0"/>
              <a:t>3. Cuadro comparativo de las alternativas con los criterios de evaluación</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838200" y="3048150"/>
          <a:ext cx="10342417" cy="2372360"/>
        </p:xfrm>
        <a:graphic>
          <a:graphicData uri="http://schemas.openxmlformats.org/drawingml/2006/table">
            <a:tbl>
              <a:tblPr firstRow="1" bandRow="1">
                <a:tableStyleId>{7DF18680-E054-41AD-8BC1-D1AEF772440D}</a:tableStyleId>
              </a:tblPr>
              <a:tblGrid>
                <a:gridCol w="2845175">
                  <a:extLst>
                    <a:ext uri="{9D8B030D-6E8A-4147-A177-3AD203B41FA5}">
                      <a16:colId xmlns:a16="http://schemas.microsoft.com/office/drawing/2014/main" val="3555183718"/>
                    </a:ext>
                  </a:extLst>
                </a:gridCol>
                <a:gridCol w="2326034">
                  <a:extLst>
                    <a:ext uri="{9D8B030D-6E8A-4147-A177-3AD203B41FA5}">
                      <a16:colId xmlns:a16="http://schemas.microsoft.com/office/drawing/2014/main" val="4176772316"/>
                    </a:ext>
                  </a:extLst>
                </a:gridCol>
                <a:gridCol w="2585604">
                  <a:extLst>
                    <a:ext uri="{9D8B030D-6E8A-4147-A177-3AD203B41FA5}">
                      <a16:colId xmlns:a16="http://schemas.microsoft.com/office/drawing/2014/main" val="2628269919"/>
                    </a:ext>
                  </a:extLst>
                </a:gridCol>
                <a:gridCol w="2585604">
                  <a:extLst>
                    <a:ext uri="{9D8B030D-6E8A-4147-A177-3AD203B41FA5}">
                      <a16:colId xmlns:a16="http://schemas.microsoft.com/office/drawing/2014/main" val="970170683"/>
                    </a:ext>
                  </a:extLst>
                </a:gridCol>
              </a:tblGrid>
              <a:tr h="370840">
                <a:tc>
                  <a:txBody>
                    <a:bodyPr/>
                    <a:lstStyle/>
                    <a:p>
                      <a:pPr algn="ctr"/>
                      <a:r>
                        <a:rPr lang="es-ES" sz="1400" dirty="0"/>
                        <a:t>CRITERIO</a:t>
                      </a:r>
                      <a:endParaRPr lang="es-PE" sz="1400" dirty="0"/>
                    </a:p>
                  </a:txBody>
                  <a:tcPr/>
                </a:tc>
                <a:tc>
                  <a:txBody>
                    <a:bodyPr/>
                    <a:lstStyle/>
                    <a:p>
                      <a:pPr algn="ctr"/>
                      <a:r>
                        <a:rPr lang="es-ES" sz="1400" dirty="0"/>
                        <a:t>AWS</a:t>
                      </a:r>
                      <a:endParaRPr lang="es-PE" sz="1400" dirty="0"/>
                    </a:p>
                  </a:txBody>
                  <a:tcPr/>
                </a:tc>
                <a:tc>
                  <a:txBody>
                    <a:bodyPr/>
                    <a:lstStyle/>
                    <a:p>
                      <a:pPr algn="ctr"/>
                      <a:r>
                        <a:rPr lang="es-ES" sz="1400" dirty="0"/>
                        <a:t>AZURE</a:t>
                      </a:r>
                      <a:endParaRPr lang="es-PE" sz="1400" dirty="0"/>
                    </a:p>
                  </a:txBody>
                  <a:tcPr/>
                </a:tc>
                <a:tc>
                  <a:txBody>
                    <a:bodyPr/>
                    <a:lstStyle/>
                    <a:p>
                      <a:pPr algn="ctr"/>
                      <a:r>
                        <a:rPr lang="es-ES" sz="1400" dirty="0"/>
                        <a:t>GCP</a:t>
                      </a:r>
                      <a:endParaRPr lang="es-PE" sz="1400" dirty="0"/>
                    </a:p>
                  </a:txBody>
                  <a:tcPr/>
                </a:tc>
                <a:extLst>
                  <a:ext uri="{0D108BD9-81ED-4DB2-BD59-A6C34878D82A}">
                    <a16:rowId xmlns:a16="http://schemas.microsoft.com/office/drawing/2014/main" val="2129733952"/>
                  </a:ext>
                </a:extLst>
              </a:tr>
              <a:tr h="370840">
                <a:tc>
                  <a:txBody>
                    <a:bodyPr/>
                    <a:lstStyle/>
                    <a:p>
                      <a:r>
                        <a:rPr lang="es-PE" sz="1400" kern="1200" dirty="0">
                          <a:solidFill>
                            <a:schemeClr val="tx1"/>
                          </a:solidFill>
                        </a:rPr>
                        <a:t>Precio </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$0.0924 / hora </a:t>
                      </a:r>
                      <a:endParaRPr lang="es-PE" sz="14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$0.0974 / hora</a:t>
                      </a:r>
                      <a:endParaRPr lang="es-PE" sz="14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$0.0137 / hora</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ES" sz="1400" kern="1200" dirty="0">
                          <a:solidFill>
                            <a:schemeClr val="tx1"/>
                          </a:solidFill>
                          <a:latin typeface="+mn-lt"/>
                          <a:ea typeface="+mn-ea"/>
                          <a:cs typeface="+mn-cs"/>
                        </a:rPr>
                        <a:t>Modelo</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Bajo demanda, reservado y en el lugar</a:t>
                      </a:r>
                      <a:endParaRPr lang="es-PE" sz="14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Bajo demanda y a corto plazo</a:t>
                      </a:r>
                      <a:endParaRPr lang="es-PE" sz="1400" kern="1200" dirty="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dk1"/>
                          </a:solidFill>
                          <a:effectLst/>
                          <a:latin typeface="+mn-lt"/>
                          <a:ea typeface="+mn-ea"/>
                          <a:cs typeface="+mn-cs"/>
                        </a:rPr>
                        <a:t>Bajo demanda y de uso sostenido</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rPr>
                        <a:t>Integración con microservicios</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Si, Service </a:t>
                      </a:r>
                      <a:r>
                        <a:rPr lang="es-PE" sz="1400" kern="1200" dirty="0" err="1">
                          <a:solidFill>
                            <a:schemeClr val="dk1"/>
                          </a:solidFill>
                          <a:effectLst/>
                          <a:latin typeface="+mn-lt"/>
                          <a:ea typeface="+mn-ea"/>
                          <a:cs typeface="+mn-cs"/>
                        </a:rPr>
                        <a:t>Fabric</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Si, App </a:t>
                      </a:r>
                      <a:r>
                        <a:rPr lang="es-PE" sz="1400" kern="1200" dirty="0" err="1">
                          <a:solidFill>
                            <a:schemeClr val="dk1"/>
                          </a:solidFill>
                          <a:effectLst/>
                          <a:latin typeface="+mn-lt"/>
                          <a:ea typeface="+mn-ea"/>
                          <a:cs typeface="+mn-cs"/>
                        </a:rPr>
                        <a:t>Engine</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rPr>
                        <a:t>No</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rPr>
                        <a:t>Infraestructura</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Si, AWS Outposts</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rPr>
                        <a:t>No</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Si, GKE On-</a:t>
                      </a:r>
                      <a:r>
                        <a:rPr lang="es-PE" sz="1400" kern="1200" dirty="0" err="1">
                          <a:solidFill>
                            <a:schemeClr val="dk1"/>
                          </a:solidFill>
                          <a:effectLst/>
                          <a:latin typeface="+mn-lt"/>
                          <a:ea typeface="+mn-ea"/>
                          <a:cs typeface="+mn-cs"/>
                        </a:rPr>
                        <a:t>Prem</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rPr>
                        <a:t>Backup</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Sí, Amazon S3 Glacier</a:t>
                      </a:r>
                      <a:endParaRPr lang="es-PE" sz="1400" kern="1200" dirty="0">
                        <a:solidFill>
                          <a:schemeClr val="tx1"/>
                        </a:solidFill>
                        <a:latin typeface="+mn-lt"/>
                        <a:ea typeface="+mn-ea"/>
                        <a:cs typeface="+mn-cs"/>
                      </a:endParaRPr>
                    </a:p>
                  </a:txBody>
                  <a:tcPr/>
                </a:tc>
                <a:tc>
                  <a:txBody>
                    <a:bodyPr/>
                    <a:lstStyle/>
                    <a:p>
                      <a:r>
                        <a:rPr lang="es-PE" sz="1400" kern="1200" dirty="0">
                          <a:solidFill>
                            <a:schemeClr val="dk1"/>
                          </a:solidFill>
                          <a:effectLst/>
                          <a:latin typeface="+mn-lt"/>
                          <a:ea typeface="+mn-ea"/>
                          <a:cs typeface="+mn-cs"/>
                        </a:rPr>
                        <a:t> Si, Azure Backup</a:t>
                      </a:r>
                      <a:endParaRPr lang="es-PE" sz="1400" kern="1200" dirty="0">
                        <a:solidFill>
                          <a:schemeClr val="tx1"/>
                        </a:solidFill>
                        <a:latin typeface="+mn-lt"/>
                        <a:ea typeface="+mn-ea"/>
                        <a:cs typeface="+mn-cs"/>
                      </a:endParaRPr>
                    </a:p>
                  </a:txBody>
                  <a:tcPr/>
                </a:tc>
                <a:tc>
                  <a:txBody>
                    <a:bodyPr/>
                    <a:lstStyle/>
                    <a:p>
                      <a:r>
                        <a:rPr lang="es-ES" sz="1400" kern="1200" dirty="0">
                          <a:solidFill>
                            <a:schemeClr val="tx1"/>
                          </a:solidFill>
                        </a:rPr>
                        <a:t>No</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bl>
          </a:graphicData>
        </a:graphic>
      </p:graphicFrame>
    </p:spTree>
    <p:extLst>
      <p:ext uri="{BB962C8B-B14F-4D97-AF65-F5344CB8AC3E}">
        <p14:creationId xmlns:p14="http://schemas.microsoft.com/office/powerpoint/2010/main" val="2610063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877550" cy="1952625"/>
          </a:xfrm>
        </p:spPr>
        <p:txBody>
          <a:bodyPr>
            <a:normAutofit/>
          </a:bodyPr>
          <a:lstStyle/>
          <a:p>
            <a:pPr marL="0" indent="0">
              <a:buNone/>
            </a:pPr>
            <a:r>
              <a:rPr lang="es-ES" sz="1600" b="1" u="sng" dirty="0"/>
              <a:t>PASO 4</a:t>
            </a:r>
          </a:p>
          <a:p>
            <a:pPr marL="0" indent="0">
              <a:buNone/>
            </a:pPr>
            <a:r>
              <a:rPr lang="es-ES" sz="1600" dirty="0"/>
              <a:t>Elaborar una matriz de enfrentamiento entre los criterios para determinar la distribución porcentual o el peso para cada criterio.</a:t>
            </a:r>
          </a:p>
          <a:p>
            <a:pPr marL="0" indent="0">
              <a:buNone/>
            </a:pPr>
            <a:r>
              <a:rPr lang="es-ES" sz="2000" b="1" dirty="0">
                <a:highlight>
                  <a:srgbClr val="00FFFF"/>
                </a:highlight>
              </a:rPr>
              <a:t>COMPARATIVA DE PROVEEDORES DE PLATAFORMAS DE SERVICIOS CLOUD </a:t>
            </a:r>
          </a:p>
          <a:p>
            <a:pPr marL="0" indent="0">
              <a:buNone/>
            </a:pPr>
            <a:r>
              <a:rPr lang="es-ES" sz="1600" dirty="0"/>
              <a:t>4. Matriz de enfrentamiento de criterios, en donde si existe relación entre dos criterios, se asigna el valor 1, para luego sumarlos y generar la distribución porcentual y su priorización. Caso contrario se asigna el valor 0.</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2385670" y="3429000"/>
          <a:ext cx="6886990" cy="2225040"/>
        </p:xfrm>
        <a:graphic>
          <a:graphicData uri="http://schemas.openxmlformats.org/drawingml/2006/table">
            <a:tbl>
              <a:tblPr firstRow="1" bandRow="1">
                <a:tableStyleId>{7DF18680-E054-41AD-8BC1-D1AEF772440D}</a:tableStyleId>
              </a:tblPr>
              <a:tblGrid>
                <a:gridCol w="2600897">
                  <a:extLst>
                    <a:ext uri="{9D8B030D-6E8A-4147-A177-3AD203B41FA5}">
                      <a16:colId xmlns:a16="http://schemas.microsoft.com/office/drawing/2014/main" val="3555183718"/>
                    </a:ext>
                  </a:extLst>
                </a:gridCol>
                <a:gridCol w="392539">
                  <a:extLst>
                    <a:ext uri="{9D8B030D-6E8A-4147-A177-3AD203B41FA5}">
                      <a16:colId xmlns:a16="http://schemas.microsoft.com/office/drawing/2014/main" val="4176772316"/>
                    </a:ext>
                  </a:extLst>
                </a:gridCol>
                <a:gridCol w="383111">
                  <a:extLst>
                    <a:ext uri="{9D8B030D-6E8A-4147-A177-3AD203B41FA5}">
                      <a16:colId xmlns:a16="http://schemas.microsoft.com/office/drawing/2014/main" val="2628269919"/>
                    </a:ext>
                  </a:extLst>
                </a:gridCol>
                <a:gridCol w="375570">
                  <a:extLst>
                    <a:ext uri="{9D8B030D-6E8A-4147-A177-3AD203B41FA5}">
                      <a16:colId xmlns:a16="http://schemas.microsoft.com/office/drawing/2014/main" val="970170683"/>
                    </a:ext>
                  </a:extLst>
                </a:gridCol>
                <a:gridCol w="398195">
                  <a:extLst>
                    <a:ext uri="{9D8B030D-6E8A-4147-A177-3AD203B41FA5}">
                      <a16:colId xmlns:a16="http://schemas.microsoft.com/office/drawing/2014/main" val="1524693810"/>
                    </a:ext>
                  </a:extLst>
                </a:gridCol>
                <a:gridCol w="368028">
                  <a:extLst>
                    <a:ext uri="{9D8B030D-6E8A-4147-A177-3AD203B41FA5}">
                      <a16:colId xmlns:a16="http://schemas.microsoft.com/office/drawing/2014/main" val="3663802021"/>
                    </a:ext>
                  </a:extLst>
                </a:gridCol>
                <a:gridCol w="1003857">
                  <a:extLst>
                    <a:ext uri="{9D8B030D-6E8A-4147-A177-3AD203B41FA5}">
                      <a16:colId xmlns:a16="http://schemas.microsoft.com/office/drawing/2014/main" val="2609792278"/>
                    </a:ext>
                  </a:extLst>
                </a:gridCol>
                <a:gridCol w="1364793">
                  <a:extLst>
                    <a:ext uri="{9D8B030D-6E8A-4147-A177-3AD203B41FA5}">
                      <a16:colId xmlns:a16="http://schemas.microsoft.com/office/drawing/2014/main" val="1841671926"/>
                    </a:ext>
                  </a:extLst>
                </a:gridCol>
              </a:tblGrid>
              <a:tr h="370840">
                <a:tc>
                  <a:txBody>
                    <a:bodyPr/>
                    <a:lstStyle/>
                    <a:p>
                      <a:pPr algn="ctr"/>
                      <a:r>
                        <a:rPr lang="es-ES" sz="1400" dirty="0"/>
                        <a:t>CRITERIO</a:t>
                      </a:r>
                      <a:endParaRPr lang="es-PE" sz="1400" dirty="0"/>
                    </a:p>
                  </a:txBody>
                  <a:tcPr/>
                </a:tc>
                <a:tc>
                  <a:txBody>
                    <a:bodyPr/>
                    <a:lstStyle/>
                    <a:p>
                      <a:pPr algn="ctr"/>
                      <a:r>
                        <a:rPr lang="es-ES" sz="1400" dirty="0"/>
                        <a:t>A</a:t>
                      </a:r>
                      <a:endParaRPr lang="es-PE" sz="1400" dirty="0"/>
                    </a:p>
                  </a:txBody>
                  <a:tcPr/>
                </a:tc>
                <a:tc>
                  <a:txBody>
                    <a:bodyPr/>
                    <a:lstStyle/>
                    <a:p>
                      <a:pPr algn="ctr"/>
                      <a:r>
                        <a:rPr lang="es-ES" sz="1400" dirty="0"/>
                        <a:t>B</a:t>
                      </a:r>
                      <a:endParaRPr lang="es-PE" sz="1400" dirty="0"/>
                    </a:p>
                  </a:txBody>
                  <a:tcPr/>
                </a:tc>
                <a:tc>
                  <a:txBody>
                    <a:bodyPr/>
                    <a:lstStyle/>
                    <a:p>
                      <a:pPr algn="ctr"/>
                      <a:r>
                        <a:rPr lang="es-ES" sz="1400" dirty="0"/>
                        <a:t>C</a:t>
                      </a:r>
                      <a:endParaRPr lang="es-PE" sz="1400" dirty="0"/>
                    </a:p>
                  </a:txBody>
                  <a:tcPr/>
                </a:tc>
                <a:tc>
                  <a:txBody>
                    <a:bodyPr/>
                    <a:lstStyle/>
                    <a:p>
                      <a:pPr algn="ctr"/>
                      <a:r>
                        <a:rPr lang="es-ES" sz="1400" dirty="0"/>
                        <a:t>D</a:t>
                      </a:r>
                      <a:endParaRPr lang="es-PE" sz="1400" dirty="0"/>
                    </a:p>
                  </a:txBody>
                  <a:tcPr/>
                </a:tc>
                <a:tc>
                  <a:txBody>
                    <a:bodyPr/>
                    <a:lstStyle/>
                    <a:p>
                      <a:pPr algn="ctr"/>
                      <a:r>
                        <a:rPr lang="es-ES" sz="1400" dirty="0"/>
                        <a:t>E</a:t>
                      </a:r>
                      <a:endParaRPr lang="es-PE" sz="1400" dirty="0"/>
                    </a:p>
                  </a:txBody>
                  <a:tcPr/>
                </a:tc>
                <a:tc>
                  <a:txBody>
                    <a:bodyPr/>
                    <a:lstStyle/>
                    <a:p>
                      <a:pPr algn="ctr"/>
                      <a:r>
                        <a:rPr lang="es-ES" sz="1400" dirty="0"/>
                        <a:t>CONTEO</a:t>
                      </a:r>
                      <a:endParaRPr lang="es-PE" sz="1400" dirty="0"/>
                    </a:p>
                  </a:txBody>
                  <a:tcPr/>
                </a:tc>
                <a:tc>
                  <a:txBody>
                    <a:bodyPr/>
                    <a:lstStyle/>
                    <a:p>
                      <a:pPr algn="ctr"/>
                      <a:r>
                        <a:rPr lang="es-ES" sz="1400" dirty="0"/>
                        <a:t>PONDERACIÓN</a:t>
                      </a:r>
                      <a:endParaRPr lang="es-PE" sz="1400" dirty="0"/>
                    </a:p>
                  </a:txBody>
                  <a:tcPr/>
                </a:tc>
                <a:extLst>
                  <a:ext uri="{0D108BD9-81ED-4DB2-BD59-A6C34878D82A}">
                    <a16:rowId xmlns:a16="http://schemas.microsoft.com/office/drawing/2014/main" val="2129733952"/>
                  </a:ext>
                </a:extLst>
              </a:tr>
              <a:tr h="370840">
                <a:tc>
                  <a:txBody>
                    <a:bodyPr/>
                    <a:lstStyle/>
                    <a:p>
                      <a:r>
                        <a:rPr lang="es-PE" sz="1400" kern="1200" dirty="0">
                          <a:solidFill>
                            <a:schemeClr val="tx1"/>
                          </a:solidFill>
                        </a:rPr>
                        <a:t>A - Precio</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a:t>
                      </a:r>
                      <a:endParaRPr lang="es-PE" sz="1400" kern="1200" dirty="0">
                        <a:solidFill>
                          <a:schemeClr val="tx1"/>
                        </a:solidFill>
                        <a:latin typeface="+mn-lt"/>
                        <a:ea typeface="+mn-ea"/>
                        <a:cs typeface="+mn-cs"/>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25%</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rPr>
                        <a:t>B – </a:t>
                      </a:r>
                      <a:r>
                        <a:rPr lang="es-ES" sz="1400" kern="1200" dirty="0">
                          <a:solidFill>
                            <a:schemeClr val="tx1"/>
                          </a:solidFill>
                          <a:latin typeface="+mn-lt"/>
                          <a:ea typeface="+mn-ea"/>
                          <a:cs typeface="+mn-cs"/>
                        </a:rPr>
                        <a:t>Modelo</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400" kern="1200" dirty="0">
                        <a:solidFill>
                          <a:schemeClr val="tx1"/>
                        </a:solidFill>
                        <a:latin typeface="+mn-lt"/>
                        <a:ea typeface="+mn-ea"/>
                        <a:cs typeface="+mn-cs"/>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33.33%</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PE" sz="1400" kern="1200" dirty="0">
                          <a:solidFill>
                            <a:schemeClr val="tx1"/>
                          </a:solidFill>
                        </a:rPr>
                        <a:t>C - Integración con microservicios</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8.33%</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rPr>
                        <a:t>D - Infraestructura</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0</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16.67%</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rPr>
                        <a:t>E - Backup</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0</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solidFill>
                      <a:schemeClr val="tx1"/>
                    </a:solidFill>
                  </a:tcPr>
                </a:tc>
                <a:tc>
                  <a:txBody>
                    <a:bodyPr/>
                    <a:lstStyle/>
                    <a:p>
                      <a:pPr algn="ctr"/>
                      <a:r>
                        <a:rPr lang="es-ES" sz="1400" kern="1200" dirty="0">
                          <a:solidFill>
                            <a:schemeClr val="tx1"/>
                          </a:solidFill>
                          <a:latin typeface="+mn-lt"/>
                          <a:ea typeface="+mn-ea"/>
                          <a:cs typeface="+mn-cs"/>
                        </a:rPr>
                        <a:t>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16.67%</a:t>
                      </a: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bl>
          </a:graphicData>
        </a:graphic>
      </p:graphicFrame>
    </p:spTree>
    <p:extLst>
      <p:ext uri="{BB962C8B-B14F-4D97-AF65-F5344CB8AC3E}">
        <p14:creationId xmlns:p14="http://schemas.microsoft.com/office/powerpoint/2010/main" val="3994027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321724"/>
            <a:ext cx="10877550" cy="1952625"/>
          </a:xfrm>
        </p:spPr>
        <p:txBody>
          <a:bodyPr>
            <a:normAutofit/>
          </a:bodyPr>
          <a:lstStyle/>
          <a:p>
            <a:pPr marL="0" indent="0">
              <a:buNone/>
            </a:pPr>
            <a:r>
              <a:rPr lang="es-ES" sz="1600" b="1" u="sng" dirty="0"/>
              <a:t>PASO 5</a:t>
            </a:r>
          </a:p>
          <a:p>
            <a:pPr marL="0" indent="0">
              <a:buNone/>
            </a:pPr>
            <a:r>
              <a:rPr lang="es-ES" sz="1600" dirty="0"/>
              <a:t>Se realiza el análisis de las alternativas u opciones con los respectivos criterios, evaluando cada uno según la ponderación obtenida del paso 4. Para esto, se define los puntajes para la evaluación, siendo los que se indica en la leyenda.</a:t>
            </a:r>
          </a:p>
          <a:p>
            <a:pPr marL="0" indent="0">
              <a:buNone/>
            </a:pPr>
            <a:r>
              <a:rPr lang="es-ES" sz="2000" b="1" dirty="0">
                <a:highlight>
                  <a:srgbClr val="00FFFF"/>
                </a:highlight>
              </a:rPr>
              <a:t>COMPARATIVA DE PROVEEDORES DE PLATAFORMAS DE SERVICIOS CLOUD </a:t>
            </a:r>
          </a:p>
          <a:p>
            <a:pPr marL="0" indent="0">
              <a:buNone/>
            </a:pPr>
            <a:r>
              <a:rPr lang="es-ES" sz="1600" dirty="0"/>
              <a:t>5. Análisis y evaluación de las alternativas, según los criterios definidos en los pasos anteriores.</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1064844" y="3056890"/>
          <a:ext cx="10136352" cy="2966720"/>
        </p:xfrm>
        <a:graphic>
          <a:graphicData uri="http://schemas.openxmlformats.org/drawingml/2006/table">
            <a:tbl>
              <a:tblPr firstRow="1" bandRow="1">
                <a:tableStyleId>{7DF18680-E054-41AD-8BC1-D1AEF772440D}</a:tableStyleId>
              </a:tblPr>
              <a:tblGrid>
                <a:gridCol w="2674938">
                  <a:extLst>
                    <a:ext uri="{9D8B030D-6E8A-4147-A177-3AD203B41FA5}">
                      <a16:colId xmlns:a16="http://schemas.microsoft.com/office/drawing/2014/main" val="3555183718"/>
                    </a:ext>
                  </a:extLst>
                </a:gridCol>
                <a:gridCol w="912558">
                  <a:extLst>
                    <a:ext uri="{9D8B030D-6E8A-4147-A177-3AD203B41FA5}">
                      <a16:colId xmlns:a16="http://schemas.microsoft.com/office/drawing/2014/main" val="4176772316"/>
                    </a:ext>
                  </a:extLst>
                </a:gridCol>
                <a:gridCol w="775970">
                  <a:extLst>
                    <a:ext uri="{9D8B030D-6E8A-4147-A177-3AD203B41FA5}">
                      <a16:colId xmlns:a16="http://schemas.microsoft.com/office/drawing/2014/main" val="2628269919"/>
                    </a:ext>
                  </a:extLst>
                </a:gridCol>
                <a:gridCol w="926148">
                  <a:extLst>
                    <a:ext uri="{9D8B030D-6E8A-4147-A177-3AD203B41FA5}">
                      <a16:colId xmlns:a16="http://schemas.microsoft.com/office/drawing/2014/main" val="970170683"/>
                    </a:ext>
                  </a:extLst>
                </a:gridCol>
                <a:gridCol w="775970">
                  <a:extLst>
                    <a:ext uri="{9D8B030D-6E8A-4147-A177-3AD203B41FA5}">
                      <a16:colId xmlns:a16="http://schemas.microsoft.com/office/drawing/2014/main" val="1524693810"/>
                    </a:ext>
                  </a:extLst>
                </a:gridCol>
                <a:gridCol w="926148">
                  <a:extLst>
                    <a:ext uri="{9D8B030D-6E8A-4147-A177-3AD203B41FA5}">
                      <a16:colId xmlns:a16="http://schemas.microsoft.com/office/drawing/2014/main" val="3663802021"/>
                    </a:ext>
                  </a:extLst>
                </a:gridCol>
                <a:gridCol w="775970">
                  <a:extLst>
                    <a:ext uri="{9D8B030D-6E8A-4147-A177-3AD203B41FA5}">
                      <a16:colId xmlns:a16="http://schemas.microsoft.com/office/drawing/2014/main" val="3763677610"/>
                    </a:ext>
                  </a:extLst>
                </a:gridCol>
                <a:gridCol w="1003857">
                  <a:extLst>
                    <a:ext uri="{9D8B030D-6E8A-4147-A177-3AD203B41FA5}">
                      <a16:colId xmlns:a16="http://schemas.microsoft.com/office/drawing/2014/main" val="2609792278"/>
                    </a:ext>
                  </a:extLst>
                </a:gridCol>
                <a:gridCol w="1364793">
                  <a:extLst>
                    <a:ext uri="{9D8B030D-6E8A-4147-A177-3AD203B41FA5}">
                      <a16:colId xmlns:a16="http://schemas.microsoft.com/office/drawing/2014/main" val="1841671926"/>
                    </a:ext>
                  </a:extLst>
                </a:gridCol>
              </a:tblGrid>
              <a:tr h="370840">
                <a:tc rowSpan="2">
                  <a:txBody>
                    <a:bodyPr/>
                    <a:lstStyle/>
                    <a:p>
                      <a:pPr algn="ctr"/>
                      <a:r>
                        <a:rPr lang="es-ES" sz="1400" dirty="0"/>
                        <a:t>CRITERIO</a:t>
                      </a:r>
                      <a:endParaRPr lang="es-PE" sz="1400" dirty="0"/>
                    </a:p>
                  </a:txBody>
                  <a:tcPr anchor="ctr"/>
                </a:tc>
                <a:tc rowSpan="2">
                  <a:txBody>
                    <a:bodyPr/>
                    <a:lstStyle/>
                    <a:p>
                      <a:pPr algn="ctr"/>
                      <a:r>
                        <a:rPr lang="es-ES" sz="1400" dirty="0"/>
                        <a:t>IMPACTO</a:t>
                      </a:r>
                      <a:endParaRPr lang="es-PE" sz="1400" dirty="0"/>
                    </a:p>
                  </a:txBody>
                  <a:tcPr anchor="ctr"/>
                </a:tc>
                <a:tc gridSpan="2">
                  <a:txBody>
                    <a:bodyPr/>
                    <a:lstStyle/>
                    <a:p>
                      <a:pPr algn="ctr"/>
                      <a:r>
                        <a:rPr lang="es-ES" sz="1400" dirty="0">
                          <a:solidFill>
                            <a:schemeClr val="tx1"/>
                          </a:solidFill>
                          <a:highlight>
                            <a:srgbClr val="FFFF00"/>
                          </a:highlight>
                        </a:rPr>
                        <a:t>AWS</a:t>
                      </a:r>
                      <a:endParaRPr lang="es-PE" sz="1400" dirty="0">
                        <a:solidFill>
                          <a:schemeClr val="tx1"/>
                        </a:solidFill>
                        <a:highlight>
                          <a:srgbClr val="FFFF00"/>
                        </a:highlight>
                      </a:endParaRPr>
                    </a:p>
                  </a:txBody>
                  <a:tcPr/>
                </a:tc>
                <a:tc hMerge="1">
                  <a:txBody>
                    <a:bodyPr/>
                    <a:lstStyle/>
                    <a:p>
                      <a:pPr algn="ctr"/>
                      <a:r>
                        <a:rPr lang="es-ES" sz="1400" dirty="0"/>
                        <a:t>C</a:t>
                      </a:r>
                      <a:endParaRPr lang="es-PE" sz="1400" dirty="0"/>
                    </a:p>
                  </a:txBody>
                  <a:tcPr>
                    <a:solidFill>
                      <a:schemeClr val="accent6">
                        <a:lumMod val="60000"/>
                        <a:lumOff val="40000"/>
                      </a:schemeClr>
                    </a:solidFill>
                  </a:tcPr>
                </a:tc>
                <a:tc gridSpan="2">
                  <a:txBody>
                    <a:bodyPr/>
                    <a:lstStyle/>
                    <a:p>
                      <a:pPr algn="ctr"/>
                      <a:r>
                        <a:rPr lang="es-ES" sz="1400" dirty="0">
                          <a:solidFill>
                            <a:schemeClr val="bg1"/>
                          </a:solidFill>
                        </a:rPr>
                        <a:t>AZURE</a:t>
                      </a:r>
                      <a:endParaRPr lang="es-PE" sz="1400" dirty="0">
                        <a:solidFill>
                          <a:schemeClr val="bg1"/>
                        </a:solidFill>
                      </a:endParaRPr>
                    </a:p>
                  </a:txBody>
                  <a:tcPr/>
                </a:tc>
                <a:tc hMerge="1">
                  <a:txBody>
                    <a:bodyPr/>
                    <a:lstStyle/>
                    <a:p>
                      <a:pPr algn="ctr"/>
                      <a:r>
                        <a:rPr lang="es-ES" sz="1400" dirty="0"/>
                        <a:t>E</a:t>
                      </a:r>
                      <a:endParaRPr lang="es-PE" sz="1400" dirty="0"/>
                    </a:p>
                  </a:txBody>
                  <a:tcPr>
                    <a:solidFill>
                      <a:schemeClr val="accent6">
                        <a:lumMod val="60000"/>
                        <a:lumOff val="40000"/>
                      </a:schemeClr>
                    </a:solidFill>
                  </a:tcPr>
                </a:tc>
                <a:tc gridSpan="2">
                  <a:txBody>
                    <a:bodyPr/>
                    <a:lstStyle/>
                    <a:p>
                      <a:pPr algn="ctr"/>
                      <a:r>
                        <a:rPr lang="es-ES" sz="1400" dirty="0"/>
                        <a:t>GCP</a:t>
                      </a:r>
                      <a:endParaRPr lang="es-PE" sz="1400" dirty="0"/>
                    </a:p>
                  </a:txBody>
                  <a:tcPr/>
                </a:tc>
                <a:tc hMerge="1">
                  <a:txBody>
                    <a:bodyPr/>
                    <a:lstStyle/>
                    <a:p>
                      <a:pPr algn="ctr"/>
                      <a:r>
                        <a:rPr lang="es-ES" sz="1400" dirty="0"/>
                        <a:t>CONTEO</a:t>
                      </a:r>
                      <a:endParaRPr lang="es-PE" sz="1400" dirty="0"/>
                    </a:p>
                  </a:txBody>
                  <a:tcPr>
                    <a:solidFill>
                      <a:schemeClr val="accent6">
                        <a:lumMod val="60000"/>
                        <a:lumOff val="40000"/>
                      </a:schemeClr>
                    </a:solidFill>
                  </a:tcPr>
                </a:tc>
                <a:tc>
                  <a:txBody>
                    <a:bodyPr/>
                    <a:lstStyle/>
                    <a:p>
                      <a:pPr algn="ctr"/>
                      <a:r>
                        <a:rPr lang="es-ES" sz="1400" dirty="0"/>
                        <a:t>PONDERACIÓN</a:t>
                      </a:r>
                      <a:endParaRPr lang="es-PE" sz="1400" dirty="0"/>
                    </a:p>
                  </a:txBody>
                  <a:tcPr/>
                </a:tc>
                <a:extLst>
                  <a:ext uri="{0D108BD9-81ED-4DB2-BD59-A6C34878D82A}">
                    <a16:rowId xmlns:a16="http://schemas.microsoft.com/office/drawing/2014/main" val="2129733952"/>
                  </a:ext>
                </a:extLst>
              </a:tr>
              <a:tr h="370840">
                <a:tc vMerge="1">
                  <a:txBody>
                    <a:bodyPr/>
                    <a:lstStyle/>
                    <a:p>
                      <a:pPr algn="ctr"/>
                      <a:endParaRPr lang="es-PE" sz="1400" dirty="0"/>
                    </a:p>
                  </a:txBody>
                  <a:tcPr>
                    <a:solidFill>
                      <a:schemeClr val="accent6">
                        <a:lumMod val="75000"/>
                      </a:schemeClr>
                    </a:solidFill>
                  </a:tcPr>
                </a:tc>
                <a:tc vMerge="1">
                  <a:txBody>
                    <a:bodyPr/>
                    <a:lstStyle/>
                    <a:p>
                      <a:pPr algn="ctr"/>
                      <a:endParaRPr lang="es-PE" sz="1400" dirty="0"/>
                    </a:p>
                  </a:txBody>
                  <a:tcPr>
                    <a:solidFill>
                      <a:schemeClr val="accent6">
                        <a:lumMod val="75000"/>
                      </a:schemeClr>
                    </a:solidFill>
                  </a:tcPr>
                </a:tc>
                <a:tc>
                  <a:txBody>
                    <a:bodyPr/>
                    <a:lstStyle/>
                    <a:p>
                      <a:pPr algn="ctr"/>
                      <a:r>
                        <a:rPr lang="es-ES" sz="1400" dirty="0"/>
                        <a:t>Puntaje</a:t>
                      </a:r>
                      <a:endParaRPr lang="es-PE" sz="1400" dirty="0"/>
                    </a:p>
                  </a:txBody>
                  <a:tcPr/>
                </a:tc>
                <a:tc>
                  <a:txBody>
                    <a:bodyPr/>
                    <a:lstStyle/>
                    <a:p>
                      <a:pPr algn="ctr"/>
                      <a:r>
                        <a:rPr lang="es-ES" sz="1400" dirty="0"/>
                        <a:t>Promedio</a:t>
                      </a:r>
                      <a:endParaRPr lang="es-PE" sz="1400" dirty="0"/>
                    </a:p>
                  </a:txBody>
                  <a:tcPr/>
                </a:tc>
                <a:tc>
                  <a:txBody>
                    <a:bodyPr/>
                    <a:lstStyle/>
                    <a:p>
                      <a:pPr algn="ctr"/>
                      <a:r>
                        <a:rPr lang="es-ES" sz="1400" dirty="0"/>
                        <a:t>Puntaje</a:t>
                      </a:r>
                      <a:endParaRPr lang="es-PE" sz="1400" dirty="0"/>
                    </a:p>
                  </a:txBody>
                  <a:tcPr/>
                </a:tc>
                <a:tc>
                  <a:txBody>
                    <a:bodyPr/>
                    <a:lstStyle/>
                    <a:p>
                      <a:pPr algn="ctr"/>
                      <a:r>
                        <a:rPr lang="es-ES" sz="1400" dirty="0"/>
                        <a:t>Promedio</a:t>
                      </a:r>
                      <a:endParaRPr lang="es-PE" sz="1400" dirty="0"/>
                    </a:p>
                  </a:txBody>
                  <a:tcPr/>
                </a:tc>
                <a:tc>
                  <a:txBody>
                    <a:bodyPr/>
                    <a:lstStyle/>
                    <a:p>
                      <a:pPr algn="ctr"/>
                      <a:r>
                        <a:rPr lang="es-ES" sz="1400" dirty="0"/>
                        <a:t>Puntaje</a:t>
                      </a:r>
                      <a:endParaRPr lang="es-PE" sz="1400" dirty="0"/>
                    </a:p>
                  </a:txBody>
                  <a:tcPr/>
                </a:tc>
                <a:tc>
                  <a:txBody>
                    <a:bodyPr/>
                    <a:lstStyle/>
                    <a:p>
                      <a:pPr algn="ctr"/>
                      <a:r>
                        <a:rPr lang="es-ES" sz="1400" dirty="0"/>
                        <a:t>Promedio</a:t>
                      </a:r>
                      <a:endParaRPr lang="es-PE" sz="1400" dirty="0"/>
                    </a:p>
                  </a:txBody>
                  <a:tcPr/>
                </a:tc>
                <a:tc>
                  <a:txBody>
                    <a:bodyPr/>
                    <a:lstStyle/>
                    <a:p>
                      <a:pPr algn="ctr"/>
                      <a:endParaRPr lang="es-PE" sz="1400" dirty="0"/>
                    </a:p>
                  </a:txBody>
                  <a:tcPr/>
                </a:tc>
                <a:extLst>
                  <a:ext uri="{0D108BD9-81ED-4DB2-BD59-A6C34878D82A}">
                    <a16:rowId xmlns:a16="http://schemas.microsoft.com/office/drawing/2014/main" val="1011830215"/>
                  </a:ext>
                </a:extLst>
              </a:tr>
              <a:tr h="370840">
                <a:tc>
                  <a:txBody>
                    <a:bodyPr/>
                    <a:lstStyle/>
                    <a:p>
                      <a:r>
                        <a:rPr lang="es-PE" sz="1400" kern="1200" dirty="0">
                          <a:solidFill>
                            <a:schemeClr val="tx1"/>
                          </a:solidFill>
                        </a:rPr>
                        <a:t>A – Precio </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25%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1.00</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0.75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1.25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rPr>
                        <a:t>B – Modelo</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33.33%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1.67</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1.33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1.33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rPr>
                        <a:t>C – Integración con microservicios</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8.33%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0.42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0.42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0.08</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rPr>
                        <a:t>D - Infraestructura</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16.67%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0.83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0.17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0.83</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rPr>
                        <a:t>E - Backup</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16.67%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0.83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0.67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0.17</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r h="370840">
                <a:tc>
                  <a:txBody>
                    <a:bodyPr/>
                    <a:lstStyle/>
                    <a:p>
                      <a:pPr algn="r">
                        <a:lnSpc>
                          <a:spcPct val="150000"/>
                        </a:lnSpc>
                        <a:spcAft>
                          <a:spcPts val="800"/>
                        </a:spcAft>
                      </a:pPr>
                      <a:r>
                        <a:rPr lang="es-ES" sz="1400" kern="1200" dirty="0">
                          <a:solidFill>
                            <a:schemeClr val="tx1"/>
                          </a:solidFill>
                        </a:rPr>
                        <a:t>PROMEDIO TOTAL</a:t>
                      </a:r>
                      <a:endParaRPr lang="es-PE" sz="1400" kern="1200" dirty="0">
                        <a:solidFill>
                          <a:schemeClr val="tx1"/>
                        </a:solidFill>
                        <a:latin typeface="+mn-lt"/>
                        <a:ea typeface="+mn-ea"/>
                        <a:cs typeface="+mn-cs"/>
                      </a:endParaRPr>
                    </a:p>
                  </a:txBody>
                  <a:tcPr marL="68580" marR="68580" marT="0" marB="0" anchor="ctr"/>
                </a:tc>
                <a:tc>
                  <a:txBody>
                    <a:bodyPr/>
                    <a:lstStyle/>
                    <a:p>
                      <a:pPr algn="ctr"/>
                      <a:r>
                        <a:rPr lang="es-ES" sz="1400" kern="1200" dirty="0">
                          <a:solidFill>
                            <a:schemeClr val="tx1"/>
                          </a:solidFill>
                        </a:rPr>
                        <a:t>100%</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highlight>
                            <a:srgbClr val="FFFF00"/>
                          </a:highlight>
                        </a:rPr>
                        <a:t>4.75</a:t>
                      </a:r>
                      <a:endParaRPr lang="es-PE" sz="1400" kern="1200" dirty="0">
                        <a:solidFill>
                          <a:schemeClr val="tx1"/>
                        </a:solidFill>
                        <a:highlight>
                          <a:srgbClr val="FFFF00"/>
                        </a:highlight>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3.33</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3.67</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1431449499"/>
                  </a:ext>
                </a:extLst>
              </a:tr>
            </a:tbl>
          </a:graphicData>
        </a:graphic>
      </p:graphicFrame>
      <p:sp>
        <p:nvSpPr>
          <p:cNvPr id="6" name="Marcador de contenido 2">
            <a:extLst>
              <a:ext uri="{FF2B5EF4-FFF2-40B4-BE49-F238E27FC236}">
                <a16:creationId xmlns:a16="http://schemas.microsoft.com/office/drawing/2014/main" id="{59A5DE34-11B2-9BCC-D091-0C5D14D35A20}"/>
              </a:ext>
            </a:extLst>
          </p:cNvPr>
          <p:cNvSpPr txBox="1">
            <a:spLocks/>
          </p:cNvSpPr>
          <p:nvPr/>
        </p:nvSpPr>
        <p:spPr>
          <a:xfrm>
            <a:off x="0" y="6257925"/>
            <a:ext cx="3433763"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100" b="1" u="sng" dirty="0"/>
              <a:t>Leyenda: </a:t>
            </a:r>
          </a:p>
          <a:p>
            <a:pPr marL="0" indent="0">
              <a:buFont typeface="Arial" panose="020B0604020202020204" pitchFamily="34" charset="0"/>
              <a:buNone/>
            </a:pPr>
            <a:r>
              <a:rPr lang="es-PE" sz="1100" dirty="0"/>
              <a:t>1: Bajo, 2: Bajo-Medio, 3: Medio, 4: Medio-Alto, 5: Alto</a:t>
            </a:r>
            <a:endParaRPr lang="es-ES" sz="1100" dirty="0"/>
          </a:p>
          <a:p>
            <a:pPr marL="0" indent="0">
              <a:buFont typeface="Arial" panose="020B0604020202020204" pitchFamily="34" charset="0"/>
              <a:buNone/>
            </a:pPr>
            <a:endParaRPr lang="es-PE" sz="1100" dirty="0"/>
          </a:p>
        </p:txBody>
      </p:sp>
    </p:spTree>
    <p:extLst>
      <p:ext uri="{BB962C8B-B14F-4D97-AF65-F5344CB8AC3E}">
        <p14:creationId xmlns:p14="http://schemas.microsoft.com/office/powerpoint/2010/main" val="2435006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321724"/>
            <a:ext cx="10877550" cy="1952625"/>
          </a:xfrm>
        </p:spPr>
        <p:txBody>
          <a:bodyPr>
            <a:normAutofit/>
          </a:bodyPr>
          <a:lstStyle/>
          <a:p>
            <a:pPr marL="0" indent="0">
              <a:buNone/>
            </a:pPr>
            <a:r>
              <a:rPr lang="es-ES" sz="1600" b="1" u="sng" dirty="0"/>
              <a:t>PASO 6</a:t>
            </a:r>
          </a:p>
          <a:p>
            <a:pPr marL="0" indent="0">
              <a:buNone/>
            </a:pPr>
            <a:r>
              <a:rPr lang="es-ES" sz="1600" dirty="0"/>
              <a:t>La decisión será la que tenga el promedio total más alto, en este ejemplo será el </a:t>
            </a:r>
            <a:r>
              <a:rPr lang="es-ES" sz="1600"/>
              <a:t>proveedor cloud AWS, </a:t>
            </a:r>
            <a:r>
              <a:rPr lang="es-ES" sz="1600" dirty="0"/>
              <a:t>por obtener un promedio total de 4.75, sobre las otras alternativas. De esta manera se ha cuantificado la decisión y se ha minimizado la subjetividad en análisis y en la evaluación.</a:t>
            </a:r>
          </a:p>
          <a:p>
            <a:pPr marL="0" indent="0">
              <a:buNone/>
            </a:pPr>
            <a:r>
              <a:rPr lang="es-ES" sz="2000" b="1" dirty="0">
                <a:highlight>
                  <a:srgbClr val="00FFFF"/>
                </a:highlight>
              </a:rPr>
              <a:t>COMPARATIVA DE PROVEEDORES DE PLATAFORMAS DE SERVICIOS CLOUD</a:t>
            </a:r>
            <a:endParaRPr lang="es-PE" sz="1400" dirty="0"/>
          </a:p>
        </p:txBody>
      </p:sp>
      <p:sp>
        <p:nvSpPr>
          <p:cNvPr id="6" name="Marcador de contenido 2">
            <a:extLst>
              <a:ext uri="{FF2B5EF4-FFF2-40B4-BE49-F238E27FC236}">
                <a16:creationId xmlns:a16="http://schemas.microsoft.com/office/drawing/2014/main" id="{59A5DE34-11B2-9BCC-D091-0C5D14D35A20}"/>
              </a:ext>
            </a:extLst>
          </p:cNvPr>
          <p:cNvSpPr txBox="1">
            <a:spLocks/>
          </p:cNvSpPr>
          <p:nvPr/>
        </p:nvSpPr>
        <p:spPr>
          <a:xfrm>
            <a:off x="0" y="6257925"/>
            <a:ext cx="3433763" cy="60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100" b="1" u="sng" dirty="0"/>
              <a:t>Leyenda: </a:t>
            </a:r>
          </a:p>
          <a:p>
            <a:pPr marL="0" indent="0">
              <a:buFont typeface="Arial" panose="020B0604020202020204" pitchFamily="34" charset="0"/>
              <a:buNone/>
            </a:pPr>
            <a:r>
              <a:rPr lang="es-PE" sz="1100" dirty="0"/>
              <a:t>1: Bajo, 2: Bajo-Medio, 3: Medio, 4: Medio-Alto, 5: Alto</a:t>
            </a:r>
            <a:endParaRPr lang="es-ES" sz="1100" dirty="0"/>
          </a:p>
          <a:p>
            <a:pPr marL="0" indent="0">
              <a:buFont typeface="Arial" panose="020B0604020202020204" pitchFamily="34" charset="0"/>
              <a:buNone/>
            </a:pPr>
            <a:endParaRPr lang="es-PE" sz="1100" dirty="0"/>
          </a:p>
        </p:txBody>
      </p:sp>
      <p:graphicFrame>
        <p:nvGraphicFramePr>
          <p:cNvPr id="7" name="Tabla 5">
            <a:extLst>
              <a:ext uri="{FF2B5EF4-FFF2-40B4-BE49-F238E27FC236}">
                <a16:creationId xmlns:a16="http://schemas.microsoft.com/office/drawing/2014/main" id="{1092C249-FF9B-E67F-49BC-A27FE470883B}"/>
              </a:ext>
            </a:extLst>
          </p:cNvPr>
          <p:cNvGraphicFramePr>
            <a:graphicFrameLocks noGrp="1"/>
          </p:cNvGraphicFramePr>
          <p:nvPr/>
        </p:nvGraphicFramePr>
        <p:xfrm>
          <a:off x="1064844" y="3056890"/>
          <a:ext cx="10136352" cy="2966720"/>
        </p:xfrm>
        <a:graphic>
          <a:graphicData uri="http://schemas.openxmlformats.org/drawingml/2006/table">
            <a:tbl>
              <a:tblPr firstRow="1" bandRow="1">
                <a:tableStyleId>{7DF18680-E054-41AD-8BC1-D1AEF772440D}</a:tableStyleId>
              </a:tblPr>
              <a:tblGrid>
                <a:gridCol w="2674938">
                  <a:extLst>
                    <a:ext uri="{9D8B030D-6E8A-4147-A177-3AD203B41FA5}">
                      <a16:colId xmlns:a16="http://schemas.microsoft.com/office/drawing/2014/main" val="3555183718"/>
                    </a:ext>
                  </a:extLst>
                </a:gridCol>
                <a:gridCol w="912558">
                  <a:extLst>
                    <a:ext uri="{9D8B030D-6E8A-4147-A177-3AD203B41FA5}">
                      <a16:colId xmlns:a16="http://schemas.microsoft.com/office/drawing/2014/main" val="4176772316"/>
                    </a:ext>
                  </a:extLst>
                </a:gridCol>
                <a:gridCol w="775970">
                  <a:extLst>
                    <a:ext uri="{9D8B030D-6E8A-4147-A177-3AD203B41FA5}">
                      <a16:colId xmlns:a16="http://schemas.microsoft.com/office/drawing/2014/main" val="2628269919"/>
                    </a:ext>
                  </a:extLst>
                </a:gridCol>
                <a:gridCol w="926148">
                  <a:extLst>
                    <a:ext uri="{9D8B030D-6E8A-4147-A177-3AD203B41FA5}">
                      <a16:colId xmlns:a16="http://schemas.microsoft.com/office/drawing/2014/main" val="970170683"/>
                    </a:ext>
                  </a:extLst>
                </a:gridCol>
                <a:gridCol w="775970">
                  <a:extLst>
                    <a:ext uri="{9D8B030D-6E8A-4147-A177-3AD203B41FA5}">
                      <a16:colId xmlns:a16="http://schemas.microsoft.com/office/drawing/2014/main" val="1524693810"/>
                    </a:ext>
                  </a:extLst>
                </a:gridCol>
                <a:gridCol w="926148">
                  <a:extLst>
                    <a:ext uri="{9D8B030D-6E8A-4147-A177-3AD203B41FA5}">
                      <a16:colId xmlns:a16="http://schemas.microsoft.com/office/drawing/2014/main" val="3663802021"/>
                    </a:ext>
                  </a:extLst>
                </a:gridCol>
                <a:gridCol w="775970">
                  <a:extLst>
                    <a:ext uri="{9D8B030D-6E8A-4147-A177-3AD203B41FA5}">
                      <a16:colId xmlns:a16="http://schemas.microsoft.com/office/drawing/2014/main" val="3763677610"/>
                    </a:ext>
                  </a:extLst>
                </a:gridCol>
                <a:gridCol w="1003857">
                  <a:extLst>
                    <a:ext uri="{9D8B030D-6E8A-4147-A177-3AD203B41FA5}">
                      <a16:colId xmlns:a16="http://schemas.microsoft.com/office/drawing/2014/main" val="2609792278"/>
                    </a:ext>
                  </a:extLst>
                </a:gridCol>
                <a:gridCol w="1364793">
                  <a:extLst>
                    <a:ext uri="{9D8B030D-6E8A-4147-A177-3AD203B41FA5}">
                      <a16:colId xmlns:a16="http://schemas.microsoft.com/office/drawing/2014/main" val="1841671926"/>
                    </a:ext>
                  </a:extLst>
                </a:gridCol>
              </a:tblGrid>
              <a:tr h="370840">
                <a:tc rowSpan="2">
                  <a:txBody>
                    <a:bodyPr/>
                    <a:lstStyle/>
                    <a:p>
                      <a:pPr algn="ctr"/>
                      <a:r>
                        <a:rPr lang="es-ES" sz="1400" dirty="0"/>
                        <a:t>CRITERIO</a:t>
                      </a:r>
                      <a:endParaRPr lang="es-PE" sz="1400" dirty="0"/>
                    </a:p>
                  </a:txBody>
                  <a:tcPr anchor="ctr"/>
                </a:tc>
                <a:tc rowSpan="2">
                  <a:txBody>
                    <a:bodyPr/>
                    <a:lstStyle/>
                    <a:p>
                      <a:pPr algn="ctr"/>
                      <a:r>
                        <a:rPr lang="es-ES" sz="1400" dirty="0"/>
                        <a:t>IMPACTO</a:t>
                      </a:r>
                      <a:endParaRPr lang="es-PE" sz="1400" dirty="0"/>
                    </a:p>
                  </a:txBody>
                  <a:tcPr anchor="ctr"/>
                </a:tc>
                <a:tc gridSpan="2">
                  <a:txBody>
                    <a:bodyPr/>
                    <a:lstStyle/>
                    <a:p>
                      <a:pPr algn="ctr"/>
                      <a:r>
                        <a:rPr lang="es-ES" sz="1400" dirty="0">
                          <a:solidFill>
                            <a:schemeClr val="tx1"/>
                          </a:solidFill>
                          <a:highlight>
                            <a:srgbClr val="FFFF00"/>
                          </a:highlight>
                        </a:rPr>
                        <a:t>AWS</a:t>
                      </a:r>
                      <a:endParaRPr lang="es-PE" sz="1400" dirty="0">
                        <a:solidFill>
                          <a:schemeClr val="tx1"/>
                        </a:solidFill>
                        <a:highlight>
                          <a:srgbClr val="FFFF00"/>
                        </a:highlight>
                      </a:endParaRPr>
                    </a:p>
                  </a:txBody>
                  <a:tcPr/>
                </a:tc>
                <a:tc hMerge="1">
                  <a:txBody>
                    <a:bodyPr/>
                    <a:lstStyle/>
                    <a:p>
                      <a:pPr algn="ctr"/>
                      <a:r>
                        <a:rPr lang="es-ES" sz="1400" dirty="0"/>
                        <a:t>C</a:t>
                      </a:r>
                      <a:endParaRPr lang="es-PE" sz="1400" dirty="0"/>
                    </a:p>
                  </a:txBody>
                  <a:tcPr>
                    <a:solidFill>
                      <a:schemeClr val="accent6">
                        <a:lumMod val="60000"/>
                        <a:lumOff val="40000"/>
                      </a:schemeClr>
                    </a:solidFill>
                  </a:tcPr>
                </a:tc>
                <a:tc gridSpan="2">
                  <a:txBody>
                    <a:bodyPr/>
                    <a:lstStyle/>
                    <a:p>
                      <a:pPr algn="ctr"/>
                      <a:r>
                        <a:rPr lang="es-ES" sz="1400" dirty="0">
                          <a:solidFill>
                            <a:schemeClr val="bg1"/>
                          </a:solidFill>
                        </a:rPr>
                        <a:t>AZURE</a:t>
                      </a:r>
                      <a:endParaRPr lang="es-PE" sz="1400" dirty="0">
                        <a:solidFill>
                          <a:schemeClr val="bg1"/>
                        </a:solidFill>
                      </a:endParaRPr>
                    </a:p>
                  </a:txBody>
                  <a:tcPr/>
                </a:tc>
                <a:tc hMerge="1">
                  <a:txBody>
                    <a:bodyPr/>
                    <a:lstStyle/>
                    <a:p>
                      <a:pPr algn="ctr"/>
                      <a:r>
                        <a:rPr lang="es-ES" sz="1400" dirty="0"/>
                        <a:t>E</a:t>
                      </a:r>
                      <a:endParaRPr lang="es-PE" sz="1400" dirty="0"/>
                    </a:p>
                  </a:txBody>
                  <a:tcPr>
                    <a:solidFill>
                      <a:schemeClr val="accent6">
                        <a:lumMod val="60000"/>
                        <a:lumOff val="40000"/>
                      </a:schemeClr>
                    </a:solidFill>
                  </a:tcPr>
                </a:tc>
                <a:tc gridSpan="2">
                  <a:txBody>
                    <a:bodyPr/>
                    <a:lstStyle/>
                    <a:p>
                      <a:pPr algn="ctr"/>
                      <a:r>
                        <a:rPr lang="es-ES" sz="1400" dirty="0"/>
                        <a:t>GCP</a:t>
                      </a:r>
                      <a:endParaRPr lang="es-PE" sz="1400" dirty="0"/>
                    </a:p>
                  </a:txBody>
                  <a:tcPr/>
                </a:tc>
                <a:tc hMerge="1">
                  <a:txBody>
                    <a:bodyPr/>
                    <a:lstStyle/>
                    <a:p>
                      <a:pPr algn="ctr"/>
                      <a:r>
                        <a:rPr lang="es-ES" sz="1400" dirty="0"/>
                        <a:t>CONTEO</a:t>
                      </a:r>
                      <a:endParaRPr lang="es-PE" sz="1400" dirty="0"/>
                    </a:p>
                  </a:txBody>
                  <a:tcPr>
                    <a:solidFill>
                      <a:schemeClr val="accent6">
                        <a:lumMod val="60000"/>
                        <a:lumOff val="40000"/>
                      </a:schemeClr>
                    </a:solidFill>
                  </a:tcPr>
                </a:tc>
                <a:tc>
                  <a:txBody>
                    <a:bodyPr/>
                    <a:lstStyle/>
                    <a:p>
                      <a:pPr algn="ctr"/>
                      <a:r>
                        <a:rPr lang="es-ES" sz="1400" dirty="0"/>
                        <a:t>PONDERACIÓN</a:t>
                      </a:r>
                      <a:endParaRPr lang="es-PE" sz="1400" dirty="0"/>
                    </a:p>
                  </a:txBody>
                  <a:tcPr/>
                </a:tc>
                <a:extLst>
                  <a:ext uri="{0D108BD9-81ED-4DB2-BD59-A6C34878D82A}">
                    <a16:rowId xmlns:a16="http://schemas.microsoft.com/office/drawing/2014/main" val="2129733952"/>
                  </a:ext>
                </a:extLst>
              </a:tr>
              <a:tr h="370840">
                <a:tc vMerge="1">
                  <a:txBody>
                    <a:bodyPr/>
                    <a:lstStyle/>
                    <a:p>
                      <a:pPr algn="ctr"/>
                      <a:endParaRPr lang="es-PE" sz="1400" dirty="0"/>
                    </a:p>
                  </a:txBody>
                  <a:tcPr>
                    <a:solidFill>
                      <a:schemeClr val="accent6">
                        <a:lumMod val="75000"/>
                      </a:schemeClr>
                    </a:solidFill>
                  </a:tcPr>
                </a:tc>
                <a:tc vMerge="1">
                  <a:txBody>
                    <a:bodyPr/>
                    <a:lstStyle/>
                    <a:p>
                      <a:pPr algn="ctr"/>
                      <a:endParaRPr lang="es-PE" sz="1400" dirty="0"/>
                    </a:p>
                  </a:txBody>
                  <a:tcPr>
                    <a:solidFill>
                      <a:schemeClr val="accent6">
                        <a:lumMod val="75000"/>
                      </a:schemeClr>
                    </a:solidFill>
                  </a:tcPr>
                </a:tc>
                <a:tc>
                  <a:txBody>
                    <a:bodyPr/>
                    <a:lstStyle/>
                    <a:p>
                      <a:pPr algn="ctr"/>
                      <a:r>
                        <a:rPr lang="es-ES" sz="1400" dirty="0"/>
                        <a:t>Puntaje</a:t>
                      </a:r>
                      <a:endParaRPr lang="es-PE" sz="1400" dirty="0"/>
                    </a:p>
                  </a:txBody>
                  <a:tcPr/>
                </a:tc>
                <a:tc>
                  <a:txBody>
                    <a:bodyPr/>
                    <a:lstStyle/>
                    <a:p>
                      <a:pPr algn="ctr"/>
                      <a:r>
                        <a:rPr lang="es-ES" sz="1400" dirty="0"/>
                        <a:t>Promedio</a:t>
                      </a:r>
                      <a:endParaRPr lang="es-PE" sz="1400" dirty="0"/>
                    </a:p>
                  </a:txBody>
                  <a:tcPr/>
                </a:tc>
                <a:tc>
                  <a:txBody>
                    <a:bodyPr/>
                    <a:lstStyle/>
                    <a:p>
                      <a:pPr algn="ctr"/>
                      <a:r>
                        <a:rPr lang="es-ES" sz="1400" dirty="0"/>
                        <a:t>Puntaje</a:t>
                      </a:r>
                      <a:endParaRPr lang="es-PE" sz="1400" dirty="0"/>
                    </a:p>
                  </a:txBody>
                  <a:tcPr/>
                </a:tc>
                <a:tc>
                  <a:txBody>
                    <a:bodyPr/>
                    <a:lstStyle/>
                    <a:p>
                      <a:pPr algn="ctr"/>
                      <a:r>
                        <a:rPr lang="es-ES" sz="1400" dirty="0"/>
                        <a:t>Promedio</a:t>
                      </a:r>
                      <a:endParaRPr lang="es-PE" sz="1400" dirty="0"/>
                    </a:p>
                  </a:txBody>
                  <a:tcPr/>
                </a:tc>
                <a:tc>
                  <a:txBody>
                    <a:bodyPr/>
                    <a:lstStyle/>
                    <a:p>
                      <a:pPr algn="ctr"/>
                      <a:r>
                        <a:rPr lang="es-ES" sz="1400" dirty="0"/>
                        <a:t>Puntaje</a:t>
                      </a:r>
                      <a:endParaRPr lang="es-PE" sz="1400" dirty="0"/>
                    </a:p>
                  </a:txBody>
                  <a:tcPr/>
                </a:tc>
                <a:tc>
                  <a:txBody>
                    <a:bodyPr/>
                    <a:lstStyle/>
                    <a:p>
                      <a:pPr algn="ctr"/>
                      <a:r>
                        <a:rPr lang="es-ES" sz="1400" dirty="0"/>
                        <a:t>Promedio</a:t>
                      </a:r>
                      <a:endParaRPr lang="es-PE" sz="1400" dirty="0"/>
                    </a:p>
                  </a:txBody>
                  <a:tcPr/>
                </a:tc>
                <a:tc>
                  <a:txBody>
                    <a:bodyPr/>
                    <a:lstStyle/>
                    <a:p>
                      <a:pPr algn="ctr"/>
                      <a:endParaRPr lang="es-PE" sz="1400" dirty="0"/>
                    </a:p>
                  </a:txBody>
                  <a:tcPr/>
                </a:tc>
                <a:extLst>
                  <a:ext uri="{0D108BD9-81ED-4DB2-BD59-A6C34878D82A}">
                    <a16:rowId xmlns:a16="http://schemas.microsoft.com/office/drawing/2014/main" val="1011830215"/>
                  </a:ext>
                </a:extLst>
              </a:tr>
              <a:tr h="370840">
                <a:tc>
                  <a:txBody>
                    <a:bodyPr/>
                    <a:lstStyle/>
                    <a:p>
                      <a:r>
                        <a:rPr lang="es-PE" sz="1400" kern="1200" dirty="0">
                          <a:solidFill>
                            <a:schemeClr val="tx1"/>
                          </a:solidFill>
                        </a:rPr>
                        <a:t>A – Precio </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25%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1.00</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0.75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1.25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534859875"/>
                  </a:ext>
                </a:extLst>
              </a:tr>
              <a:tr h="370840">
                <a:tc>
                  <a:txBody>
                    <a:bodyPr/>
                    <a:lstStyle/>
                    <a:p>
                      <a:pPr algn="l"/>
                      <a:r>
                        <a:rPr lang="es-PE" sz="1400" kern="1200" dirty="0">
                          <a:solidFill>
                            <a:schemeClr val="tx1"/>
                          </a:solidFill>
                        </a:rPr>
                        <a:t>B – Modelo</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rPr>
                        <a:t>33.33%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1.67</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1.33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400" kern="1200" dirty="0">
                          <a:solidFill>
                            <a:schemeClr val="tx1"/>
                          </a:solidFill>
                          <a:latin typeface="+mn-lt"/>
                          <a:ea typeface="+mn-ea"/>
                          <a:cs typeface="+mn-cs"/>
                        </a:rPr>
                        <a:t>1.33</a:t>
                      </a:r>
                      <a:endParaRPr lang="es-PE" sz="1400" kern="1200" dirty="0">
                        <a:solidFill>
                          <a:schemeClr val="tx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910212666"/>
                  </a:ext>
                </a:extLst>
              </a:tr>
              <a:tr h="370840">
                <a:tc>
                  <a:txBody>
                    <a:bodyPr/>
                    <a:lstStyle/>
                    <a:p>
                      <a:pPr algn="l"/>
                      <a:r>
                        <a:rPr lang="es-PE" sz="1400" kern="1200" dirty="0">
                          <a:solidFill>
                            <a:schemeClr val="tx1"/>
                          </a:solidFill>
                        </a:rPr>
                        <a:t>C – Integración con microservicios</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8.33%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0.42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0.42</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0.08</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3089778033"/>
                  </a:ext>
                </a:extLst>
              </a:tr>
              <a:tr h="370840">
                <a:tc>
                  <a:txBody>
                    <a:bodyPr/>
                    <a:lstStyle/>
                    <a:p>
                      <a:pPr algn="l"/>
                      <a:r>
                        <a:rPr lang="es-PE" sz="1400" kern="1200" dirty="0">
                          <a:solidFill>
                            <a:schemeClr val="tx1"/>
                          </a:solidFill>
                        </a:rPr>
                        <a:t>D - Infraestructura</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16.67%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0.83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0.17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0.83</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996526450"/>
                  </a:ext>
                </a:extLst>
              </a:tr>
              <a:tr h="370840">
                <a:tc>
                  <a:txBody>
                    <a:bodyPr/>
                    <a:lstStyle/>
                    <a:p>
                      <a:pPr algn="l"/>
                      <a:r>
                        <a:rPr lang="es-PE" sz="1400" kern="1200" dirty="0">
                          <a:solidFill>
                            <a:schemeClr val="tx1"/>
                          </a:solidFill>
                        </a:rPr>
                        <a:t>E - Backup</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16.67%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5</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0.83</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4</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0.67</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1</a:t>
                      </a: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0.17</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4063125637"/>
                  </a:ext>
                </a:extLst>
              </a:tr>
              <a:tr h="370840">
                <a:tc>
                  <a:txBody>
                    <a:bodyPr/>
                    <a:lstStyle/>
                    <a:p>
                      <a:pPr algn="r">
                        <a:lnSpc>
                          <a:spcPct val="150000"/>
                        </a:lnSpc>
                        <a:spcAft>
                          <a:spcPts val="800"/>
                        </a:spcAft>
                      </a:pPr>
                      <a:r>
                        <a:rPr lang="es-ES" sz="1400" kern="1200" dirty="0">
                          <a:solidFill>
                            <a:schemeClr val="tx1"/>
                          </a:solidFill>
                        </a:rPr>
                        <a:t>PROMEDIO TOTAL</a:t>
                      </a:r>
                      <a:endParaRPr lang="es-PE" sz="1400" kern="1200" dirty="0">
                        <a:solidFill>
                          <a:schemeClr val="tx1"/>
                        </a:solidFill>
                        <a:latin typeface="+mn-lt"/>
                        <a:ea typeface="+mn-ea"/>
                        <a:cs typeface="+mn-cs"/>
                      </a:endParaRPr>
                    </a:p>
                  </a:txBody>
                  <a:tcPr marL="68580" marR="68580" marT="0" marB="0" anchor="ctr"/>
                </a:tc>
                <a:tc>
                  <a:txBody>
                    <a:bodyPr/>
                    <a:lstStyle/>
                    <a:p>
                      <a:pPr algn="ctr"/>
                      <a:r>
                        <a:rPr lang="es-ES" sz="1400" kern="1200" dirty="0">
                          <a:solidFill>
                            <a:schemeClr val="tx1"/>
                          </a:solidFill>
                        </a:rPr>
                        <a:t>100%</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highlight>
                            <a:srgbClr val="FFFF00"/>
                          </a:highlight>
                        </a:rPr>
                        <a:t>4.75</a:t>
                      </a:r>
                      <a:endParaRPr lang="es-PE" sz="1400" kern="1200" dirty="0">
                        <a:solidFill>
                          <a:schemeClr val="tx1"/>
                        </a:solidFill>
                        <a:highlight>
                          <a:srgbClr val="FFFF00"/>
                        </a:highlight>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latin typeface="+mn-lt"/>
                          <a:ea typeface="+mn-ea"/>
                          <a:cs typeface="+mn-cs"/>
                        </a:rPr>
                        <a:t>3.33</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tc>
                  <a:txBody>
                    <a:bodyPr/>
                    <a:lstStyle/>
                    <a:p>
                      <a:pPr algn="ctr"/>
                      <a:r>
                        <a:rPr lang="es-ES" sz="1400" kern="1200" dirty="0">
                          <a:solidFill>
                            <a:schemeClr val="tx1"/>
                          </a:solidFill>
                        </a:rPr>
                        <a:t>3.67</a:t>
                      </a:r>
                      <a:endParaRPr lang="es-PE" sz="1400" kern="1200" dirty="0">
                        <a:solidFill>
                          <a:schemeClr val="tx1"/>
                        </a:solidFill>
                        <a:latin typeface="+mn-lt"/>
                        <a:ea typeface="+mn-ea"/>
                        <a:cs typeface="+mn-cs"/>
                      </a:endParaRPr>
                    </a:p>
                  </a:txBody>
                  <a:tcPr/>
                </a:tc>
                <a:tc>
                  <a:txBody>
                    <a:bodyPr/>
                    <a:lstStyle/>
                    <a:p>
                      <a:pPr algn="ctr"/>
                      <a:endParaRPr lang="es-PE" sz="1400" kern="1200" dirty="0">
                        <a:solidFill>
                          <a:schemeClr val="tx1"/>
                        </a:solidFill>
                        <a:latin typeface="+mn-lt"/>
                        <a:ea typeface="+mn-ea"/>
                        <a:cs typeface="+mn-cs"/>
                      </a:endParaRPr>
                    </a:p>
                  </a:txBody>
                  <a:tcPr/>
                </a:tc>
                <a:extLst>
                  <a:ext uri="{0D108BD9-81ED-4DB2-BD59-A6C34878D82A}">
                    <a16:rowId xmlns:a16="http://schemas.microsoft.com/office/drawing/2014/main" val="1431449499"/>
                  </a:ext>
                </a:extLst>
              </a:tr>
            </a:tbl>
          </a:graphicData>
        </a:graphic>
      </p:graphicFrame>
    </p:spTree>
    <p:extLst>
      <p:ext uri="{BB962C8B-B14F-4D97-AF65-F5344CB8AC3E}">
        <p14:creationId xmlns:p14="http://schemas.microsoft.com/office/powerpoint/2010/main" val="5777842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TOMA DE DECISIONES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A8F9B14A-518C-26FE-D221-896D22F3F7C9}"/>
              </a:ext>
            </a:extLst>
          </p:cNvPr>
          <p:cNvSpPr>
            <a:spLocks noGrp="1"/>
          </p:cNvSpPr>
          <p:nvPr>
            <p:ph idx="1"/>
          </p:nvPr>
        </p:nvSpPr>
        <p:spPr>
          <a:xfrm>
            <a:off x="838200" y="1476375"/>
            <a:ext cx="10515600" cy="1952625"/>
          </a:xfrm>
        </p:spPr>
        <p:txBody>
          <a:bodyPr>
            <a:normAutofit/>
          </a:bodyPr>
          <a:lstStyle/>
          <a:p>
            <a:pPr marL="0" indent="0">
              <a:buNone/>
            </a:pPr>
            <a:r>
              <a:rPr lang="es-ES" sz="1600" b="1" u="sng" dirty="0"/>
              <a:t>PASO 1</a:t>
            </a:r>
          </a:p>
          <a:p>
            <a:pPr marL="0" indent="0">
              <a:buNone/>
            </a:pPr>
            <a:r>
              <a:rPr lang="es-ES" sz="1600" dirty="0"/>
              <a:t>Identificar las alternativas u opciones a analizar y describir cada una de ellas para tener un entendimiento claro.</a:t>
            </a:r>
          </a:p>
          <a:p>
            <a:pPr marL="0" indent="0">
              <a:buNone/>
            </a:pPr>
            <a:r>
              <a:rPr lang="es-ES" sz="2000" b="1" dirty="0">
                <a:highlight>
                  <a:srgbClr val="FF00FF"/>
                </a:highlight>
              </a:rPr>
              <a:t>COMPARATIVA DE MOTORES DE BASES DE DATOS</a:t>
            </a:r>
          </a:p>
          <a:p>
            <a:pPr marL="0" indent="0">
              <a:buNone/>
            </a:pPr>
            <a:r>
              <a:rPr lang="es-ES" sz="1600" dirty="0"/>
              <a:t>1. Alternativas de proveedores de servicio cloud.</a:t>
            </a:r>
          </a:p>
          <a:p>
            <a:pPr marL="0" indent="0">
              <a:buNone/>
            </a:pPr>
            <a:endParaRPr lang="es-PE" sz="1400" dirty="0"/>
          </a:p>
        </p:txBody>
      </p:sp>
      <p:graphicFrame>
        <p:nvGraphicFramePr>
          <p:cNvPr id="3" name="Tabla 5">
            <a:extLst>
              <a:ext uri="{FF2B5EF4-FFF2-40B4-BE49-F238E27FC236}">
                <a16:creationId xmlns:a16="http://schemas.microsoft.com/office/drawing/2014/main" id="{52C67C22-989B-C98C-4D4D-5DEAB046CCB2}"/>
              </a:ext>
            </a:extLst>
          </p:cNvPr>
          <p:cNvGraphicFramePr>
            <a:graphicFrameLocks noGrp="1"/>
          </p:cNvGraphicFramePr>
          <p:nvPr/>
        </p:nvGraphicFramePr>
        <p:xfrm>
          <a:off x="838200" y="3028950"/>
          <a:ext cx="10515600" cy="741680"/>
        </p:xfrm>
        <a:graphic>
          <a:graphicData uri="http://schemas.openxmlformats.org/drawingml/2006/table">
            <a:tbl>
              <a:tblPr firstRow="1" bandRow="1">
                <a:tableStyleId>{7DF18680-E054-41AD-8BC1-D1AEF772440D}</a:tableStyleId>
              </a:tblPr>
              <a:tblGrid>
                <a:gridCol w="3505200">
                  <a:extLst>
                    <a:ext uri="{9D8B030D-6E8A-4147-A177-3AD203B41FA5}">
                      <a16:colId xmlns:a16="http://schemas.microsoft.com/office/drawing/2014/main" val="3555183718"/>
                    </a:ext>
                  </a:extLst>
                </a:gridCol>
                <a:gridCol w="3505200">
                  <a:extLst>
                    <a:ext uri="{9D8B030D-6E8A-4147-A177-3AD203B41FA5}">
                      <a16:colId xmlns:a16="http://schemas.microsoft.com/office/drawing/2014/main" val="4176772316"/>
                    </a:ext>
                  </a:extLst>
                </a:gridCol>
                <a:gridCol w="3505200">
                  <a:extLst>
                    <a:ext uri="{9D8B030D-6E8A-4147-A177-3AD203B41FA5}">
                      <a16:colId xmlns:a16="http://schemas.microsoft.com/office/drawing/2014/main" val="2628269919"/>
                    </a:ext>
                  </a:extLst>
                </a:gridCol>
              </a:tblGrid>
              <a:tr h="370840">
                <a:tc>
                  <a:txBody>
                    <a:bodyPr/>
                    <a:lstStyle/>
                    <a:p>
                      <a:pPr algn="ctr"/>
                      <a:r>
                        <a:rPr lang="es-ES" sz="1800" dirty="0"/>
                        <a:t>BD1</a:t>
                      </a:r>
                      <a:endParaRPr lang="es-PE" sz="1800" dirty="0"/>
                    </a:p>
                  </a:txBody>
                  <a:tcPr/>
                </a:tc>
                <a:tc>
                  <a:txBody>
                    <a:bodyPr/>
                    <a:lstStyle/>
                    <a:p>
                      <a:pPr algn="ctr"/>
                      <a:r>
                        <a:rPr lang="es-ES" sz="1800" dirty="0"/>
                        <a:t>BD2</a:t>
                      </a:r>
                      <a:endParaRPr lang="es-PE" sz="1800" dirty="0"/>
                    </a:p>
                  </a:txBody>
                  <a:tcPr/>
                </a:tc>
                <a:tc>
                  <a:txBody>
                    <a:bodyPr/>
                    <a:lstStyle/>
                    <a:p>
                      <a:pPr algn="ctr"/>
                      <a:r>
                        <a:rPr lang="es-ES" sz="1800" dirty="0"/>
                        <a:t>BD3</a:t>
                      </a:r>
                      <a:endParaRPr lang="es-PE" sz="1800" dirty="0"/>
                    </a:p>
                  </a:txBody>
                  <a:tcPr/>
                </a:tc>
                <a:extLst>
                  <a:ext uri="{0D108BD9-81ED-4DB2-BD59-A6C34878D82A}">
                    <a16:rowId xmlns:a16="http://schemas.microsoft.com/office/drawing/2014/main" val="2129733952"/>
                  </a:ext>
                </a:extLst>
              </a:tr>
              <a:tr h="370840">
                <a:tc>
                  <a:txBody>
                    <a:bodyPr/>
                    <a:lstStyle/>
                    <a:p>
                      <a:endParaRPr lang="es-PE" sz="1400" dirty="0"/>
                    </a:p>
                  </a:txBody>
                  <a:tcPr/>
                </a:tc>
                <a:tc>
                  <a:txBody>
                    <a:bodyPr/>
                    <a:lstStyle/>
                    <a:p>
                      <a:endParaRPr lang="es-PE" sz="1400" kern="1200" dirty="0">
                        <a:solidFill>
                          <a:schemeClr val="dk1"/>
                        </a:solidFill>
                        <a:effectLst/>
                        <a:latin typeface="+mn-lt"/>
                        <a:ea typeface="+mn-ea"/>
                        <a:cs typeface="+mn-cs"/>
                      </a:endParaRPr>
                    </a:p>
                  </a:txBody>
                  <a:tcPr/>
                </a:tc>
                <a:tc>
                  <a:txBody>
                    <a:bodyPr/>
                    <a:lstStyle/>
                    <a:p>
                      <a:endParaRPr lang="es-PE" sz="1400" kern="1200" dirty="0">
                        <a:solidFill>
                          <a:schemeClr val="dk1"/>
                        </a:solidFill>
                        <a:effectLst/>
                        <a:latin typeface="+mn-lt"/>
                        <a:ea typeface="+mn-ea"/>
                        <a:cs typeface="+mn-cs"/>
                      </a:endParaRPr>
                    </a:p>
                  </a:txBody>
                  <a:tcPr/>
                </a:tc>
                <a:extLst>
                  <a:ext uri="{0D108BD9-81ED-4DB2-BD59-A6C34878D82A}">
                    <a16:rowId xmlns:a16="http://schemas.microsoft.com/office/drawing/2014/main" val="534859875"/>
                  </a:ext>
                </a:extLst>
              </a:tr>
            </a:tbl>
          </a:graphicData>
        </a:graphic>
      </p:graphicFrame>
      <p:sp>
        <p:nvSpPr>
          <p:cNvPr id="6" name="Marcador de contenido 2">
            <a:extLst>
              <a:ext uri="{FF2B5EF4-FFF2-40B4-BE49-F238E27FC236}">
                <a16:creationId xmlns:a16="http://schemas.microsoft.com/office/drawing/2014/main" id="{24763AC1-3684-460B-57E4-16A49DB0EAA6}"/>
              </a:ext>
            </a:extLst>
          </p:cNvPr>
          <p:cNvSpPr txBox="1">
            <a:spLocks/>
          </p:cNvSpPr>
          <p:nvPr/>
        </p:nvSpPr>
        <p:spPr>
          <a:xfrm>
            <a:off x="838200" y="4346892"/>
            <a:ext cx="10515600" cy="1952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600" b="1" dirty="0"/>
              <a:t>REALIZAR EL ANÁLISIS RESPECTIVO:</a:t>
            </a:r>
          </a:p>
          <a:p>
            <a:pPr marL="0" indent="0">
              <a:buFont typeface="Arial" panose="020B0604020202020204" pitchFamily="34" charset="0"/>
              <a:buNone/>
            </a:pPr>
            <a:endParaRPr lang="es-ES" sz="1600" b="1" dirty="0"/>
          </a:p>
          <a:p>
            <a:pPr marL="0" indent="0">
              <a:buFont typeface="Arial" panose="020B0604020202020204" pitchFamily="34" charset="0"/>
              <a:buNone/>
            </a:pPr>
            <a:r>
              <a:rPr lang="es-ES" sz="1600" b="1" dirty="0"/>
              <a:t>Individual o grupal (máximo 3 integrantes).</a:t>
            </a:r>
          </a:p>
          <a:p>
            <a:pPr marL="0" indent="0">
              <a:buFont typeface="Arial" panose="020B0604020202020204" pitchFamily="34" charset="0"/>
              <a:buNone/>
            </a:pPr>
            <a:endParaRPr lang="es-PE" sz="1400" dirty="0"/>
          </a:p>
        </p:txBody>
      </p:sp>
    </p:spTree>
    <p:extLst>
      <p:ext uri="{BB962C8B-B14F-4D97-AF65-F5344CB8AC3E}">
        <p14:creationId xmlns:p14="http://schemas.microsoft.com/office/powerpoint/2010/main" val="2238601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D543DA6-E7B4-4713-A3DB-8F209F62A2E3}"/>
              </a:ext>
            </a:extLst>
          </p:cNvPr>
          <p:cNvSpPr txBox="1">
            <a:spLocks/>
          </p:cNvSpPr>
          <p:nvPr/>
        </p:nvSpPr>
        <p:spPr>
          <a:xfrm>
            <a:off x="0" y="0"/>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EJERCICIOS</a:t>
            </a:r>
          </a:p>
        </p:txBody>
      </p:sp>
      <p:sp>
        <p:nvSpPr>
          <p:cNvPr id="5" name="Rectángulo 4">
            <a:extLst>
              <a:ext uri="{FF2B5EF4-FFF2-40B4-BE49-F238E27FC236}">
                <a16:creationId xmlns:a16="http://schemas.microsoft.com/office/drawing/2014/main" id="{5BC1DB86-FA67-4F99-B9A9-405BB30552AE}"/>
              </a:ext>
            </a:extLst>
          </p:cNvPr>
          <p:cNvSpPr/>
          <p:nvPr/>
        </p:nvSpPr>
        <p:spPr>
          <a:xfrm>
            <a:off x="1708265" y="946871"/>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CuadroTexto 7">
            <a:extLst>
              <a:ext uri="{FF2B5EF4-FFF2-40B4-BE49-F238E27FC236}">
                <a16:creationId xmlns:a16="http://schemas.microsoft.com/office/drawing/2014/main" id="{D251FAAD-8852-B09D-72C9-4AAE28730C70}"/>
              </a:ext>
            </a:extLst>
          </p:cNvPr>
          <p:cNvSpPr txBox="1"/>
          <p:nvPr/>
        </p:nvSpPr>
        <p:spPr>
          <a:xfrm>
            <a:off x="142874" y="1052374"/>
            <a:ext cx="11210926" cy="523220"/>
          </a:xfrm>
          <a:prstGeom prst="rect">
            <a:avLst/>
          </a:prstGeom>
          <a:noFill/>
        </p:spPr>
        <p:txBody>
          <a:bodyPr wrap="square" rtlCol="0">
            <a:spAutoFit/>
          </a:bodyPr>
          <a:lstStyle/>
          <a:p>
            <a:r>
              <a:rPr lang="es-PE" sz="2800" dirty="0"/>
              <a:t>No. 1 – Utilizar las herramientas para la solución de problemas</a:t>
            </a:r>
          </a:p>
        </p:txBody>
      </p:sp>
      <p:sp>
        <p:nvSpPr>
          <p:cNvPr id="3" name="Marcador de contenido 2">
            <a:extLst>
              <a:ext uri="{FF2B5EF4-FFF2-40B4-BE49-F238E27FC236}">
                <a16:creationId xmlns:a16="http://schemas.microsoft.com/office/drawing/2014/main" id="{34641D4C-D0B1-6928-29F1-CAC65C4A93B7}"/>
              </a:ext>
            </a:extLst>
          </p:cNvPr>
          <p:cNvSpPr>
            <a:spLocks noGrp="1"/>
          </p:cNvSpPr>
          <p:nvPr>
            <p:ph idx="1"/>
          </p:nvPr>
        </p:nvSpPr>
        <p:spPr>
          <a:xfrm>
            <a:off x="838199" y="1825625"/>
            <a:ext cx="10748963" cy="4351338"/>
          </a:xfrm>
        </p:spPr>
        <p:txBody>
          <a:bodyPr>
            <a:normAutofit/>
          </a:bodyPr>
          <a:lstStyle/>
          <a:p>
            <a:r>
              <a:rPr lang="es-ES" sz="2000" dirty="0"/>
              <a:t>Seleccionar un ejercicio de la sesión anterior para elaborar el análisis respectivo según lo revisado en esta sesión.</a:t>
            </a:r>
          </a:p>
          <a:p>
            <a:endParaRPr lang="es-PE" sz="2000" dirty="0"/>
          </a:p>
        </p:txBody>
      </p:sp>
    </p:spTree>
    <p:extLst>
      <p:ext uri="{BB962C8B-B14F-4D97-AF65-F5344CB8AC3E}">
        <p14:creationId xmlns:p14="http://schemas.microsoft.com/office/powerpoint/2010/main" val="20284092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2588C7D1-F78D-4230-AAE0-F183065FA15F}"/>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EJERCICIOS</a:t>
            </a:r>
          </a:p>
        </p:txBody>
      </p:sp>
      <p:sp>
        <p:nvSpPr>
          <p:cNvPr id="5" name="Rectángulo 4">
            <a:extLst>
              <a:ext uri="{FF2B5EF4-FFF2-40B4-BE49-F238E27FC236}">
                <a16:creationId xmlns:a16="http://schemas.microsoft.com/office/drawing/2014/main" id="{71515433-BA99-4B15-90B4-2CFB93914541}"/>
              </a:ext>
            </a:extLst>
          </p:cNvPr>
          <p:cNvSpPr/>
          <p:nvPr/>
        </p:nvSpPr>
        <p:spPr>
          <a:xfrm>
            <a:off x="3019103"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Marcador de contenido 2">
            <a:extLst>
              <a:ext uri="{FF2B5EF4-FFF2-40B4-BE49-F238E27FC236}">
                <a16:creationId xmlns:a16="http://schemas.microsoft.com/office/drawing/2014/main" id="{8A88965A-9E94-717B-C256-FE899B931B09}"/>
              </a:ext>
            </a:extLst>
          </p:cNvPr>
          <p:cNvSpPr>
            <a:spLocks noGrp="1"/>
          </p:cNvSpPr>
          <p:nvPr>
            <p:ph idx="1"/>
          </p:nvPr>
        </p:nvSpPr>
        <p:spPr>
          <a:xfrm>
            <a:off x="838200" y="2196342"/>
            <a:ext cx="10515600" cy="4059902"/>
          </a:xfrm>
        </p:spPr>
        <p:txBody>
          <a:bodyPr>
            <a:normAutofit/>
          </a:bodyPr>
          <a:lstStyle/>
          <a:p>
            <a:pPr marL="0" indent="0">
              <a:buNone/>
            </a:pPr>
            <a:r>
              <a:rPr lang="es-ES" sz="2000" dirty="0"/>
              <a:t>INDICACIONES</a:t>
            </a:r>
          </a:p>
          <a:p>
            <a:pPr marL="0" indent="0">
              <a:buNone/>
            </a:pPr>
            <a:r>
              <a:rPr lang="es-ES" sz="2000" dirty="0"/>
              <a:t>Todos los criterios y las alternativas que definan deben tener un sustento sólido en una fuente del tipo tesis, artículo científico (paper) o algún libro de nuestro centro de información. Usar citas APA.</a:t>
            </a:r>
          </a:p>
          <a:p>
            <a:pPr marL="0" indent="0">
              <a:buNone/>
            </a:pPr>
            <a:endParaRPr lang="es-ES" sz="2000" dirty="0"/>
          </a:p>
          <a:p>
            <a:pPr marL="342900" indent="-342900">
              <a:buAutoNum type="arabicPeriod"/>
            </a:pPr>
            <a:r>
              <a:rPr lang="es-ES" sz="1600" dirty="0"/>
              <a:t>Sustentar por qué seleccionó la UPC como opción para estudiar Ingeniería de Sistemas de Información.</a:t>
            </a:r>
          </a:p>
          <a:p>
            <a:pPr marL="342900" indent="-342900">
              <a:buAutoNum type="arabicPeriod"/>
            </a:pPr>
            <a:r>
              <a:rPr lang="es-ES" sz="1600" dirty="0"/>
              <a:t>Sustentar la decisión personal (o grupal) para adquirir un carro, acorde con sus necesidades actuales.</a:t>
            </a:r>
          </a:p>
          <a:p>
            <a:pPr marL="342900" indent="-342900">
              <a:buAutoNum type="arabicPeriod"/>
            </a:pPr>
            <a:r>
              <a:rPr lang="es-ES" sz="1600" dirty="0"/>
              <a:t>Sustentar la decisión personal (o grupal) para seguir una especialidad en su carrera de Ingeniería de Sistemas de Información. Ejemplo: administrador de bases de datos, fullstack Developer frontend, ciberseguridad, etc. </a:t>
            </a:r>
          </a:p>
          <a:p>
            <a:pPr marL="342900" indent="-342900">
              <a:buAutoNum type="arabicPeriod"/>
            </a:pPr>
            <a:r>
              <a:rPr lang="es-ES" sz="1600" dirty="0"/>
              <a:t>Sustentar cuál podría ser la solución al problema que van identificando para su trabajo final. Esto solo es un ejercicio con miras al trabajo final.</a:t>
            </a:r>
          </a:p>
          <a:p>
            <a:pPr marL="0" indent="0">
              <a:buNone/>
            </a:pPr>
            <a:endParaRPr lang="es-PE" sz="1400" dirty="0"/>
          </a:p>
        </p:txBody>
      </p:sp>
      <p:sp>
        <p:nvSpPr>
          <p:cNvPr id="3" name="CuadroTexto 2">
            <a:extLst>
              <a:ext uri="{FF2B5EF4-FFF2-40B4-BE49-F238E27FC236}">
                <a16:creationId xmlns:a16="http://schemas.microsoft.com/office/drawing/2014/main" id="{1A5FF379-0933-B4F0-BA2E-444B0D43916C}"/>
              </a:ext>
            </a:extLst>
          </p:cNvPr>
          <p:cNvSpPr txBox="1"/>
          <p:nvPr/>
        </p:nvSpPr>
        <p:spPr>
          <a:xfrm>
            <a:off x="142874" y="1304158"/>
            <a:ext cx="11210926" cy="523220"/>
          </a:xfrm>
          <a:prstGeom prst="rect">
            <a:avLst/>
          </a:prstGeom>
          <a:noFill/>
        </p:spPr>
        <p:txBody>
          <a:bodyPr wrap="square" rtlCol="0">
            <a:spAutoFit/>
          </a:bodyPr>
          <a:lstStyle/>
          <a:p>
            <a:r>
              <a:rPr lang="es-PE" sz="2800" dirty="0"/>
              <a:t>No. 2 – Toma de Decisiones (benchmarking)</a:t>
            </a:r>
          </a:p>
        </p:txBody>
      </p:sp>
    </p:spTree>
    <p:extLst>
      <p:ext uri="{BB962C8B-B14F-4D97-AF65-F5344CB8AC3E}">
        <p14:creationId xmlns:p14="http://schemas.microsoft.com/office/powerpoint/2010/main" val="23467148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BD0E624-920B-4203-9E0E-EFB9DF5F770C}"/>
              </a:ext>
            </a:extLst>
          </p:cNvPr>
          <p:cNvSpPr>
            <a:spLocks noGrp="1"/>
          </p:cNvSpPr>
          <p:nvPr>
            <p:ph idx="1"/>
          </p:nvPr>
        </p:nvSpPr>
        <p:spPr/>
        <p:txBody>
          <a:bodyPr>
            <a:normAutofit/>
          </a:bodyPr>
          <a:lstStyle/>
          <a:p>
            <a:pPr algn="just">
              <a:buClr>
                <a:srgbClr val="009D72"/>
              </a:buClr>
            </a:pPr>
            <a:r>
              <a:rPr lang="es-PE" sz="1800" dirty="0"/>
              <a:t>Se pueden utilizar herramientas para resolver problemas.</a:t>
            </a:r>
          </a:p>
          <a:p>
            <a:pPr algn="just">
              <a:buClr>
                <a:srgbClr val="009D72"/>
              </a:buClr>
            </a:pPr>
            <a:endParaRPr lang="es-PE" sz="1800" dirty="0"/>
          </a:p>
          <a:p>
            <a:pPr algn="just">
              <a:buClr>
                <a:srgbClr val="009D72"/>
              </a:buClr>
            </a:pPr>
            <a:r>
              <a:rPr lang="es-PE" sz="1800" dirty="0"/>
              <a:t>???</a:t>
            </a:r>
          </a:p>
          <a:p>
            <a:pPr algn="just">
              <a:buClr>
                <a:srgbClr val="009D72"/>
              </a:buClr>
            </a:pPr>
            <a:endParaRPr lang="es-PE" sz="1800" dirty="0"/>
          </a:p>
          <a:p>
            <a:pPr algn="just"/>
            <a:r>
              <a:rPr lang="es-PE" sz="1800" dirty="0"/>
              <a:t> ???</a:t>
            </a:r>
          </a:p>
          <a:p>
            <a:pPr algn="just"/>
            <a:endParaRPr lang="es-PE" sz="1800" dirty="0"/>
          </a:p>
          <a:p>
            <a:pPr algn="just"/>
            <a:r>
              <a:rPr lang="es-PE" sz="1800" dirty="0"/>
              <a:t> ???</a:t>
            </a:r>
          </a:p>
          <a:p>
            <a:pPr algn="just"/>
            <a:endParaRPr lang="es-PE" sz="1800" dirty="0"/>
          </a:p>
          <a:p>
            <a:pPr algn="just"/>
            <a:r>
              <a:rPr lang="es-PE" sz="1800" dirty="0"/>
              <a:t> ???</a:t>
            </a:r>
          </a:p>
          <a:p>
            <a:pPr algn="just"/>
            <a:endParaRPr lang="es-PE" sz="1800" dirty="0"/>
          </a:p>
          <a:p>
            <a:pPr algn="just"/>
            <a:endParaRPr lang="es-PE" sz="1800" dirty="0"/>
          </a:p>
        </p:txBody>
      </p:sp>
      <p:sp>
        <p:nvSpPr>
          <p:cNvPr id="4" name="Título 1">
            <a:extLst>
              <a:ext uri="{FF2B5EF4-FFF2-40B4-BE49-F238E27FC236}">
                <a16:creationId xmlns:a16="http://schemas.microsoft.com/office/drawing/2014/main" id="{7C7F2FF5-9B62-4452-94C2-0210E993C510}"/>
              </a:ext>
            </a:extLst>
          </p:cNvPr>
          <p:cNvSpPr txBox="1">
            <a:spLocks/>
          </p:cNvSpPr>
          <p:nvPr/>
        </p:nvSpPr>
        <p:spPr>
          <a:xfrm>
            <a:off x="838200" y="365125"/>
            <a:ext cx="1034241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E" sz="4000" b="1" dirty="0">
                <a:solidFill>
                  <a:srgbClr val="009D72"/>
                </a:solidFill>
                <a:latin typeface="Solano Gothic MVB Std Cap" panose="02000506030000020004" pitchFamily="50" charset="0"/>
              </a:rPr>
              <a:t>CONCLUSIONES</a:t>
            </a:r>
          </a:p>
        </p:txBody>
      </p:sp>
      <p:sp>
        <p:nvSpPr>
          <p:cNvPr id="5" name="Rectángulo 4">
            <a:extLst>
              <a:ext uri="{FF2B5EF4-FFF2-40B4-BE49-F238E27FC236}">
                <a16:creationId xmlns:a16="http://schemas.microsoft.com/office/drawing/2014/main" id="{8F67A4D8-1A99-41DD-9879-6ABDDF160189}"/>
              </a:ext>
            </a:extLst>
          </p:cNvPr>
          <p:cNvSpPr/>
          <p:nvPr/>
        </p:nvSpPr>
        <p:spPr>
          <a:xfrm>
            <a:off x="3028447" y="1246909"/>
            <a:ext cx="282633" cy="74815"/>
          </a:xfrm>
          <a:prstGeom prst="rect">
            <a:avLst/>
          </a:prstGeom>
          <a:solidFill>
            <a:srgbClr val="009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6089942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EB2CE0CA36E954FA213ED12040B44F1" ma:contentTypeVersion="11" ma:contentTypeDescription="Create a new document." ma:contentTypeScope="" ma:versionID="559d83820419ad196432a27ced504a54">
  <xsd:schema xmlns:xsd="http://www.w3.org/2001/XMLSchema" xmlns:xs="http://www.w3.org/2001/XMLSchema" xmlns:p="http://schemas.microsoft.com/office/2006/metadata/properties" xmlns:ns2="04635621-dc1a-449d-9263-379ef1e0c7af" xmlns:ns3="e7552d2f-a9ff-49a3-97e8-b15d4d12b8a4" targetNamespace="http://schemas.microsoft.com/office/2006/metadata/properties" ma:root="true" ma:fieldsID="4c747997d895b93b9e64d746c09744b0" ns2:_="" ns3:_="">
    <xsd:import namespace="04635621-dc1a-449d-9263-379ef1e0c7af"/>
    <xsd:import namespace="e7552d2f-a9ff-49a3-97e8-b15d4d12b8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EventHashCode" minOccurs="0"/>
                <xsd:element ref="ns2:MediaServiceGenerationTim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635621-dc1a-449d-9263-379ef1e0c7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552d2f-a9ff-49a3-97e8-b15d4d12b8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E6CE43-FC6D-467A-98DF-308B87224D3B}">
  <ds:schemaRefs>
    <ds:schemaRef ds:uri="http://schemas.microsoft.com/sharepoint/v3/contenttype/forms"/>
  </ds:schemaRefs>
</ds:datastoreItem>
</file>

<file path=customXml/itemProps2.xml><?xml version="1.0" encoding="utf-8"?>
<ds:datastoreItem xmlns:ds="http://schemas.openxmlformats.org/officeDocument/2006/customXml" ds:itemID="{2DBAAF26-68DC-4D8E-A30F-95F73D30E0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635621-dc1a-449d-9263-379ef1e0c7af"/>
    <ds:schemaRef ds:uri="e7552d2f-a9ff-49a3-97e8-b15d4d12b8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A1AD7D-84A4-4F57-9520-9A5415790336}">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3812</TotalTime>
  <Words>5503</Words>
  <Application>Microsoft Office PowerPoint</Application>
  <PresentationFormat>Panorámica</PresentationFormat>
  <Paragraphs>752</Paragraphs>
  <Slides>52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52</vt:i4>
      </vt:variant>
    </vt:vector>
  </HeadingPairs>
  <TitlesOfParts>
    <vt:vector size="57" baseType="lpstr">
      <vt:lpstr>Arial</vt:lpstr>
      <vt:lpstr>Calibri</vt:lpstr>
      <vt:lpstr>Calibri Light</vt:lpstr>
      <vt:lpstr>Solano Gothic MVB Std Cap</vt:lpstr>
      <vt:lpstr>Tema de Office</vt:lpstr>
      <vt:lpstr>ARQUITECTURA  EMPRESARIAL</vt:lpstr>
      <vt:lpstr>AGENDA</vt:lpstr>
      <vt:lpstr>LOGROS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Mafer Burmester</dc:creator>
  <cp:lastModifiedBy>Emilio Herrera Trujillo</cp:lastModifiedBy>
  <cp:revision>76</cp:revision>
  <dcterms:created xsi:type="dcterms:W3CDTF">2018-11-07T18:54:08Z</dcterms:created>
  <dcterms:modified xsi:type="dcterms:W3CDTF">2023-08-11T16:24:53Z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0x0101003EB2CE0CA36E954FA213ED12040B44F1</vt:lpwstr>
  </property>
</Properties>
</file>