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81" r:id="rId6"/>
    <p:sldId id="282" r:id="rId7"/>
    <p:sldId id="263" r:id="rId8"/>
    <p:sldId id="264" r:id="rId9"/>
    <p:sldId id="283" r:id="rId10"/>
    <p:sldId id="284" r:id="rId11"/>
    <p:sldId id="285" r:id="rId12"/>
    <p:sldId id="270" r:id="rId1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D72"/>
    <a:srgbClr val="8AB2A5"/>
    <a:srgbClr val="006E4F"/>
    <a:srgbClr val="535353"/>
    <a:srgbClr val="0091CB"/>
    <a:srgbClr val="006178"/>
    <a:srgbClr val="007DA1"/>
    <a:srgbClr val="AEAEAE"/>
    <a:srgbClr val="50BCE2"/>
    <a:srgbClr val="0E74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40" autoAdjust="0"/>
    <p:restoredTop sz="94660"/>
  </p:normalViewPr>
  <p:slideViewPr>
    <p:cSldViewPr snapToGrid="0">
      <p:cViewPr varScale="1">
        <p:scale>
          <a:sx n="69" d="100"/>
          <a:sy n="69" d="100"/>
        </p:scale>
        <p:origin x="59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CSIEHER (HERRERA TRUJILLO, EMILIO ANTONIO)" userId="c2439461-86f4-408f-a81b-719e8ff0266f" providerId="ADAL" clId="{747692F6-A73C-43DA-A4EB-F2D85FF5B2EE}"/>
    <pc:docChg chg="modSld">
      <pc:chgData name="PCSIEHER (HERRERA TRUJILLO, EMILIO ANTONIO)" userId="c2439461-86f4-408f-a81b-719e8ff0266f" providerId="ADAL" clId="{747692F6-A73C-43DA-A4EB-F2D85FF5B2EE}" dt="2023-08-11T17:26:13.407" v="1" actId="20577"/>
      <pc:docMkLst>
        <pc:docMk/>
      </pc:docMkLst>
      <pc:sldChg chg="modSp mod">
        <pc:chgData name="PCSIEHER (HERRERA TRUJILLO, EMILIO ANTONIO)" userId="c2439461-86f4-408f-a81b-719e8ff0266f" providerId="ADAL" clId="{747692F6-A73C-43DA-A4EB-F2D85FF5B2EE}" dt="2023-08-11T17:26:13.407" v="1" actId="20577"/>
        <pc:sldMkLst>
          <pc:docMk/>
          <pc:sldMk cId="2288737760" sldId="256"/>
        </pc:sldMkLst>
        <pc:spChg chg="mod">
          <ac:chgData name="PCSIEHER (HERRERA TRUJILLO, EMILIO ANTONIO)" userId="c2439461-86f4-408f-a81b-719e8ff0266f" providerId="ADAL" clId="{747692F6-A73C-43DA-A4EB-F2D85FF5B2EE}" dt="2023-08-11T17:26:13.407" v="1" actId="20577"/>
          <ac:spMkLst>
            <pc:docMk/>
            <pc:sldMk cId="2288737760" sldId="256"/>
            <ac:spMk id="4" creationId="{9CE198DE-125F-402F-B3CF-9A2665B60051}"/>
          </ac:spMkLst>
        </pc:spChg>
      </pc:sldChg>
    </pc:docChg>
  </pc:docChgLst>
  <pc:docChgLst>
    <pc:chgData name="Emilio Herrera Trujillo" userId="968374b4-bfd7-409d-b4bc-f1e0894ffdf7" providerId="ADAL" clId="{F9986450-B19F-4DE7-BD0F-EE4567DD3385}"/>
    <pc:docChg chg="undo custSel addSld modSld sldOrd">
      <pc:chgData name="Emilio Herrera Trujillo" userId="968374b4-bfd7-409d-b4bc-f1e0894ffdf7" providerId="ADAL" clId="{F9986450-B19F-4DE7-BD0F-EE4567DD3385}" dt="2023-02-02T23:08:49.192" v="1049" actId="6549"/>
      <pc:docMkLst>
        <pc:docMk/>
      </pc:docMkLst>
      <pc:sldChg chg="addSp delSp modSp mod">
        <pc:chgData name="Emilio Herrera Trujillo" userId="968374b4-bfd7-409d-b4bc-f1e0894ffdf7" providerId="ADAL" clId="{F9986450-B19F-4DE7-BD0F-EE4567DD3385}" dt="2023-02-02T23:08:30.826" v="1021" actId="255"/>
        <pc:sldMkLst>
          <pc:docMk/>
          <pc:sldMk cId="2288737760" sldId="256"/>
        </pc:sldMkLst>
        <pc:spChg chg="mod">
          <ac:chgData name="Emilio Herrera Trujillo" userId="968374b4-bfd7-409d-b4bc-f1e0894ffdf7" providerId="ADAL" clId="{F9986450-B19F-4DE7-BD0F-EE4567DD3385}" dt="2023-02-02T22:42:29.558" v="81" actId="14100"/>
          <ac:spMkLst>
            <pc:docMk/>
            <pc:sldMk cId="2288737760" sldId="256"/>
            <ac:spMk id="2" creationId="{16044E04-63F5-4419-B737-917DE6A7BCB2}"/>
          </ac:spMkLst>
        </pc:spChg>
        <pc:spChg chg="mod">
          <ac:chgData name="Emilio Herrera Trujillo" userId="968374b4-bfd7-409d-b4bc-f1e0894ffdf7" providerId="ADAL" clId="{F9986450-B19F-4DE7-BD0F-EE4567DD3385}" dt="2023-02-02T23:08:30.826" v="1021" actId="255"/>
          <ac:spMkLst>
            <pc:docMk/>
            <pc:sldMk cId="2288737760" sldId="256"/>
            <ac:spMk id="3" creationId="{CF2085F7-CAA4-405B-97ED-17A87A66D67D}"/>
          </ac:spMkLst>
        </pc:spChg>
        <pc:spChg chg="mod">
          <ac:chgData name="Emilio Herrera Trujillo" userId="968374b4-bfd7-409d-b4bc-f1e0894ffdf7" providerId="ADAL" clId="{F9986450-B19F-4DE7-BD0F-EE4567DD3385}" dt="2023-02-02T22:45:02.919" v="152" actId="1076"/>
          <ac:spMkLst>
            <pc:docMk/>
            <pc:sldMk cId="2288737760" sldId="256"/>
            <ac:spMk id="4" creationId="{9CE198DE-125F-402F-B3CF-9A2665B60051}"/>
          </ac:spMkLst>
        </pc:spChg>
        <pc:spChg chg="add mod">
          <ac:chgData name="Emilio Herrera Trujillo" userId="968374b4-bfd7-409d-b4bc-f1e0894ffdf7" providerId="ADAL" clId="{F9986450-B19F-4DE7-BD0F-EE4567DD3385}" dt="2023-02-02T22:55:03.155" v="704" actId="1076"/>
          <ac:spMkLst>
            <pc:docMk/>
            <pc:sldMk cId="2288737760" sldId="256"/>
            <ac:spMk id="9" creationId="{FED19880-6C5F-1A52-A9BD-73E4E9A8DFB2}"/>
          </ac:spMkLst>
        </pc:spChg>
        <pc:picChg chg="add mod">
          <ac:chgData name="Emilio Herrera Trujillo" userId="968374b4-bfd7-409d-b4bc-f1e0894ffdf7" providerId="ADAL" clId="{F9986450-B19F-4DE7-BD0F-EE4567DD3385}" dt="2023-02-02T22:42:02.131" v="71" actId="14100"/>
          <ac:picMkLst>
            <pc:docMk/>
            <pc:sldMk cId="2288737760" sldId="256"/>
            <ac:picMk id="5" creationId="{5CCA9E83-D5A3-F9B5-1ECB-9BEFD3B460A7}"/>
          </ac:picMkLst>
        </pc:picChg>
        <pc:picChg chg="del">
          <ac:chgData name="Emilio Herrera Trujillo" userId="968374b4-bfd7-409d-b4bc-f1e0894ffdf7" providerId="ADAL" clId="{F9986450-B19F-4DE7-BD0F-EE4567DD3385}" dt="2023-02-02T22:38:26.621" v="0" actId="478"/>
          <ac:picMkLst>
            <pc:docMk/>
            <pc:sldMk cId="2288737760" sldId="256"/>
            <ac:picMk id="6" creationId="{5AB8CA2E-F474-4039-B57E-9C5FC8E47261}"/>
          </ac:picMkLst>
        </pc:picChg>
        <pc:picChg chg="add del mod">
          <ac:chgData name="Emilio Herrera Trujillo" userId="968374b4-bfd7-409d-b4bc-f1e0894ffdf7" providerId="ADAL" clId="{F9986450-B19F-4DE7-BD0F-EE4567DD3385}" dt="2023-02-02T22:44:43.404" v="149" actId="478"/>
          <ac:picMkLst>
            <pc:docMk/>
            <pc:sldMk cId="2288737760" sldId="256"/>
            <ac:picMk id="7" creationId="{D42063C9-52AC-7A7F-867A-732D6A6893C4}"/>
          </ac:picMkLst>
        </pc:picChg>
        <pc:picChg chg="del mod">
          <ac:chgData name="Emilio Herrera Trujillo" userId="968374b4-bfd7-409d-b4bc-f1e0894ffdf7" providerId="ADAL" clId="{F9986450-B19F-4DE7-BD0F-EE4567DD3385}" dt="2023-02-02T22:41:12.981" v="63" actId="478"/>
          <ac:picMkLst>
            <pc:docMk/>
            <pc:sldMk cId="2288737760" sldId="256"/>
            <ac:picMk id="8" creationId="{778C75AE-8ECE-4FD4-AFED-81096B6FE6FF}"/>
          </ac:picMkLst>
        </pc:picChg>
      </pc:sldChg>
      <pc:sldChg chg="addSp delSp modSp">
        <pc:chgData name="Emilio Herrera Trujillo" userId="968374b4-bfd7-409d-b4bc-f1e0894ffdf7" providerId="ADAL" clId="{F9986450-B19F-4DE7-BD0F-EE4567DD3385}" dt="2023-02-02T22:48:00.318" v="179"/>
        <pc:sldMkLst>
          <pc:docMk/>
          <pc:sldMk cId="1155280616" sldId="263"/>
        </pc:sldMkLst>
        <pc:picChg chg="add del mod">
          <ac:chgData name="Emilio Herrera Trujillo" userId="968374b4-bfd7-409d-b4bc-f1e0894ffdf7" providerId="ADAL" clId="{F9986450-B19F-4DE7-BD0F-EE4567DD3385}" dt="2023-02-02T22:48:00.318" v="179"/>
          <ac:picMkLst>
            <pc:docMk/>
            <pc:sldMk cId="1155280616" sldId="263"/>
            <ac:picMk id="2" creationId="{92C25FFB-7519-04A7-36BA-99E4A9C93952}"/>
          </ac:picMkLst>
        </pc:picChg>
      </pc:sldChg>
      <pc:sldChg chg="addSp delSp modSp">
        <pc:chgData name="Emilio Herrera Trujillo" userId="968374b4-bfd7-409d-b4bc-f1e0894ffdf7" providerId="ADAL" clId="{F9986450-B19F-4DE7-BD0F-EE4567DD3385}" dt="2023-02-02T22:47:58.562" v="178"/>
        <pc:sldMkLst>
          <pc:docMk/>
          <pc:sldMk cId="210311730" sldId="264"/>
        </pc:sldMkLst>
        <pc:picChg chg="add del mod">
          <ac:chgData name="Emilio Herrera Trujillo" userId="968374b4-bfd7-409d-b4bc-f1e0894ffdf7" providerId="ADAL" clId="{F9986450-B19F-4DE7-BD0F-EE4567DD3385}" dt="2023-02-02T22:47:58.562" v="178"/>
          <ac:picMkLst>
            <pc:docMk/>
            <pc:sldMk cId="210311730" sldId="264"/>
            <ac:picMk id="2" creationId="{C987A9A5-0A83-9C8A-A0EA-DA4C052B46A9}"/>
          </ac:picMkLst>
        </pc:picChg>
      </pc:sldChg>
      <pc:sldChg chg="addSp delSp modSp mod ord">
        <pc:chgData name="Emilio Herrera Trujillo" userId="968374b4-bfd7-409d-b4bc-f1e0894ffdf7" providerId="ADAL" clId="{F9986450-B19F-4DE7-BD0F-EE4567DD3385}" dt="2023-02-02T23:08:49.192" v="1049" actId="6549"/>
        <pc:sldMkLst>
          <pc:docMk/>
          <pc:sldMk cId="1667273690" sldId="281"/>
        </pc:sldMkLst>
        <pc:spChg chg="mod">
          <ac:chgData name="Emilio Herrera Trujillo" userId="968374b4-bfd7-409d-b4bc-f1e0894ffdf7" providerId="ADAL" clId="{F9986450-B19F-4DE7-BD0F-EE4567DD3385}" dt="2023-02-02T23:08:49.192" v="1049" actId="6549"/>
          <ac:spMkLst>
            <pc:docMk/>
            <pc:sldMk cId="1667273690" sldId="281"/>
            <ac:spMk id="6" creationId="{D1920445-2224-41CF-9436-C0A0A7CBF3A4}"/>
          </ac:spMkLst>
        </pc:spChg>
        <pc:picChg chg="add del mod">
          <ac:chgData name="Emilio Herrera Trujillo" userId="968374b4-bfd7-409d-b4bc-f1e0894ffdf7" providerId="ADAL" clId="{F9986450-B19F-4DE7-BD0F-EE4567DD3385}" dt="2023-02-02T22:48:08.416" v="181" actId="478"/>
          <ac:picMkLst>
            <pc:docMk/>
            <pc:sldMk cId="1667273690" sldId="281"/>
            <ac:picMk id="2" creationId="{892C3569-2A33-A13B-57B7-106CDC962E58}"/>
          </ac:picMkLst>
        </pc:picChg>
      </pc:sldChg>
      <pc:sldChg chg="addSp delSp modSp add mod">
        <pc:chgData name="Emilio Herrera Trujillo" userId="968374b4-bfd7-409d-b4bc-f1e0894ffdf7" providerId="ADAL" clId="{F9986450-B19F-4DE7-BD0F-EE4567DD3385}" dt="2023-02-02T22:57:33.751" v="906" actId="20577"/>
        <pc:sldMkLst>
          <pc:docMk/>
          <pc:sldMk cId="4112524396" sldId="282"/>
        </pc:sldMkLst>
        <pc:spChg chg="mod">
          <ac:chgData name="Emilio Herrera Trujillo" userId="968374b4-bfd7-409d-b4bc-f1e0894ffdf7" providerId="ADAL" clId="{F9986450-B19F-4DE7-BD0F-EE4567DD3385}" dt="2023-02-02T22:45:46.535" v="171" actId="20577"/>
          <ac:spMkLst>
            <pc:docMk/>
            <pc:sldMk cId="4112524396" sldId="282"/>
            <ac:spMk id="4" creationId="{08514C8A-1986-4342-988B-31CDE22F946B}"/>
          </ac:spMkLst>
        </pc:spChg>
        <pc:spChg chg="mod">
          <ac:chgData name="Emilio Herrera Trujillo" userId="968374b4-bfd7-409d-b4bc-f1e0894ffdf7" providerId="ADAL" clId="{F9986450-B19F-4DE7-BD0F-EE4567DD3385}" dt="2023-02-02T22:57:33.751" v="906" actId="20577"/>
          <ac:spMkLst>
            <pc:docMk/>
            <pc:sldMk cId="4112524396" sldId="282"/>
            <ac:spMk id="6" creationId="{D1920445-2224-41CF-9436-C0A0A7CBF3A4}"/>
          </ac:spMkLst>
        </pc:spChg>
        <pc:picChg chg="add del mod">
          <ac:chgData name="Emilio Herrera Trujillo" userId="968374b4-bfd7-409d-b4bc-f1e0894ffdf7" providerId="ADAL" clId="{F9986450-B19F-4DE7-BD0F-EE4567DD3385}" dt="2023-02-02T22:48:11.261" v="182" actId="478"/>
          <ac:picMkLst>
            <pc:docMk/>
            <pc:sldMk cId="4112524396" sldId="282"/>
            <ac:picMk id="2" creationId="{449F747E-2642-BED2-966F-B905CC1C3AEC}"/>
          </ac:picMkLst>
        </pc:picChg>
      </pc:sldChg>
    </pc:docChg>
  </pc:docChgLst>
  <pc:docChgLst>
    <pc:chgData name="Emilio Herrera Trujillo" userId="968374b4-bfd7-409d-b4bc-f1e0894ffdf7" providerId="ADAL" clId="{63392A7C-2442-4D4A-BCCA-0E4E56A8DBD3}"/>
    <pc:docChg chg="undo custSel addSld delSld modSld">
      <pc:chgData name="Emilio Herrera Trujillo" userId="968374b4-bfd7-409d-b4bc-f1e0894ffdf7" providerId="ADAL" clId="{63392A7C-2442-4D4A-BCCA-0E4E56A8DBD3}" dt="2023-03-19T16:56:11.573" v="3486" actId="478"/>
      <pc:docMkLst>
        <pc:docMk/>
      </pc:docMkLst>
      <pc:sldChg chg="delSp mod">
        <pc:chgData name="Emilio Herrera Trujillo" userId="968374b4-bfd7-409d-b4bc-f1e0894ffdf7" providerId="ADAL" clId="{63392A7C-2442-4D4A-BCCA-0E4E56A8DBD3}" dt="2023-03-19T16:56:11.573" v="3486" actId="478"/>
        <pc:sldMkLst>
          <pc:docMk/>
          <pc:sldMk cId="2288737760" sldId="256"/>
        </pc:sldMkLst>
        <pc:spChg chg="del">
          <ac:chgData name="Emilio Herrera Trujillo" userId="968374b4-bfd7-409d-b4bc-f1e0894ffdf7" providerId="ADAL" clId="{63392A7C-2442-4D4A-BCCA-0E4E56A8DBD3}" dt="2023-03-19T16:56:11.573" v="3486" actId="478"/>
          <ac:spMkLst>
            <pc:docMk/>
            <pc:sldMk cId="2288737760" sldId="256"/>
            <ac:spMk id="9" creationId="{FED19880-6C5F-1A52-A9BD-73E4E9A8DFB2}"/>
          </ac:spMkLst>
        </pc:spChg>
      </pc:sldChg>
      <pc:sldChg chg="del">
        <pc:chgData name="Emilio Herrera Trujillo" userId="968374b4-bfd7-409d-b4bc-f1e0894ffdf7" providerId="ADAL" clId="{63392A7C-2442-4D4A-BCCA-0E4E56A8DBD3}" dt="2023-03-19T15:45:26.569" v="160" actId="47"/>
        <pc:sldMkLst>
          <pc:docMk/>
          <pc:sldMk cId="1920641899" sldId="257"/>
        </pc:sldMkLst>
      </pc:sldChg>
      <pc:sldChg chg="del">
        <pc:chgData name="Emilio Herrera Trujillo" userId="968374b4-bfd7-409d-b4bc-f1e0894ffdf7" providerId="ADAL" clId="{63392A7C-2442-4D4A-BCCA-0E4E56A8DBD3}" dt="2023-03-19T15:45:26.569" v="160" actId="47"/>
        <pc:sldMkLst>
          <pc:docMk/>
          <pc:sldMk cId="3220905575" sldId="258"/>
        </pc:sldMkLst>
      </pc:sldChg>
      <pc:sldChg chg="del">
        <pc:chgData name="Emilio Herrera Trujillo" userId="968374b4-bfd7-409d-b4bc-f1e0894ffdf7" providerId="ADAL" clId="{63392A7C-2442-4D4A-BCCA-0E4E56A8DBD3}" dt="2023-03-19T15:45:26.569" v="160" actId="47"/>
        <pc:sldMkLst>
          <pc:docMk/>
          <pc:sldMk cId="3920266470" sldId="259"/>
        </pc:sldMkLst>
      </pc:sldChg>
      <pc:sldChg chg="del">
        <pc:chgData name="Emilio Herrera Trujillo" userId="968374b4-bfd7-409d-b4bc-f1e0894ffdf7" providerId="ADAL" clId="{63392A7C-2442-4D4A-BCCA-0E4E56A8DBD3}" dt="2023-03-19T15:45:26.569" v="160" actId="47"/>
        <pc:sldMkLst>
          <pc:docMk/>
          <pc:sldMk cId="2513683708" sldId="260"/>
        </pc:sldMkLst>
      </pc:sldChg>
      <pc:sldChg chg="del">
        <pc:chgData name="Emilio Herrera Trujillo" userId="968374b4-bfd7-409d-b4bc-f1e0894ffdf7" providerId="ADAL" clId="{63392A7C-2442-4D4A-BCCA-0E4E56A8DBD3}" dt="2023-03-19T15:45:26.569" v="160" actId="47"/>
        <pc:sldMkLst>
          <pc:docMk/>
          <pc:sldMk cId="1792476320" sldId="261"/>
        </pc:sldMkLst>
      </pc:sldChg>
      <pc:sldChg chg="del">
        <pc:chgData name="Emilio Herrera Trujillo" userId="968374b4-bfd7-409d-b4bc-f1e0894ffdf7" providerId="ADAL" clId="{63392A7C-2442-4D4A-BCCA-0E4E56A8DBD3}" dt="2023-03-19T15:45:26.569" v="160" actId="47"/>
        <pc:sldMkLst>
          <pc:docMk/>
          <pc:sldMk cId="1316330631" sldId="262"/>
        </pc:sldMkLst>
      </pc:sldChg>
      <pc:sldChg chg="modSp mod">
        <pc:chgData name="Emilio Herrera Trujillo" userId="968374b4-bfd7-409d-b4bc-f1e0894ffdf7" providerId="ADAL" clId="{63392A7C-2442-4D4A-BCCA-0E4E56A8DBD3}" dt="2023-03-19T15:45:03.513" v="148" actId="20577"/>
        <pc:sldMkLst>
          <pc:docMk/>
          <pc:sldMk cId="1155280616" sldId="263"/>
        </pc:sldMkLst>
        <pc:spChg chg="mod">
          <ac:chgData name="Emilio Herrera Trujillo" userId="968374b4-bfd7-409d-b4bc-f1e0894ffdf7" providerId="ADAL" clId="{63392A7C-2442-4D4A-BCCA-0E4E56A8DBD3}" dt="2023-03-19T15:44:45.853" v="93" actId="20577"/>
          <ac:spMkLst>
            <pc:docMk/>
            <pc:sldMk cId="1155280616" sldId="263"/>
            <ac:spMk id="4" creationId="{2588C7D1-F78D-4230-AAE0-F183065FA15F}"/>
          </ac:spMkLst>
        </pc:spChg>
        <pc:spChg chg="mod">
          <ac:chgData name="Emilio Herrera Trujillo" userId="968374b4-bfd7-409d-b4bc-f1e0894ffdf7" providerId="ADAL" clId="{63392A7C-2442-4D4A-BCCA-0E4E56A8DBD3}" dt="2023-03-19T15:45:03.513" v="148" actId="20577"/>
          <ac:spMkLst>
            <pc:docMk/>
            <pc:sldMk cId="1155280616" sldId="263"/>
            <ac:spMk id="8" creationId="{4D2D4318-6BF9-4D3B-8A08-A82D65B8D0FD}"/>
          </ac:spMkLst>
        </pc:spChg>
      </pc:sldChg>
      <pc:sldChg chg="delSp modSp mod">
        <pc:chgData name="Emilio Herrera Trujillo" userId="968374b4-bfd7-409d-b4bc-f1e0894ffdf7" providerId="ADAL" clId="{63392A7C-2442-4D4A-BCCA-0E4E56A8DBD3}" dt="2023-03-19T16:49:22.471" v="3485" actId="20577"/>
        <pc:sldMkLst>
          <pc:docMk/>
          <pc:sldMk cId="210311730" sldId="264"/>
        </pc:sldMkLst>
        <pc:spChg chg="mod">
          <ac:chgData name="Emilio Herrera Trujillo" userId="968374b4-bfd7-409d-b4bc-f1e0894ffdf7" providerId="ADAL" clId="{63392A7C-2442-4D4A-BCCA-0E4E56A8DBD3}" dt="2023-03-19T15:45:16.379" v="158" actId="20577"/>
          <ac:spMkLst>
            <pc:docMk/>
            <pc:sldMk cId="210311730" sldId="264"/>
            <ac:spMk id="4" creationId="{2D543DA6-E7B4-4713-A3DB-8F209F62A2E3}"/>
          </ac:spMkLst>
        </pc:spChg>
        <pc:spChg chg="mod">
          <ac:chgData name="Emilio Herrera Trujillo" userId="968374b4-bfd7-409d-b4bc-f1e0894ffdf7" providerId="ADAL" clId="{63392A7C-2442-4D4A-BCCA-0E4E56A8DBD3}" dt="2023-03-19T16:49:22.471" v="3485" actId="20577"/>
          <ac:spMkLst>
            <pc:docMk/>
            <pc:sldMk cId="210311730" sldId="264"/>
            <ac:spMk id="6" creationId="{ABDF5446-2936-4BD8-85F4-E4C4FD8115DD}"/>
          </ac:spMkLst>
        </pc:spChg>
        <pc:spChg chg="del">
          <ac:chgData name="Emilio Herrera Trujillo" userId="968374b4-bfd7-409d-b4bc-f1e0894ffdf7" providerId="ADAL" clId="{63392A7C-2442-4D4A-BCCA-0E4E56A8DBD3}" dt="2023-03-19T15:45:20.949" v="159" actId="478"/>
          <ac:spMkLst>
            <pc:docMk/>
            <pc:sldMk cId="210311730" sldId="264"/>
            <ac:spMk id="8" creationId="{5C4B7CAC-D29D-4E6D-AF89-33797CF612F3}"/>
          </ac:spMkLst>
        </pc:spChg>
        <pc:spChg chg="del">
          <ac:chgData name="Emilio Herrera Trujillo" userId="968374b4-bfd7-409d-b4bc-f1e0894ffdf7" providerId="ADAL" clId="{63392A7C-2442-4D4A-BCCA-0E4E56A8DBD3}" dt="2023-03-19T15:45:20.949" v="159" actId="478"/>
          <ac:spMkLst>
            <pc:docMk/>
            <pc:sldMk cId="210311730" sldId="264"/>
            <ac:spMk id="9" creationId="{8CCEFC40-B93D-4639-BB88-BA953E3282BB}"/>
          </ac:spMkLst>
        </pc:spChg>
        <pc:spChg chg="del">
          <ac:chgData name="Emilio Herrera Trujillo" userId="968374b4-bfd7-409d-b4bc-f1e0894ffdf7" providerId="ADAL" clId="{63392A7C-2442-4D4A-BCCA-0E4E56A8DBD3}" dt="2023-03-19T15:45:20.949" v="159" actId="478"/>
          <ac:spMkLst>
            <pc:docMk/>
            <pc:sldMk cId="210311730" sldId="264"/>
            <ac:spMk id="16" creationId="{58F79239-6B47-44B5-9781-022DE865503A}"/>
          </ac:spMkLst>
        </pc:spChg>
        <pc:spChg chg="del">
          <ac:chgData name="Emilio Herrera Trujillo" userId="968374b4-bfd7-409d-b4bc-f1e0894ffdf7" providerId="ADAL" clId="{63392A7C-2442-4D4A-BCCA-0E4E56A8DBD3}" dt="2023-03-19T15:45:20.949" v="159" actId="478"/>
          <ac:spMkLst>
            <pc:docMk/>
            <pc:sldMk cId="210311730" sldId="264"/>
            <ac:spMk id="20" creationId="{576C3F3D-3022-4C78-BCB0-C554CB207173}"/>
          </ac:spMkLst>
        </pc:spChg>
        <pc:spChg chg="del">
          <ac:chgData name="Emilio Herrera Trujillo" userId="968374b4-bfd7-409d-b4bc-f1e0894ffdf7" providerId="ADAL" clId="{63392A7C-2442-4D4A-BCCA-0E4E56A8DBD3}" dt="2023-03-19T15:45:20.949" v="159" actId="478"/>
          <ac:spMkLst>
            <pc:docMk/>
            <pc:sldMk cId="210311730" sldId="264"/>
            <ac:spMk id="25" creationId="{D508A9F2-C97A-4503-BC3C-2F016F585641}"/>
          </ac:spMkLst>
        </pc:spChg>
        <pc:spChg chg="del">
          <ac:chgData name="Emilio Herrera Trujillo" userId="968374b4-bfd7-409d-b4bc-f1e0894ffdf7" providerId="ADAL" clId="{63392A7C-2442-4D4A-BCCA-0E4E56A8DBD3}" dt="2023-03-19T15:45:20.949" v="159" actId="478"/>
          <ac:spMkLst>
            <pc:docMk/>
            <pc:sldMk cId="210311730" sldId="264"/>
            <ac:spMk id="26" creationId="{372A8399-C44A-4244-9B4D-C61C9212F64E}"/>
          </ac:spMkLst>
        </pc:spChg>
        <pc:spChg chg="del">
          <ac:chgData name="Emilio Herrera Trujillo" userId="968374b4-bfd7-409d-b4bc-f1e0894ffdf7" providerId="ADAL" clId="{63392A7C-2442-4D4A-BCCA-0E4E56A8DBD3}" dt="2023-03-19T15:45:20.949" v="159" actId="478"/>
          <ac:spMkLst>
            <pc:docMk/>
            <pc:sldMk cId="210311730" sldId="264"/>
            <ac:spMk id="27" creationId="{2A4EB014-A470-4E3E-9DAE-459DB3E886BD}"/>
          </ac:spMkLst>
        </pc:spChg>
        <pc:spChg chg="del">
          <ac:chgData name="Emilio Herrera Trujillo" userId="968374b4-bfd7-409d-b4bc-f1e0894ffdf7" providerId="ADAL" clId="{63392A7C-2442-4D4A-BCCA-0E4E56A8DBD3}" dt="2023-03-19T15:45:20.949" v="159" actId="478"/>
          <ac:spMkLst>
            <pc:docMk/>
            <pc:sldMk cId="210311730" sldId="264"/>
            <ac:spMk id="28" creationId="{CEAC60C6-1846-43E2-9D2F-3B79D982F75E}"/>
          </ac:spMkLst>
        </pc:spChg>
        <pc:spChg chg="del">
          <ac:chgData name="Emilio Herrera Trujillo" userId="968374b4-bfd7-409d-b4bc-f1e0894ffdf7" providerId="ADAL" clId="{63392A7C-2442-4D4A-BCCA-0E4E56A8DBD3}" dt="2023-03-19T15:45:20.949" v="159" actId="478"/>
          <ac:spMkLst>
            <pc:docMk/>
            <pc:sldMk cId="210311730" sldId="264"/>
            <ac:spMk id="29" creationId="{1C1FC9EA-5D94-4A72-8B95-F18414E9D0F4}"/>
          </ac:spMkLst>
        </pc:spChg>
        <pc:spChg chg="del">
          <ac:chgData name="Emilio Herrera Trujillo" userId="968374b4-bfd7-409d-b4bc-f1e0894ffdf7" providerId="ADAL" clId="{63392A7C-2442-4D4A-BCCA-0E4E56A8DBD3}" dt="2023-03-19T15:45:20.949" v="159" actId="478"/>
          <ac:spMkLst>
            <pc:docMk/>
            <pc:sldMk cId="210311730" sldId="264"/>
            <ac:spMk id="30" creationId="{83A1ED70-7E03-4ED7-B015-5AF8DBB65269}"/>
          </ac:spMkLst>
        </pc:spChg>
        <pc:spChg chg="del">
          <ac:chgData name="Emilio Herrera Trujillo" userId="968374b4-bfd7-409d-b4bc-f1e0894ffdf7" providerId="ADAL" clId="{63392A7C-2442-4D4A-BCCA-0E4E56A8DBD3}" dt="2023-03-19T15:45:20.949" v="159" actId="478"/>
          <ac:spMkLst>
            <pc:docMk/>
            <pc:sldMk cId="210311730" sldId="264"/>
            <ac:spMk id="31" creationId="{EBC06FAA-F740-40FD-9CC6-FB2993565403}"/>
          </ac:spMkLst>
        </pc:spChg>
        <pc:spChg chg="del">
          <ac:chgData name="Emilio Herrera Trujillo" userId="968374b4-bfd7-409d-b4bc-f1e0894ffdf7" providerId="ADAL" clId="{63392A7C-2442-4D4A-BCCA-0E4E56A8DBD3}" dt="2023-03-19T15:45:20.949" v="159" actId="478"/>
          <ac:spMkLst>
            <pc:docMk/>
            <pc:sldMk cId="210311730" sldId="264"/>
            <ac:spMk id="32" creationId="{6A8EFF5A-7EB2-4099-970B-A9587C3986E4}"/>
          </ac:spMkLst>
        </pc:spChg>
        <pc:spChg chg="del">
          <ac:chgData name="Emilio Herrera Trujillo" userId="968374b4-bfd7-409d-b4bc-f1e0894ffdf7" providerId="ADAL" clId="{63392A7C-2442-4D4A-BCCA-0E4E56A8DBD3}" dt="2023-03-19T15:45:20.949" v="159" actId="478"/>
          <ac:spMkLst>
            <pc:docMk/>
            <pc:sldMk cId="210311730" sldId="264"/>
            <ac:spMk id="33" creationId="{FFF5C69D-1842-4847-89C6-7381B57A1770}"/>
          </ac:spMkLst>
        </pc:spChg>
        <pc:spChg chg="del">
          <ac:chgData name="Emilio Herrera Trujillo" userId="968374b4-bfd7-409d-b4bc-f1e0894ffdf7" providerId="ADAL" clId="{63392A7C-2442-4D4A-BCCA-0E4E56A8DBD3}" dt="2023-03-19T15:45:20.949" v="159" actId="478"/>
          <ac:spMkLst>
            <pc:docMk/>
            <pc:sldMk cId="210311730" sldId="264"/>
            <ac:spMk id="34" creationId="{E0113C28-0512-4540-8723-4038015DA457}"/>
          </ac:spMkLst>
        </pc:spChg>
        <pc:spChg chg="del">
          <ac:chgData name="Emilio Herrera Trujillo" userId="968374b4-bfd7-409d-b4bc-f1e0894ffdf7" providerId="ADAL" clId="{63392A7C-2442-4D4A-BCCA-0E4E56A8DBD3}" dt="2023-03-19T15:45:20.949" v="159" actId="478"/>
          <ac:spMkLst>
            <pc:docMk/>
            <pc:sldMk cId="210311730" sldId="264"/>
            <ac:spMk id="36" creationId="{A4A66F2C-C119-431D-96E5-42C5ED3DBD50}"/>
          </ac:spMkLst>
        </pc:spChg>
      </pc:sldChg>
      <pc:sldChg chg="del">
        <pc:chgData name="Emilio Herrera Trujillo" userId="968374b4-bfd7-409d-b4bc-f1e0894ffdf7" providerId="ADAL" clId="{63392A7C-2442-4D4A-BCCA-0E4E56A8DBD3}" dt="2023-03-19T15:45:26.569" v="160" actId="47"/>
        <pc:sldMkLst>
          <pc:docMk/>
          <pc:sldMk cId="1738192409" sldId="265"/>
        </pc:sldMkLst>
      </pc:sldChg>
      <pc:sldChg chg="del">
        <pc:chgData name="Emilio Herrera Trujillo" userId="968374b4-bfd7-409d-b4bc-f1e0894ffdf7" providerId="ADAL" clId="{63392A7C-2442-4D4A-BCCA-0E4E56A8DBD3}" dt="2023-03-19T15:45:26.569" v="160" actId="47"/>
        <pc:sldMkLst>
          <pc:docMk/>
          <pc:sldMk cId="1966444759" sldId="266"/>
        </pc:sldMkLst>
      </pc:sldChg>
      <pc:sldChg chg="del">
        <pc:chgData name="Emilio Herrera Trujillo" userId="968374b4-bfd7-409d-b4bc-f1e0894ffdf7" providerId="ADAL" clId="{63392A7C-2442-4D4A-BCCA-0E4E56A8DBD3}" dt="2023-03-19T15:45:26.569" v="160" actId="47"/>
        <pc:sldMkLst>
          <pc:docMk/>
          <pc:sldMk cId="2612201283" sldId="267"/>
        </pc:sldMkLst>
      </pc:sldChg>
      <pc:sldChg chg="del">
        <pc:chgData name="Emilio Herrera Trujillo" userId="968374b4-bfd7-409d-b4bc-f1e0894ffdf7" providerId="ADAL" clId="{63392A7C-2442-4D4A-BCCA-0E4E56A8DBD3}" dt="2023-03-19T15:45:26.569" v="160" actId="47"/>
        <pc:sldMkLst>
          <pc:docMk/>
          <pc:sldMk cId="3410944906" sldId="268"/>
        </pc:sldMkLst>
      </pc:sldChg>
      <pc:sldChg chg="del">
        <pc:chgData name="Emilio Herrera Trujillo" userId="968374b4-bfd7-409d-b4bc-f1e0894ffdf7" providerId="ADAL" clId="{63392A7C-2442-4D4A-BCCA-0E4E56A8DBD3}" dt="2023-03-19T15:45:26.569" v="160" actId="47"/>
        <pc:sldMkLst>
          <pc:docMk/>
          <pc:sldMk cId="2554618019" sldId="269"/>
        </pc:sldMkLst>
      </pc:sldChg>
      <pc:sldChg chg="modSp mod">
        <pc:chgData name="Emilio Herrera Trujillo" userId="968374b4-bfd7-409d-b4bc-f1e0894ffdf7" providerId="ADAL" clId="{63392A7C-2442-4D4A-BCCA-0E4E56A8DBD3}" dt="2023-03-19T15:45:36.841" v="178" actId="20577"/>
        <pc:sldMkLst>
          <pc:docMk/>
          <pc:sldMk cId="230375258" sldId="270"/>
        </pc:sldMkLst>
        <pc:spChg chg="mod">
          <ac:chgData name="Emilio Herrera Trujillo" userId="968374b4-bfd7-409d-b4bc-f1e0894ffdf7" providerId="ADAL" clId="{63392A7C-2442-4D4A-BCCA-0E4E56A8DBD3}" dt="2023-03-19T15:45:36.841" v="178" actId="20577"/>
          <ac:spMkLst>
            <pc:docMk/>
            <pc:sldMk cId="230375258" sldId="270"/>
            <ac:spMk id="3" creationId="{CBD0E624-920B-4203-9E0E-EFB9DF5F770C}"/>
          </ac:spMkLst>
        </pc:spChg>
      </pc:sldChg>
      <pc:sldChg chg="del">
        <pc:chgData name="Emilio Herrera Trujillo" userId="968374b4-bfd7-409d-b4bc-f1e0894ffdf7" providerId="ADAL" clId="{63392A7C-2442-4D4A-BCCA-0E4E56A8DBD3}" dt="2023-03-19T15:45:26.569" v="160" actId="47"/>
        <pc:sldMkLst>
          <pc:docMk/>
          <pc:sldMk cId="317346644" sldId="271"/>
        </pc:sldMkLst>
      </pc:sldChg>
      <pc:sldChg chg="del">
        <pc:chgData name="Emilio Herrera Trujillo" userId="968374b4-bfd7-409d-b4bc-f1e0894ffdf7" providerId="ADAL" clId="{63392A7C-2442-4D4A-BCCA-0E4E56A8DBD3}" dt="2023-03-19T15:45:26.569" v="160" actId="47"/>
        <pc:sldMkLst>
          <pc:docMk/>
          <pc:sldMk cId="4117266902" sldId="272"/>
        </pc:sldMkLst>
      </pc:sldChg>
      <pc:sldChg chg="del">
        <pc:chgData name="Emilio Herrera Trujillo" userId="968374b4-bfd7-409d-b4bc-f1e0894ffdf7" providerId="ADAL" clId="{63392A7C-2442-4D4A-BCCA-0E4E56A8DBD3}" dt="2023-03-19T15:45:26.569" v="160" actId="47"/>
        <pc:sldMkLst>
          <pc:docMk/>
          <pc:sldMk cId="1599217531" sldId="273"/>
        </pc:sldMkLst>
      </pc:sldChg>
      <pc:sldChg chg="del">
        <pc:chgData name="Emilio Herrera Trujillo" userId="968374b4-bfd7-409d-b4bc-f1e0894ffdf7" providerId="ADAL" clId="{63392A7C-2442-4D4A-BCCA-0E4E56A8DBD3}" dt="2023-03-19T15:45:26.569" v="160" actId="47"/>
        <pc:sldMkLst>
          <pc:docMk/>
          <pc:sldMk cId="740907285" sldId="274"/>
        </pc:sldMkLst>
      </pc:sldChg>
      <pc:sldChg chg="del">
        <pc:chgData name="Emilio Herrera Trujillo" userId="968374b4-bfd7-409d-b4bc-f1e0894ffdf7" providerId="ADAL" clId="{63392A7C-2442-4D4A-BCCA-0E4E56A8DBD3}" dt="2023-03-19T15:45:26.569" v="160" actId="47"/>
        <pc:sldMkLst>
          <pc:docMk/>
          <pc:sldMk cId="3876870454" sldId="276"/>
        </pc:sldMkLst>
      </pc:sldChg>
      <pc:sldChg chg="del">
        <pc:chgData name="Emilio Herrera Trujillo" userId="968374b4-bfd7-409d-b4bc-f1e0894ffdf7" providerId="ADAL" clId="{63392A7C-2442-4D4A-BCCA-0E4E56A8DBD3}" dt="2023-03-19T15:45:26.569" v="160" actId="47"/>
        <pc:sldMkLst>
          <pc:docMk/>
          <pc:sldMk cId="1997639320" sldId="277"/>
        </pc:sldMkLst>
      </pc:sldChg>
      <pc:sldChg chg="del">
        <pc:chgData name="Emilio Herrera Trujillo" userId="968374b4-bfd7-409d-b4bc-f1e0894ffdf7" providerId="ADAL" clId="{63392A7C-2442-4D4A-BCCA-0E4E56A8DBD3}" dt="2023-03-19T15:45:26.569" v="160" actId="47"/>
        <pc:sldMkLst>
          <pc:docMk/>
          <pc:sldMk cId="1860897671" sldId="278"/>
        </pc:sldMkLst>
      </pc:sldChg>
      <pc:sldChg chg="del">
        <pc:chgData name="Emilio Herrera Trujillo" userId="968374b4-bfd7-409d-b4bc-f1e0894ffdf7" providerId="ADAL" clId="{63392A7C-2442-4D4A-BCCA-0E4E56A8DBD3}" dt="2023-03-19T15:45:26.569" v="160" actId="47"/>
        <pc:sldMkLst>
          <pc:docMk/>
          <pc:sldMk cId="2174890627" sldId="279"/>
        </pc:sldMkLst>
      </pc:sldChg>
      <pc:sldChg chg="del">
        <pc:chgData name="Emilio Herrera Trujillo" userId="968374b4-bfd7-409d-b4bc-f1e0894ffdf7" providerId="ADAL" clId="{63392A7C-2442-4D4A-BCCA-0E4E56A8DBD3}" dt="2023-03-19T15:45:26.569" v="160" actId="47"/>
        <pc:sldMkLst>
          <pc:docMk/>
          <pc:sldMk cId="2011226115" sldId="280"/>
        </pc:sldMkLst>
      </pc:sldChg>
      <pc:sldChg chg="modSp mod">
        <pc:chgData name="Emilio Herrera Trujillo" userId="968374b4-bfd7-409d-b4bc-f1e0894ffdf7" providerId="ADAL" clId="{63392A7C-2442-4D4A-BCCA-0E4E56A8DBD3}" dt="2023-03-19T15:44:33.286" v="83" actId="6549"/>
        <pc:sldMkLst>
          <pc:docMk/>
          <pc:sldMk cId="4112524396" sldId="282"/>
        </pc:sldMkLst>
        <pc:spChg chg="mod">
          <ac:chgData name="Emilio Herrera Trujillo" userId="968374b4-bfd7-409d-b4bc-f1e0894ffdf7" providerId="ADAL" clId="{63392A7C-2442-4D4A-BCCA-0E4E56A8DBD3}" dt="2023-03-19T15:44:33.286" v="83" actId="6549"/>
          <ac:spMkLst>
            <pc:docMk/>
            <pc:sldMk cId="4112524396" sldId="282"/>
            <ac:spMk id="6" creationId="{D1920445-2224-41CF-9436-C0A0A7CBF3A4}"/>
          </ac:spMkLst>
        </pc:spChg>
      </pc:sldChg>
      <pc:sldChg chg="addSp delSp modSp add mod">
        <pc:chgData name="Emilio Herrera Trujillo" userId="968374b4-bfd7-409d-b4bc-f1e0894ffdf7" providerId="ADAL" clId="{63392A7C-2442-4D4A-BCCA-0E4E56A8DBD3}" dt="2023-03-19T16:28:01.219" v="1450" actId="1076"/>
        <pc:sldMkLst>
          <pc:docMk/>
          <pc:sldMk cId="2940488726" sldId="283"/>
        </pc:sldMkLst>
        <pc:spChg chg="add del mod">
          <ac:chgData name="Emilio Herrera Trujillo" userId="968374b4-bfd7-409d-b4bc-f1e0894ffdf7" providerId="ADAL" clId="{63392A7C-2442-4D4A-BCCA-0E4E56A8DBD3}" dt="2023-03-19T16:13:53.710" v="1444" actId="478"/>
          <ac:spMkLst>
            <pc:docMk/>
            <pc:sldMk cId="2940488726" sldId="283"/>
            <ac:spMk id="3" creationId="{1B25DEBD-478D-6760-DDAC-EC6349E10BF2}"/>
          </ac:spMkLst>
        </pc:spChg>
        <pc:spChg chg="del">
          <ac:chgData name="Emilio Herrera Trujillo" userId="968374b4-bfd7-409d-b4bc-f1e0894ffdf7" providerId="ADAL" clId="{63392A7C-2442-4D4A-BCCA-0E4E56A8DBD3}" dt="2023-03-19T16:13:49.499" v="1443" actId="478"/>
          <ac:spMkLst>
            <pc:docMk/>
            <pc:sldMk cId="2940488726" sldId="283"/>
            <ac:spMk id="6" creationId="{ABDF5446-2936-4BD8-85F4-E4C4FD8115DD}"/>
          </ac:spMkLst>
        </pc:spChg>
        <pc:picChg chg="add mod">
          <ac:chgData name="Emilio Herrera Trujillo" userId="968374b4-bfd7-409d-b4bc-f1e0894ffdf7" providerId="ADAL" clId="{63392A7C-2442-4D4A-BCCA-0E4E56A8DBD3}" dt="2023-03-19T16:28:01.219" v="1450" actId="1076"/>
          <ac:picMkLst>
            <pc:docMk/>
            <pc:sldMk cId="2940488726" sldId="283"/>
            <ac:picMk id="8" creationId="{CCE4B45A-51EB-5C48-A91F-DBCB0FFB2B1B}"/>
          </ac:picMkLst>
        </pc:picChg>
      </pc:sldChg>
      <pc:sldChg chg="delSp modSp add mod">
        <pc:chgData name="Emilio Herrera Trujillo" userId="968374b4-bfd7-409d-b4bc-f1e0894ffdf7" providerId="ADAL" clId="{63392A7C-2442-4D4A-BCCA-0E4E56A8DBD3}" dt="2023-03-19T16:35:19.334" v="2562" actId="20577"/>
        <pc:sldMkLst>
          <pc:docMk/>
          <pc:sldMk cId="2044199551" sldId="284"/>
        </pc:sldMkLst>
        <pc:spChg chg="mod">
          <ac:chgData name="Emilio Herrera Trujillo" userId="968374b4-bfd7-409d-b4bc-f1e0894ffdf7" providerId="ADAL" clId="{63392A7C-2442-4D4A-BCCA-0E4E56A8DBD3}" dt="2023-03-19T16:35:19.334" v="2562" actId="20577"/>
          <ac:spMkLst>
            <pc:docMk/>
            <pc:sldMk cId="2044199551" sldId="284"/>
            <ac:spMk id="6" creationId="{ABDF5446-2936-4BD8-85F4-E4C4FD8115DD}"/>
          </ac:spMkLst>
        </pc:spChg>
        <pc:spChg chg="del">
          <ac:chgData name="Emilio Herrera Trujillo" userId="968374b4-bfd7-409d-b4bc-f1e0894ffdf7" providerId="ADAL" clId="{63392A7C-2442-4D4A-BCCA-0E4E56A8DBD3}" dt="2023-03-19T16:31:02.807" v="2006" actId="478"/>
          <ac:spMkLst>
            <pc:docMk/>
            <pc:sldMk cId="2044199551" sldId="284"/>
            <ac:spMk id="35" creationId="{5BA64A92-21D4-4C18-83DF-9E4E84A43A8B}"/>
          </ac:spMkLst>
        </pc:spChg>
      </pc:sldChg>
      <pc:sldChg chg="modSp add mod">
        <pc:chgData name="Emilio Herrera Trujillo" userId="968374b4-bfd7-409d-b4bc-f1e0894ffdf7" providerId="ADAL" clId="{63392A7C-2442-4D4A-BCCA-0E4E56A8DBD3}" dt="2023-03-19T16:46:01.525" v="3481" actId="20577"/>
        <pc:sldMkLst>
          <pc:docMk/>
          <pc:sldMk cId="804678445" sldId="285"/>
        </pc:sldMkLst>
        <pc:spChg chg="mod">
          <ac:chgData name="Emilio Herrera Trujillo" userId="968374b4-bfd7-409d-b4bc-f1e0894ffdf7" providerId="ADAL" clId="{63392A7C-2442-4D4A-BCCA-0E4E56A8DBD3}" dt="2023-03-19T16:46:01.525" v="3481" actId="20577"/>
          <ac:spMkLst>
            <pc:docMk/>
            <pc:sldMk cId="804678445" sldId="285"/>
            <ac:spMk id="6" creationId="{ABDF5446-2936-4BD8-85F4-E4C4FD8115D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72C9F6-3108-4422-B358-AEE821738E6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E5763EF3-FB4D-460B-93CF-A54FEA08F9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8480C80C-8E4C-4D31-997A-0E675AD992E5}"/>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898FBF12-ACBB-4A5D-9132-4F51A413B87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F0387FB9-8F97-49F9-94BE-41B1064BD447}"/>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2000794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89B841-94B6-43B1-B10B-6B4F35629295}"/>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3B2A09F5-4764-480A-AC18-2F8C36E4CE43}"/>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11D9D184-7C83-41AC-A10D-90895C122F34}"/>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AF9E338C-4617-4F88-828C-F0C51D687EE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497E61C-D33C-4FAE-969C-22872F0911E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3262875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AD2DF4-1783-4803-BD86-3332D4625F5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A2165861-CFB3-4706-80D6-8B4E919529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11379654-6916-4E5E-9E83-047D37C1BA0B}"/>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8C6CBB51-CECC-400B-A06B-1A0FED05FE1E}"/>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A96AC94-A712-4DE7-9916-947607F2AD1F}"/>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3974147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903565-3CEC-454D-B0E4-1F3A4B2AD76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A577CAB0-02C9-444A-B433-42A9B39FC289}"/>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769E70EF-2AB7-4AF8-B421-B33346A280CE}"/>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9E9F7071-1882-48B8-97E7-6C62AC408F4C}"/>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6" name="Marcador de pie de página 5">
            <a:extLst>
              <a:ext uri="{FF2B5EF4-FFF2-40B4-BE49-F238E27FC236}">
                <a16:creationId xmlns:a16="http://schemas.microsoft.com/office/drawing/2014/main" id="{9016E1D6-C23B-4AE3-9445-E296D3C58D27}"/>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6D98AB4C-E4AB-4276-90B6-6787B43D145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601743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6C0AD6-2804-458C-A94E-A54C1F8980B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3DD99509-7517-4944-A0C3-B6A633DF1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45CC561F-AEBD-48B1-A327-27209D0C69DB}"/>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2B94DDD8-B641-45E8-B06C-61B41A2758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7F0BFB76-EDEE-4F58-A240-7BC4D6563228}"/>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F32B0C75-63F6-4579-8C2D-708FD4186805}"/>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8" name="Marcador de pie de página 7">
            <a:extLst>
              <a:ext uri="{FF2B5EF4-FFF2-40B4-BE49-F238E27FC236}">
                <a16:creationId xmlns:a16="http://schemas.microsoft.com/office/drawing/2014/main" id="{0FA679A2-2601-4213-B31B-7E22D1CD8524}"/>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8B34B6A2-18A5-4B43-B61C-F85CB44671F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929091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985923-36AB-479B-AA32-3CE091109A5E}"/>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A47E991E-E8B3-4861-8079-B49015AF8990}"/>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4" name="Marcador de pie de página 3">
            <a:extLst>
              <a:ext uri="{FF2B5EF4-FFF2-40B4-BE49-F238E27FC236}">
                <a16:creationId xmlns:a16="http://schemas.microsoft.com/office/drawing/2014/main" id="{31C7CD5D-01C1-468A-A64D-BD59676A42F8}"/>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2EDF724D-C8C8-46C0-A165-6C4BF5EC012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1800680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ED5ACD7-AFC6-47E9-B374-A70DD0CC55FB}"/>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3" name="Marcador de pie de página 2">
            <a:extLst>
              <a:ext uri="{FF2B5EF4-FFF2-40B4-BE49-F238E27FC236}">
                <a16:creationId xmlns:a16="http://schemas.microsoft.com/office/drawing/2014/main" id="{0C024F4E-416A-4ACD-95A2-DFEEA6516600}"/>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E33B3057-B79D-4650-A58B-14EFB9D32E7F}"/>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4069954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887FA2-1495-44AB-A7CF-D876A2ACB93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743C63BB-6365-4D3F-8EB8-FBEF909940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5BDF8BE6-9C03-43D1-96ED-FBD9784DA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2C86DAE8-55BA-43A9-AA26-B8C02B39AA16}"/>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6" name="Marcador de pie de página 5">
            <a:extLst>
              <a:ext uri="{FF2B5EF4-FFF2-40B4-BE49-F238E27FC236}">
                <a16:creationId xmlns:a16="http://schemas.microsoft.com/office/drawing/2014/main" id="{B075D4F8-5B99-4533-A32D-7CC4B0563AEB}"/>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061E3D5-6FB5-404F-991F-8430FDEA0C7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1478378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C3646D-6BCB-4916-B697-4A20D56BDAD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9320245A-E071-46B0-9C0A-0B618D7ED4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0D7623D9-937C-45AA-9AC4-F4B9407DB4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E22BC2BF-3214-4E97-AACC-2D120072D665}"/>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6" name="Marcador de pie de página 5">
            <a:extLst>
              <a:ext uri="{FF2B5EF4-FFF2-40B4-BE49-F238E27FC236}">
                <a16:creationId xmlns:a16="http://schemas.microsoft.com/office/drawing/2014/main" id="{073308F0-205D-4930-8608-B86E75B279E1}"/>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727BF15-0885-4B7D-9188-A80DFA0012B6}"/>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3761094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D504E7-9621-4102-B2AF-E0B0F5ADF039}"/>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4BBEB7FF-3D05-449D-B843-C1E8FD9DE591}"/>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E7394DCE-A73F-4DA2-9D01-BE75BF7DFB4E}"/>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595641F3-3520-4C32-862F-2CF786B2BCE5}"/>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5ECD71C-46E7-4B9C-B0AA-8C8E85173D76}"/>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2142854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B4B7C6E-48D6-4E1B-9637-BE57FE2572D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F5ADEC21-DBD5-4818-B347-448649C57945}"/>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9B425DC6-5B64-48A0-ADFD-3450D0A74398}"/>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229E2622-7023-4D2C-A9C7-FA015F3EAFB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683B04B-CF91-4DF3-920D-66084038129E}"/>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1929719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E267104-36B6-4212-AA39-92FC56495E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2F6CFBF-9C53-43AF-A6D0-3F2DAC8232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83BE99D2-511E-4C6D-B01E-0EE49A030E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7D731D7F-C0E0-45A2-8B80-90CE8923ED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2DA1E70C-0651-452A-98F6-24C9FA30D0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CC471D-AA5C-4C19-82D7-A1D7FA3791BA}" type="slidenum">
              <a:rPr lang="es-PE" smtClean="0"/>
              <a:t>‹Nº›</a:t>
            </a:fld>
            <a:endParaRPr lang="es-PE"/>
          </a:p>
        </p:txBody>
      </p:sp>
    </p:spTree>
    <p:extLst>
      <p:ext uri="{BB962C8B-B14F-4D97-AF65-F5344CB8AC3E}">
        <p14:creationId xmlns:p14="http://schemas.microsoft.com/office/powerpoint/2010/main" val="2624323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044E04-63F5-4419-B737-917DE6A7BCB2}"/>
              </a:ext>
            </a:extLst>
          </p:cNvPr>
          <p:cNvSpPr>
            <a:spLocks noGrp="1"/>
          </p:cNvSpPr>
          <p:nvPr>
            <p:ph type="ctrTitle"/>
          </p:nvPr>
        </p:nvSpPr>
        <p:spPr>
          <a:xfrm>
            <a:off x="6774967" y="1581410"/>
            <a:ext cx="4712184" cy="1326423"/>
          </a:xfrm>
        </p:spPr>
        <p:txBody>
          <a:bodyPr>
            <a:noAutofit/>
          </a:bodyPr>
          <a:lstStyle/>
          <a:p>
            <a:pPr algn="r"/>
            <a:r>
              <a:rPr lang="es-PE" sz="4800" dirty="0">
                <a:latin typeface="Solano Gothic MVB Std Cap" panose="02000506030000020004" pitchFamily="50" charset="0"/>
              </a:rPr>
              <a:t>ARQUITECTURA </a:t>
            </a:r>
            <a:br>
              <a:rPr lang="es-PE" sz="4800" dirty="0">
                <a:latin typeface="Solano Gothic MVB Std Cap" panose="02000506030000020004" pitchFamily="50" charset="0"/>
              </a:rPr>
            </a:br>
            <a:r>
              <a:rPr lang="es-PE" sz="4800" dirty="0">
                <a:latin typeface="Solano Gothic MVB Std Cap" panose="02000506030000020004" pitchFamily="50" charset="0"/>
              </a:rPr>
              <a:t>EMPRESARIAL</a:t>
            </a:r>
          </a:p>
        </p:txBody>
      </p:sp>
      <p:sp>
        <p:nvSpPr>
          <p:cNvPr id="3" name="Subtítulo 2">
            <a:extLst>
              <a:ext uri="{FF2B5EF4-FFF2-40B4-BE49-F238E27FC236}">
                <a16:creationId xmlns:a16="http://schemas.microsoft.com/office/drawing/2014/main" id="{CF2085F7-CAA4-405B-97ED-17A87A66D67D}"/>
              </a:ext>
            </a:extLst>
          </p:cNvPr>
          <p:cNvSpPr>
            <a:spLocks noGrp="1"/>
          </p:cNvSpPr>
          <p:nvPr>
            <p:ph type="subTitle" idx="1"/>
          </p:nvPr>
        </p:nvSpPr>
        <p:spPr>
          <a:xfrm>
            <a:off x="6774965" y="4163515"/>
            <a:ext cx="4712185" cy="1326423"/>
          </a:xfrm>
        </p:spPr>
        <p:txBody>
          <a:bodyPr>
            <a:normAutofit/>
          </a:bodyPr>
          <a:lstStyle/>
          <a:p>
            <a:pPr algn="r"/>
            <a:r>
              <a:rPr lang="es-PE" dirty="0">
                <a:solidFill>
                  <a:srgbClr val="878789"/>
                </a:solidFill>
                <a:latin typeface="Solano Gothic MVB Std Cap" panose="02000506030000020004" pitchFamily="50" charset="0"/>
              </a:rPr>
              <a:t>SEMANA 2 – SESIÓN 2</a:t>
            </a:r>
          </a:p>
          <a:p>
            <a:pPr algn="r">
              <a:lnSpc>
                <a:spcPct val="100000"/>
              </a:lnSpc>
            </a:pPr>
            <a:r>
              <a:rPr lang="es-PE" sz="1500" dirty="0">
                <a:latin typeface="Solano Gothic MVB Std Cap" panose="02000506030000020004" pitchFamily="50" charset="0"/>
              </a:rPr>
              <a:t>Feedback 1 trabajo parcial</a:t>
            </a:r>
          </a:p>
          <a:p>
            <a:pPr algn="r">
              <a:lnSpc>
                <a:spcPct val="100000"/>
              </a:lnSpc>
            </a:pPr>
            <a:r>
              <a:rPr lang="es-PE" sz="1500" dirty="0">
                <a:latin typeface="Solano Gothic MVB Std Cap" panose="02000506030000020004" pitchFamily="50" charset="0"/>
              </a:rPr>
              <a:t>Ejercicios</a:t>
            </a:r>
          </a:p>
          <a:p>
            <a:pPr algn="r"/>
            <a:endParaRPr lang="es-PE" dirty="0">
              <a:solidFill>
                <a:srgbClr val="878789"/>
              </a:solidFill>
              <a:latin typeface="Solano Gothic MVB Std Cap" panose="02000506030000020004" pitchFamily="50" charset="0"/>
            </a:endParaRPr>
          </a:p>
        </p:txBody>
      </p:sp>
      <p:sp>
        <p:nvSpPr>
          <p:cNvPr id="4" name="Subtítulo 2">
            <a:extLst>
              <a:ext uri="{FF2B5EF4-FFF2-40B4-BE49-F238E27FC236}">
                <a16:creationId xmlns:a16="http://schemas.microsoft.com/office/drawing/2014/main" id="{9CE198DE-125F-402F-B3CF-9A2665B60051}"/>
              </a:ext>
            </a:extLst>
          </p:cNvPr>
          <p:cNvSpPr txBox="1">
            <a:spLocks/>
          </p:cNvSpPr>
          <p:nvPr/>
        </p:nvSpPr>
        <p:spPr>
          <a:xfrm>
            <a:off x="10187876" y="6309544"/>
            <a:ext cx="1299274" cy="37195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PE" sz="1800" dirty="0">
                <a:solidFill>
                  <a:srgbClr val="878789"/>
                </a:solidFill>
                <a:latin typeface="Solano Gothic MVB Std Cap" panose="02000506030000020004" pitchFamily="50" charset="0"/>
              </a:rPr>
              <a:t>2023 - 02</a:t>
            </a:r>
          </a:p>
          <a:p>
            <a:pPr algn="r"/>
            <a:endParaRPr lang="es-PE" dirty="0">
              <a:solidFill>
                <a:srgbClr val="878789"/>
              </a:solidFill>
              <a:latin typeface="Solano Gothic MVB Std Cap" panose="02000506030000020004" pitchFamily="50" charset="0"/>
            </a:endParaRPr>
          </a:p>
        </p:txBody>
      </p:sp>
      <p:pic>
        <p:nvPicPr>
          <p:cNvPr id="10" name="Imagen 9">
            <a:extLst>
              <a:ext uri="{FF2B5EF4-FFF2-40B4-BE49-F238E27FC236}">
                <a16:creationId xmlns:a16="http://schemas.microsoft.com/office/drawing/2014/main" id="{24A38C57-27C7-42FB-80DC-2D003CF962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0113" y="176497"/>
            <a:ext cx="1299274" cy="1299274"/>
          </a:xfrm>
          <a:prstGeom prst="rect">
            <a:avLst/>
          </a:prstGeom>
        </p:spPr>
      </p:pic>
      <p:pic>
        <p:nvPicPr>
          <p:cNvPr id="5" name="Imagen 4">
            <a:extLst>
              <a:ext uri="{FF2B5EF4-FFF2-40B4-BE49-F238E27FC236}">
                <a16:creationId xmlns:a16="http://schemas.microsoft.com/office/drawing/2014/main" id="{5CCA9E83-D5A3-F9B5-1ECB-9BEFD3B460A7}"/>
              </a:ext>
            </a:extLst>
          </p:cNvPr>
          <p:cNvPicPr>
            <a:picLocks noChangeAspect="1"/>
          </p:cNvPicPr>
          <p:nvPr/>
        </p:nvPicPr>
        <p:blipFill>
          <a:blip r:embed="rId3"/>
          <a:stretch>
            <a:fillRect/>
          </a:stretch>
        </p:blipFill>
        <p:spPr>
          <a:xfrm>
            <a:off x="33456" y="0"/>
            <a:ext cx="6741511" cy="6858000"/>
          </a:xfrm>
          <a:prstGeom prst="rect">
            <a:avLst/>
          </a:prstGeom>
        </p:spPr>
      </p:pic>
    </p:spTree>
    <p:extLst>
      <p:ext uri="{BB962C8B-B14F-4D97-AF65-F5344CB8AC3E}">
        <p14:creationId xmlns:p14="http://schemas.microsoft.com/office/powerpoint/2010/main" val="2288737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08514C8A-1986-4342-988B-31CDE22F946B}"/>
              </a:ext>
            </a:extLst>
          </p:cNvPr>
          <p:cNvSpPr>
            <a:spLocks noGrp="1"/>
          </p:cNvSpPr>
          <p:nvPr>
            <p:ph type="title"/>
          </p:nvPr>
        </p:nvSpPr>
        <p:spPr>
          <a:xfrm>
            <a:off x="838200" y="365125"/>
            <a:ext cx="10515600" cy="1325563"/>
          </a:xfrm>
        </p:spPr>
        <p:txBody>
          <a:bodyPr>
            <a:normAutofit/>
          </a:bodyPr>
          <a:lstStyle/>
          <a:p>
            <a:r>
              <a:rPr lang="es-PE" sz="4000" b="1" dirty="0">
                <a:solidFill>
                  <a:srgbClr val="009D72"/>
                </a:solidFill>
                <a:latin typeface="Solano Gothic MVB Std Cap" panose="02000506030000020004" pitchFamily="50" charset="0"/>
              </a:rPr>
              <a:t>AGENDA</a:t>
            </a:r>
          </a:p>
        </p:txBody>
      </p:sp>
      <p:sp>
        <p:nvSpPr>
          <p:cNvPr id="5" name="Rectángulo 4">
            <a:extLst>
              <a:ext uri="{FF2B5EF4-FFF2-40B4-BE49-F238E27FC236}">
                <a16:creationId xmlns:a16="http://schemas.microsoft.com/office/drawing/2014/main" id="{1D39DD4F-DC34-4888-A3DF-6B41C859FA23}"/>
              </a:ext>
            </a:extLst>
          </p:cNvPr>
          <p:cNvSpPr/>
          <p:nvPr/>
        </p:nvSpPr>
        <p:spPr>
          <a:xfrm>
            <a:off x="1891026"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rgbClr val="50BCE2"/>
              </a:solidFill>
            </a:endParaRPr>
          </a:p>
        </p:txBody>
      </p:sp>
      <p:sp>
        <p:nvSpPr>
          <p:cNvPr id="6" name="Rectángulo 5">
            <a:extLst>
              <a:ext uri="{FF2B5EF4-FFF2-40B4-BE49-F238E27FC236}">
                <a16:creationId xmlns:a16="http://schemas.microsoft.com/office/drawing/2014/main" id="{D1920445-2224-41CF-9436-C0A0A7CBF3A4}"/>
              </a:ext>
            </a:extLst>
          </p:cNvPr>
          <p:cNvSpPr/>
          <p:nvPr/>
        </p:nvSpPr>
        <p:spPr>
          <a:xfrm>
            <a:off x="838200" y="1690688"/>
            <a:ext cx="9584267" cy="1077218"/>
          </a:xfrm>
          <a:prstGeom prst="rect">
            <a:avLst/>
          </a:prstGeom>
        </p:spPr>
        <p:txBody>
          <a:bodyPr wrap="square">
            <a:spAutoFit/>
          </a:bodyPr>
          <a:lstStyle/>
          <a:p>
            <a:pPr marL="342900" indent="-342900" algn="just">
              <a:buClr>
                <a:srgbClr val="009D72"/>
              </a:buClr>
              <a:buFont typeface="Arial" panose="020B0604020202020204" pitchFamily="34" charset="0"/>
              <a:buChar char="•"/>
            </a:pPr>
            <a:r>
              <a:rPr lang="es-PE" sz="1600" dirty="0">
                <a:solidFill>
                  <a:srgbClr val="878789"/>
                </a:solidFill>
              </a:rPr>
              <a:t>FEEDBACK 1 TRABAJO PARCIAL</a:t>
            </a:r>
          </a:p>
          <a:p>
            <a:pPr marL="342900" indent="-342900" algn="just">
              <a:buClr>
                <a:srgbClr val="009D72"/>
              </a:buClr>
              <a:buFont typeface="Arial" panose="020B0604020202020204" pitchFamily="34" charset="0"/>
              <a:buChar char="•"/>
            </a:pPr>
            <a:endParaRPr lang="es-PE" sz="1600" dirty="0">
              <a:solidFill>
                <a:srgbClr val="878789"/>
              </a:solidFill>
            </a:endParaRPr>
          </a:p>
          <a:p>
            <a:pPr marL="342900" indent="-342900" algn="just">
              <a:buClr>
                <a:srgbClr val="009D72"/>
              </a:buClr>
              <a:buFont typeface="Arial" panose="020B0604020202020204" pitchFamily="34" charset="0"/>
              <a:buChar char="•"/>
            </a:pPr>
            <a:r>
              <a:rPr lang="es-PE" sz="1600">
                <a:solidFill>
                  <a:srgbClr val="878789"/>
                </a:solidFill>
              </a:rPr>
              <a:t>EJERCICIOS</a:t>
            </a:r>
            <a:r>
              <a:rPr lang="es-PE" sz="1600" dirty="0">
                <a:solidFill>
                  <a:srgbClr val="878789"/>
                </a:solidFill>
              </a:rPr>
              <a:t>.</a:t>
            </a:r>
          </a:p>
          <a:p>
            <a:pPr algn="just">
              <a:buClr>
                <a:srgbClr val="009D72"/>
              </a:buClr>
            </a:pPr>
            <a:endParaRPr lang="es-PE" sz="1600" dirty="0">
              <a:solidFill>
                <a:srgbClr val="878789"/>
              </a:solidFill>
            </a:endParaRPr>
          </a:p>
        </p:txBody>
      </p:sp>
    </p:spTree>
    <p:extLst>
      <p:ext uri="{BB962C8B-B14F-4D97-AF65-F5344CB8AC3E}">
        <p14:creationId xmlns:p14="http://schemas.microsoft.com/office/powerpoint/2010/main" val="1667273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08514C8A-1986-4342-988B-31CDE22F946B}"/>
              </a:ext>
            </a:extLst>
          </p:cNvPr>
          <p:cNvSpPr>
            <a:spLocks noGrp="1"/>
          </p:cNvSpPr>
          <p:nvPr>
            <p:ph type="title"/>
          </p:nvPr>
        </p:nvSpPr>
        <p:spPr>
          <a:xfrm>
            <a:off x="838200" y="365125"/>
            <a:ext cx="10515600" cy="1325563"/>
          </a:xfrm>
        </p:spPr>
        <p:txBody>
          <a:bodyPr>
            <a:normAutofit/>
          </a:bodyPr>
          <a:lstStyle/>
          <a:p>
            <a:r>
              <a:rPr lang="es-PE" sz="4000" b="1" dirty="0">
                <a:solidFill>
                  <a:srgbClr val="009D72"/>
                </a:solidFill>
                <a:latin typeface="Solano Gothic MVB Std Cap" panose="02000506030000020004" pitchFamily="50" charset="0"/>
              </a:rPr>
              <a:t>LOGROS</a:t>
            </a:r>
          </a:p>
        </p:txBody>
      </p:sp>
      <p:sp>
        <p:nvSpPr>
          <p:cNvPr id="5" name="Rectángulo 4">
            <a:extLst>
              <a:ext uri="{FF2B5EF4-FFF2-40B4-BE49-F238E27FC236}">
                <a16:creationId xmlns:a16="http://schemas.microsoft.com/office/drawing/2014/main" id="{1D39DD4F-DC34-4888-A3DF-6B41C859FA23}"/>
              </a:ext>
            </a:extLst>
          </p:cNvPr>
          <p:cNvSpPr/>
          <p:nvPr/>
        </p:nvSpPr>
        <p:spPr>
          <a:xfrm>
            <a:off x="1891026"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rgbClr val="50BCE2"/>
              </a:solidFill>
            </a:endParaRPr>
          </a:p>
        </p:txBody>
      </p:sp>
      <p:sp>
        <p:nvSpPr>
          <p:cNvPr id="6" name="Rectángulo 5">
            <a:extLst>
              <a:ext uri="{FF2B5EF4-FFF2-40B4-BE49-F238E27FC236}">
                <a16:creationId xmlns:a16="http://schemas.microsoft.com/office/drawing/2014/main" id="{D1920445-2224-41CF-9436-C0A0A7CBF3A4}"/>
              </a:ext>
            </a:extLst>
          </p:cNvPr>
          <p:cNvSpPr/>
          <p:nvPr/>
        </p:nvSpPr>
        <p:spPr>
          <a:xfrm>
            <a:off x="838200" y="1690688"/>
            <a:ext cx="9584267" cy="1077218"/>
          </a:xfrm>
          <a:prstGeom prst="rect">
            <a:avLst/>
          </a:prstGeom>
        </p:spPr>
        <p:txBody>
          <a:bodyPr wrap="square">
            <a:spAutoFit/>
          </a:bodyPr>
          <a:lstStyle/>
          <a:p>
            <a:pPr algn="just">
              <a:buClr>
                <a:srgbClr val="009D72"/>
              </a:buClr>
            </a:pPr>
            <a:r>
              <a:rPr lang="es-PE" sz="1600" dirty="0">
                <a:solidFill>
                  <a:srgbClr val="878789"/>
                </a:solidFill>
              </a:rPr>
              <a:t>AL FINALIZAR LA SESIÓN, EL ALUMNO RECIBIRÁ LA PRIMERA RETROALIMENTACIÓN PARA SU TRABAJO PARCIAL:</a:t>
            </a:r>
          </a:p>
          <a:p>
            <a:pPr marL="342900" indent="-342900" algn="just">
              <a:buClr>
                <a:srgbClr val="009D72"/>
              </a:buClr>
              <a:buFont typeface="Arial" panose="020B0604020202020204" pitchFamily="34" charset="0"/>
              <a:buChar char="•"/>
            </a:pPr>
            <a:endParaRPr lang="es-PE" sz="1600" dirty="0">
              <a:solidFill>
                <a:srgbClr val="878789"/>
              </a:solidFill>
            </a:endParaRPr>
          </a:p>
          <a:p>
            <a:pPr marL="342900" indent="-342900" algn="just">
              <a:buClr>
                <a:srgbClr val="009D72"/>
              </a:buClr>
              <a:buFont typeface="Arial" panose="020B0604020202020204" pitchFamily="34" charset="0"/>
              <a:buChar char="•"/>
            </a:pPr>
            <a:endParaRPr lang="es-PE" sz="1600" dirty="0">
              <a:solidFill>
                <a:srgbClr val="878789"/>
              </a:solidFill>
            </a:endParaRPr>
          </a:p>
          <a:p>
            <a:pPr marL="342900" indent="-342900" algn="just">
              <a:buClr>
                <a:srgbClr val="009D72"/>
              </a:buClr>
              <a:buFont typeface="Arial" panose="020B0604020202020204" pitchFamily="34" charset="0"/>
              <a:buChar char="•"/>
            </a:pPr>
            <a:endParaRPr lang="es-PE" sz="1600" dirty="0">
              <a:solidFill>
                <a:srgbClr val="878789"/>
              </a:solidFill>
            </a:endParaRPr>
          </a:p>
        </p:txBody>
      </p:sp>
    </p:spTree>
    <p:extLst>
      <p:ext uri="{BB962C8B-B14F-4D97-AF65-F5344CB8AC3E}">
        <p14:creationId xmlns:p14="http://schemas.microsoft.com/office/powerpoint/2010/main" val="4112524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FEEDBACK 1</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7" name="Imagen 6">
            <a:extLst>
              <a:ext uri="{FF2B5EF4-FFF2-40B4-BE49-F238E27FC236}">
                <a16:creationId xmlns:a16="http://schemas.microsoft.com/office/drawing/2014/main" id="{E5CF7DA8-EBB5-4169-8BEA-4CDCD11203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1365" y="2212408"/>
            <a:ext cx="1769269" cy="1769269"/>
          </a:xfrm>
          <a:prstGeom prst="rect">
            <a:avLst/>
          </a:prstGeom>
        </p:spPr>
      </p:pic>
      <p:sp>
        <p:nvSpPr>
          <p:cNvPr id="8" name="Marcador de contenido 2">
            <a:extLst>
              <a:ext uri="{FF2B5EF4-FFF2-40B4-BE49-F238E27FC236}">
                <a16:creationId xmlns:a16="http://schemas.microsoft.com/office/drawing/2014/main" id="{4D2D4318-6BF9-4D3B-8A08-A82D65B8D0FD}"/>
              </a:ext>
            </a:extLst>
          </p:cNvPr>
          <p:cNvSpPr>
            <a:spLocks noGrp="1"/>
          </p:cNvSpPr>
          <p:nvPr>
            <p:ph idx="1"/>
          </p:nvPr>
        </p:nvSpPr>
        <p:spPr>
          <a:xfrm>
            <a:off x="904702" y="4507145"/>
            <a:ext cx="10515600" cy="1769268"/>
          </a:xfrm>
        </p:spPr>
        <p:txBody>
          <a:bodyPr>
            <a:normAutofit/>
          </a:bodyPr>
          <a:lstStyle/>
          <a:p>
            <a:r>
              <a:rPr lang="es-PE" sz="2000" dirty="0"/>
              <a:t>PRESENTACIÓN DE LA EMPRESA</a:t>
            </a:r>
          </a:p>
          <a:p>
            <a:r>
              <a:rPr lang="es-PE" sz="2000" dirty="0"/>
              <a:t>PRESENTACIÓN DEL PROBLEMA</a:t>
            </a:r>
          </a:p>
        </p:txBody>
      </p:sp>
    </p:spTree>
    <p:extLst>
      <p:ext uri="{BB962C8B-B14F-4D97-AF65-F5344CB8AC3E}">
        <p14:creationId xmlns:p14="http://schemas.microsoft.com/office/powerpoint/2010/main" val="1155280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D543DA6-E7B4-4713-A3DB-8F209F62A2E3}"/>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EJERCICIOS</a:t>
            </a:r>
          </a:p>
        </p:txBody>
      </p:sp>
      <p:sp>
        <p:nvSpPr>
          <p:cNvPr id="5" name="Rectángulo 4">
            <a:extLst>
              <a:ext uri="{FF2B5EF4-FFF2-40B4-BE49-F238E27FC236}">
                <a16:creationId xmlns:a16="http://schemas.microsoft.com/office/drawing/2014/main" id="{5BC1DB86-FA67-4F99-B9A9-405BB30552AE}"/>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Marcador de contenido 2">
            <a:extLst>
              <a:ext uri="{FF2B5EF4-FFF2-40B4-BE49-F238E27FC236}">
                <a16:creationId xmlns:a16="http://schemas.microsoft.com/office/drawing/2014/main" id="{ABDF5446-2936-4BD8-85F4-E4C4FD8115DD}"/>
              </a:ext>
            </a:extLst>
          </p:cNvPr>
          <p:cNvSpPr>
            <a:spLocks noGrp="1"/>
          </p:cNvSpPr>
          <p:nvPr>
            <p:ph idx="1"/>
          </p:nvPr>
        </p:nvSpPr>
        <p:spPr>
          <a:xfrm>
            <a:off x="838200" y="1415601"/>
            <a:ext cx="10515600" cy="4881807"/>
          </a:xfrm>
        </p:spPr>
        <p:txBody>
          <a:bodyPr>
            <a:normAutofit/>
          </a:bodyPr>
          <a:lstStyle/>
          <a:p>
            <a:pPr marL="0" indent="0" algn="just">
              <a:buNone/>
            </a:pPr>
            <a:r>
              <a:rPr lang="es-PE" sz="2000" dirty="0"/>
              <a:t>Una entidad financiera cuenta con 2 locales en la ciudad de Lima, uno en el distrito A y el otro en el distrito B. El banco, como cualquier organización, le confía la administración de algunos activos de TI (</a:t>
            </a:r>
            <a:r>
              <a:rPr lang="es-PE" sz="2000" dirty="0" err="1"/>
              <a:t>hw</a:t>
            </a:r>
            <a:r>
              <a:rPr lang="es-PE" sz="2000" dirty="0"/>
              <a:t> y/o </a:t>
            </a:r>
            <a:r>
              <a:rPr lang="es-PE" sz="2000" dirty="0" err="1"/>
              <a:t>sw</a:t>
            </a:r>
            <a:r>
              <a:rPr lang="es-PE" sz="2000" dirty="0"/>
              <a:t>), a empresas proveedoras. Una de estas es “Digital+” y es contratada para dar el servicio de administración de la base de datos principal del banco, en donde su responsabilidad máxima es garantizar el 99.99% de disponibilidad para que las 30 aplicaciones de las que depende, no tengan un impacto negativo en sus operaciones 24x7.</a:t>
            </a:r>
          </a:p>
          <a:p>
            <a:pPr marL="0" indent="0" algn="just">
              <a:buNone/>
            </a:pPr>
            <a:endParaRPr lang="es-PE" sz="2000" dirty="0"/>
          </a:p>
          <a:p>
            <a:pPr marL="0" indent="0" algn="just">
              <a:buNone/>
            </a:pPr>
            <a:r>
              <a:rPr lang="es-PE" sz="2000" dirty="0"/>
              <a:t>Digital+ es una empresa que cuenta con profesionales técnicos, lo que permite que brinde un precio competitivo a la entidad financiera. Cuenta con 5 años de experiencia con 5 clientes del sector manufactura.</a:t>
            </a:r>
          </a:p>
          <a:p>
            <a:pPr marL="0" indent="0" algn="just">
              <a:buNone/>
            </a:pPr>
            <a:endParaRPr lang="es-PE" sz="2000" dirty="0"/>
          </a:p>
          <a:p>
            <a:pPr marL="0" indent="0" algn="just">
              <a:buNone/>
            </a:pPr>
            <a:r>
              <a:rPr lang="es-PE" sz="2000" dirty="0"/>
              <a:t>Todos los proyectos de la entidad financiera son liderados por ellos, solicitando apoyo a sus proveedores para complementar las definiciones correspondientes. Es en este sentido que en un proyecto nuevo, el objetivo era implementar una configuración de alta disponibilidad para la base de datos en cuestión. A continuación se presenta la visión de su arquitectura:</a:t>
            </a:r>
          </a:p>
        </p:txBody>
      </p:sp>
      <p:sp>
        <p:nvSpPr>
          <p:cNvPr id="35" name="CuadroTexto 34">
            <a:extLst>
              <a:ext uri="{FF2B5EF4-FFF2-40B4-BE49-F238E27FC236}">
                <a16:creationId xmlns:a16="http://schemas.microsoft.com/office/drawing/2014/main" id="{5BA64A92-21D4-4C18-83DF-9E4E84A43A8B}"/>
              </a:ext>
            </a:extLst>
          </p:cNvPr>
          <p:cNvSpPr txBox="1"/>
          <p:nvPr/>
        </p:nvSpPr>
        <p:spPr>
          <a:xfrm>
            <a:off x="9298949" y="3009265"/>
            <a:ext cx="2046515" cy="523220"/>
          </a:xfrm>
          <a:prstGeom prst="rect">
            <a:avLst/>
          </a:prstGeom>
          <a:noFill/>
        </p:spPr>
        <p:txBody>
          <a:bodyPr wrap="square" rtlCol="0">
            <a:spAutoFit/>
          </a:bodyPr>
          <a:lstStyle/>
          <a:p>
            <a:r>
              <a:rPr lang="es-PE" sz="2800" dirty="0">
                <a:solidFill>
                  <a:schemeClr val="bg1"/>
                </a:solidFill>
                <a:latin typeface="Solano Gothic MVB Std Cap" panose="02000506030000020004" pitchFamily="50" charset="0"/>
              </a:rPr>
              <a:t>Título </a:t>
            </a:r>
          </a:p>
        </p:txBody>
      </p:sp>
    </p:spTree>
    <p:extLst>
      <p:ext uri="{BB962C8B-B14F-4D97-AF65-F5344CB8AC3E}">
        <p14:creationId xmlns:p14="http://schemas.microsoft.com/office/powerpoint/2010/main" val="210311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D543DA6-E7B4-4713-A3DB-8F209F62A2E3}"/>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EJERCICIOS</a:t>
            </a:r>
          </a:p>
        </p:txBody>
      </p:sp>
      <p:sp>
        <p:nvSpPr>
          <p:cNvPr id="5" name="Rectángulo 4">
            <a:extLst>
              <a:ext uri="{FF2B5EF4-FFF2-40B4-BE49-F238E27FC236}">
                <a16:creationId xmlns:a16="http://schemas.microsoft.com/office/drawing/2014/main" id="{5BC1DB86-FA67-4F99-B9A9-405BB30552AE}"/>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5" name="CuadroTexto 34">
            <a:extLst>
              <a:ext uri="{FF2B5EF4-FFF2-40B4-BE49-F238E27FC236}">
                <a16:creationId xmlns:a16="http://schemas.microsoft.com/office/drawing/2014/main" id="{5BA64A92-21D4-4C18-83DF-9E4E84A43A8B}"/>
              </a:ext>
            </a:extLst>
          </p:cNvPr>
          <p:cNvSpPr txBox="1"/>
          <p:nvPr/>
        </p:nvSpPr>
        <p:spPr>
          <a:xfrm>
            <a:off x="9298949" y="3009265"/>
            <a:ext cx="2046515" cy="523220"/>
          </a:xfrm>
          <a:prstGeom prst="rect">
            <a:avLst/>
          </a:prstGeom>
          <a:noFill/>
        </p:spPr>
        <p:txBody>
          <a:bodyPr wrap="square" rtlCol="0">
            <a:spAutoFit/>
          </a:bodyPr>
          <a:lstStyle/>
          <a:p>
            <a:r>
              <a:rPr lang="es-PE" sz="2800" dirty="0">
                <a:solidFill>
                  <a:schemeClr val="bg1"/>
                </a:solidFill>
                <a:latin typeface="Solano Gothic MVB Std Cap" panose="02000506030000020004" pitchFamily="50" charset="0"/>
              </a:rPr>
              <a:t>Título </a:t>
            </a:r>
          </a:p>
        </p:txBody>
      </p:sp>
      <p:pic>
        <p:nvPicPr>
          <p:cNvPr id="8" name="Imagen 7">
            <a:extLst>
              <a:ext uri="{FF2B5EF4-FFF2-40B4-BE49-F238E27FC236}">
                <a16:creationId xmlns:a16="http://schemas.microsoft.com/office/drawing/2014/main" id="{CCE4B45A-51EB-5C48-A91F-DBCB0FFB2B1B}"/>
              </a:ext>
            </a:extLst>
          </p:cNvPr>
          <p:cNvPicPr>
            <a:picLocks noChangeAspect="1"/>
          </p:cNvPicPr>
          <p:nvPr/>
        </p:nvPicPr>
        <p:blipFill>
          <a:blip r:embed="rId2"/>
          <a:stretch>
            <a:fillRect/>
          </a:stretch>
        </p:blipFill>
        <p:spPr>
          <a:xfrm>
            <a:off x="157581" y="1571624"/>
            <a:ext cx="11876837" cy="4432504"/>
          </a:xfrm>
          <a:prstGeom prst="rect">
            <a:avLst/>
          </a:prstGeom>
        </p:spPr>
      </p:pic>
    </p:spTree>
    <p:extLst>
      <p:ext uri="{BB962C8B-B14F-4D97-AF65-F5344CB8AC3E}">
        <p14:creationId xmlns:p14="http://schemas.microsoft.com/office/powerpoint/2010/main" val="2940488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D543DA6-E7B4-4713-A3DB-8F209F62A2E3}"/>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EJERCICIOS</a:t>
            </a:r>
          </a:p>
        </p:txBody>
      </p:sp>
      <p:sp>
        <p:nvSpPr>
          <p:cNvPr id="5" name="Rectángulo 4">
            <a:extLst>
              <a:ext uri="{FF2B5EF4-FFF2-40B4-BE49-F238E27FC236}">
                <a16:creationId xmlns:a16="http://schemas.microsoft.com/office/drawing/2014/main" id="{5BC1DB86-FA67-4F99-B9A9-405BB30552AE}"/>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Marcador de contenido 2">
            <a:extLst>
              <a:ext uri="{FF2B5EF4-FFF2-40B4-BE49-F238E27FC236}">
                <a16:creationId xmlns:a16="http://schemas.microsoft.com/office/drawing/2014/main" id="{ABDF5446-2936-4BD8-85F4-E4C4FD8115DD}"/>
              </a:ext>
            </a:extLst>
          </p:cNvPr>
          <p:cNvSpPr>
            <a:spLocks noGrp="1"/>
          </p:cNvSpPr>
          <p:nvPr>
            <p:ph idx="1"/>
          </p:nvPr>
        </p:nvSpPr>
        <p:spPr>
          <a:xfrm>
            <a:off x="838200" y="1415601"/>
            <a:ext cx="10515600" cy="4881807"/>
          </a:xfrm>
        </p:spPr>
        <p:txBody>
          <a:bodyPr>
            <a:normAutofit/>
          </a:bodyPr>
          <a:lstStyle/>
          <a:p>
            <a:pPr marL="0" indent="0" algn="just">
              <a:buNone/>
            </a:pPr>
            <a:r>
              <a:rPr lang="es-PE" sz="2000" dirty="0"/>
              <a:t>Según el diseño presentado, las aplicaciones (sistemas) 1, 2 y N  son atendidos por la BD principal, replicando su información a la BD alterna. En caso la BD principal tenga algún problema, se activa la BD alterna para que atienda a las misma aplicaciones.</a:t>
            </a:r>
          </a:p>
          <a:p>
            <a:pPr marL="0" indent="0" algn="just">
              <a:buNone/>
            </a:pPr>
            <a:endParaRPr lang="es-PE" sz="2000" dirty="0"/>
          </a:p>
          <a:p>
            <a:pPr marL="0" indent="0" algn="just">
              <a:buNone/>
            </a:pPr>
            <a:r>
              <a:rPr lang="es-PE" sz="2000" dirty="0"/>
              <a:t>Luego de la implementación, se definió una marcha blanca de 02 meses para observar el comportamiento de esta nueva arquitectura de la base de datos; siendo los siguientes las observaciones obtenidas:</a:t>
            </a:r>
          </a:p>
          <a:p>
            <a:pPr marL="457200" indent="-457200" algn="just">
              <a:buAutoNum type="arabicPeriod"/>
            </a:pPr>
            <a:r>
              <a:rPr lang="es-PE" sz="2000" dirty="0"/>
              <a:t>Todos los fines de mes, la cantidad de transacciones que recibe la BD principal no las soporta y la activación de la BD alterna demora 3 horas (debiendo ser en línea).</a:t>
            </a:r>
          </a:p>
          <a:p>
            <a:pPr marL="457200" indent="-457200" algn="just">
              <a:buAutoNum type="arabicPeriod"/>
            </a:pPr>
            <a:r>
              <a:rPr lang="es-PE" sz="2000" dirty="0"/>
              <a:t>La configuración y la administración de alta disponibilidad de ambas bases de datos fue y es  realizada por el equipo DIGITAL+</a:t>
            </a:r>
          </a:p>
          <a:p>
            <a:pPr marL="457200" indent="-457200" algn="just">
              <a:buAutoNum type="arabicPeriod"/>
            </a:pPr>
            <a:r>
              <a:rPr lang="es-PE" sz="2000" dirty="0"/>
              <a:t>Los clientes de la entidad financiera no pueden acceder desde los dispositivos a las aplicaciones 1, 2 y N.</a:t>
            </a:r>
          </a:p>
          <a:p>
            <a:pPr marL="457200" indent="-457200" algn="just">
              <a:buAutoNum type="arabicPeriod"/>
            </a:pPr>
            <a:r>
              <a:rPr lang="es-PE" sz="2000" dirty="0"/>
              <a:t>Se incrementan mensualmente los niveles de quejas formales hacia la entidad financiera.</a:t>
            </a:r>
          </a:p>
          <a:p>
            <a:pPr marL="457200" indent="-457200" algn="just">
              <a:buAutoNum type="arabicPeriod"/>
            </a:pPr>
            <a:endParaRPr lang="es-PE" sz="2000" dirty="0"/>
          </a:p>
        </p:txBody>
      </p:sp>
    </p:spTree>
    <p:extLst>
      <p:ext uri="{BB962C8B-B14F-4D97-AF65-F5344CB8AC3E}">
        <p14:creationId xmlns:p14="http://schemas.microsoft.com/office/powerpoint/2010/main" val="2044199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D543DA6-E7B4-4713-A3DB-8F209F62A2E3}"/>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EJERCICIOS</a:t>
            </a:r>
          </a:p>
        </p:txBody>
      </p:sp>
      <p:sp>
        <p:nvSpPr>
          <p:cNvPr id="5" name="Rectángulo 4">
            <a:extLst>
              <a:ext uri="{FF2B5EF4-FFF2-40B4-BE49-F238E27FC236}">
                <a16:creationId xmlns:a16="http://schemas.microsoft.com/office/drawing/2014/main" id="{5BC1DB86-FA67-4F99-B9A9-405BB30552AE}"/>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Marcador de contenido 2">
            <a:extLst>
              <a:ext uri="{FF2B5EF4-FFF2-40B4-BE49-F238E27FC236}">
                <a16:creationId xmlns:a16="http://schemas.microsoft.com/office/drawing/2014/main" id="{ABDF5446-2936-4BD8-85F4-E4C4FD8115DD}"/>
              </a:ext>
            </a:extLst>
          </p:cNvPr>
          <p:cNvSpPr>
            <a:spLocks noGrp="1"/>
          </p:cNvSpPr>
          <p:nvPr>
            <p:ph idx="1"/>
          </p:nvPr>
        </p:nvSpPr>
        <p:spPr>
          <a:xfrm>
            <a:off x="838200" y="1415601"/>
            <a:ext cx="10515600" cy="4881807"/>
          </a:xfrm>
        </p:spPr>
        <p:txBody>
          <a:bodyPr>
            <a:normAutofit/>
          </a:bodyPr>
          <a:lstStyle/>
          <a:p>
            <a:pPr marL="0" indent="0" algn="just">
              <a:buNone/>
            </a:pPr>
            <a:r>
              <a:rPr lang="es-PE" sz="2000" dirty="0"/>
              <a:t>5. El proveedor de internet no evidencia el correcto consumo del ancho de banda, según lo contratado por la entidad financiera.</a:t>
            </a:r>
          </a:p>
          <a:p>
            <a:pPr marL="0" indent="0" algn="just">
              <a:buNone/>
            </a:pPr>
            <a:r>
              <a:rPr lang="es-PE" sz="2000" dirty="0"/>
              <a:t>6. El área de Arquitectura de TI no estuvo involucrada en el proyecto.</a:t>
            </a:r>
          </a:p>
          <a:p>
            <a:pPr marL="0" indent="0" algn="just">
              <a:buNone/>
            </a:pPr>
            <a:r>
              <a:rPr lang="es-PE" sz="2000" dirty="0"/>
              <a:t>7. El área de administración de redes no estuvo involucrada en el proyecto.</a:t>
            </a:r>
          </a:p>
          <a:p>
            <a:pPr marL="0" indent="0" algn="just">
              <a:buNone/>
            </a:pPr>
            <a:r>
              <a:rPr lang="es-PE" sz="2000" dirty="0"/>
              <a:t>8. Los usuarios no fueron informados sobre el cambio de configuración de la base de datos.</a:t>
            </a:r>
          </a:p>
          <a:p>
            <a:pPr marL="0" indent="0" algn="just">
              <a:buNone/>
            </a:pPr>
            <a:r>
              <a:rPr lang="es-PE" sz="2000" dirty="0"/>
              <a:t>9. La versión del software de alta disponibilidad de las bases de datos, no trabaja bien con la versión de los sistemas operativos de los servidores de bases de datos.</a:t>
            </a:r>
          </a:p>
          <a:p>
            <a:pPr marL="0" indent="0" algn="just">
              <a:buNone/>
            </a:pPr>
            <a:r>
              <a:rPr lang="es-PE" sz="2000" dirty="0"/>
              <a:t>10. El equipo de mesa de ayuda no cuenta con herramientas de primer nivel para atender los incidentes relacionadas con la BD.</a:t>
            </a:r>
          </a:p>
          <a:p>
            <a:pPr marL="0" indent="0" algn="just">
              <a:buNone/>
            </a:pPr>
            <a:endParaRPr lang="es-PE" sz="2000" dirty="0"/>
          </a:p>
          <a:p>
            <a:pPr marL="0" indent="0" algn="just">
              <a:buNone/>
            </a:pPr>
            <a:r>
              <a:rPr lang="es-PE" sz="2000" dirty="0"/>
              <a:t>Se solicita:</a:t>
            </a:r>
          </a:p>
          <a:p>
            <a:pPr marL="457200" indent="-457200" algn="just">
              <a:buAutoNum type="alphaLcPeriod"/>
            </a:pPr>
            <a:r>
              <a:rPr lang="es-PE" sz="2000" dirty="0"/>
              <a:t>Según lo revisado, plantee(n) el problema y el sustento respectivo.</a:t>
            </a:r>
          </a:p>
          <a:p>
            <a:pPr marL="457200" indent="-457200" algn="just">
              <a:buAutoNum type="alphaLcPeriod"/>
            </a:pPr>
            <a:r>
              <a:rPr lang="es-PE" sz="2000" dirty="0"/>
              <a:t>Proponga(n) una solución, haciendo el análisis respectivo.</a:t>
            </a:r>
          </a:p>
          <a:p>
            <a:pPr marL="0" indent="0" algn="just">
              <a:buNone/>
            </a:pPr>
            <a:endParaRPr lang="es-PE" sz="2000" dirty="0"/>
          </a:p>
          <a:p>
            <a:pPr marL="457200" indent="-457200" algn="just">
              <a:buAutoNum type="arabicPeriod"/>
            </a:pPr>
            <a:endParaRPr lang="es-PE" sz="2000" dirty="0"/>
          </a:p>
        </p:txBody>
      </p:sp>
    </p:spTree>
    <p:extLst>
      <p:ext uri="{BB962C8B-B14F-4D97-AF65-F5344CB8AC3E}">
        <p14:creationId xmlns:p14="http://schemas.microsoft.com/office/powerpoint/2010/main" val="804678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BD0E624-920B-4203-9E0E-EFB9DF5F770C}"/>
              </a:ext>
            </a:extLst>
          </p:cNvPr>
          <p:cNvSpPr>
            <a:spLocks noGrp="1"/>
          </p:cNvSpPr>
          <p:nvPr>
            <p:ph idx="1"/>
          </p:nvPr>
        </p:nvSpPr>
        <p:spPr/>
        <p:txBody>
          <a:bodyPr>
            <a:normAutofit/>
          </a:bodyPr>
          <a:lstStyle/>
          <a:p>
            <a:pPr algn="just">
              <a:buClr>
                <a:srgbClr val="009D72"/>
              </a:buClr>
            </a:pPr>
            <a:r>
              <a:rPr lang="es-PE" sz="1800" dirty="0"/>
              <a:t>??</a:t>
            </a:r>
          </a:p>
          <a:p>
            <a:pPr algn="just">
              <a:buClr>
                <a:srgbClr val="009D72"/>
              </a:buClr>
            </a:pPr>
            <a:endParaRPr lang="es-PE" sz="1800" dirty="0"/>
          </a:p>
          <a:p>
            <a:pPr algn="just">
              <a:buClr>
                <a:srgbClr val="009D72"/>
              </a:buClr>
            </a:pPr>
            <a:r>
              <a:rPr lang="es-PE" sz="1800" dirty="0"/>
              <a:t>??</a:t>
            </a:r>
          </a:p>
          <a:p>
            <a:pPr algn="just">
              <a:buClr>
                <a:srgbClr val="009D72"/>
              </a:buClr>
            </a:pPr>
            <a:endParaRPr lang="es-PE" sz="1800" dirty="0"/>
          </a:p>
          <a:p>
            <a:pPr algn="just">
              <a:buClr>
                <a:srgbClr val="009D72"/>
              </a:buClr>
            </a:pPr>
            <a:r>
              <a:rPr lang="es-PE" sz="1800" dirty="0"/>
              <a:t>??</a:t>
            </a:r>
          </a:p>
          <a:p>
            <a:pPr algn="just">
              <a:buClr>
                <a:srgbClr val="009D72"/>
              </a:buClr>
            </a:pPr>
            <a:endParaRPr lang="es-PE" sz="1800" dirty="0"/>
          </a:p>
          <a:p>
            <a:pPr algn="just">
              <a:buClr>
                <a:srgbClr val="009D72"/>
              </a:buClr>
            </a:pPr>
            <a:r>
              <a:rPr lang="es-PE" sz="1800" dirty="0"/>
              <a:t>??</a:t>
            </a:r>
          </a:p>
          <a:p>
            <a:pPr algn="just">
              <a:buClr>
                <a:srgbClr val="009D72"/>
              </a:buClr>
            </a:pPr>
            <a:endParaRPr lang="es-PE" sz="1800" dirty="0"/>
          </a:p>
          <a:p>
            <a:pPr algn="just">
              <a:buClr>
                <a:srgbClr val="009D72"/>
              </a:buClr>
            </a:pPr>
            <a:r>
              <a:rPr lang="es-PE" sz="1800" dirty="0"/>
              <a:t>??</a:t>
            </a:r>
          </a:p>
          <a:p>
            <a:pPr algn="just"/>
            <a:endParaRPr lang="es-PE" sz="1800" dirty="0"/>
          </a:p>
        </p:txBody>
      </p:sp>
      <p:sp>
        <p:nvSpPr>
          <p:cNvPr id="4" name="Título 1">
            <a:extLst>
              <a:ext uri="{FF2B5EF4-FFF2-40B4-BE49-F238E27FC236}">
                <a16:creationId xmlns:a16="http://schemas.microsoft.com/office/drawing/2014/main" id="{7C7F2FF5-9B62-4452-94C2-0210E993C510}"/>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CONCLUSIONES</a:t>
            </a:r>
          </a:p>
        </p:txBody>
      </p:sp>
      <p:sp>
        <p:nvSpPr>
          <p:cNvPr id="5" name="Rectángulo 4">
            <a:extLst>
              <a:ext uri="{FF2B5EF4-FFF2-40B4-BE49-F238E27FC236}">
                <a16:creationId xmlns:a16="http://schemas.microsoft.com/office/drawing/2014/main" id="{8F67A4D8-1A99-41DD-9879-6ABDDF160189}"/>
              </a:ext>
            </a:extLst>
          </p:cNvPr>
          <p:cNvSpPr/>
          <p:nvPr/>
        </p:nvSpPr>
        <p:spPr>
          <a:xfrm>
            <a:off x="3028447"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3037525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EB2CE0CA36E954FA213ED12040B44F1" ma:contentTypeVersion="11" ma:contentTypeDescription="Create a new document." ma:contentTypeScope="" ma:versionID="559d83820419ad196432a27ced504a54">
  <xsd:schema xmlns:xsd="http://www.w3.org/2001/XMLSchema" xmlns:xs="http://www.w3.org/2001/XMLSchema" xmlns:p="http://schemas.microsoft.com/office/2006/metadata/properties" xmlns:ns2="04635621-dc1a-449d-9263-379ef1e0c7af" xmlns:ns3="e7552d2f-a9ff-49a3-97e8-b15d4d12b8a4" targetNamespace="http://schemas.microsoft.com/office/2006/metadata/properties" ma:root="true" ma:fieldsID="4c747997d895b93b9e64d746c09744b0" ns2:_="" ns3:_="">
    <xsd:import namespace="04635621-dc1a-449d-9263-379ef1e0c7af"/>
    <xsd:import namespace="e7552d2f-a9ff-49a3-97e8-b15d4d12b8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EventHashCode" minOccurs="0"/>
                <xsd:element ref="ns2:MediaServiceGenerationTim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635621-dc1a-449d-9263-379ef1e0c7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7552d2f-a9ff-49a3-97e8-b15d4d12b8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A1AD7D-84A4-4F57-9520-9A5415790336}">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CCE6CE43-FC6D-467A-98DF-308B87224D3B}">
  <ds:schemaRefs>
    <ds:schemaRef ds:uri="http://schemas.microsoft.com/sharepoint/v3/contenttype/forms"/>
  </ds:schemaRefs>
</ds:datastoreItem>
</file>

<file path=customXml/itemProps3.xml><?xml version="1.0" encoding="utf-8"?>
<ds:datastoreItem xmlns:ds="http://schemas.openxmlformats.org/officeDocument/2006/customXml" ds:itemID="{2DBAAF26-68DC-4D8E-A30F-95F73D30E0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635621-dc1a-449d-9263-379ef1e0c7af"/>
    <ds:schemaRef ds:uri="e7552d2f-a9ff-49a3-97e8-b15d4d12b8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3788</TotalTime>
  <Words>603</Words>
  <Application>Microsoft Office PowerPoint</Application>
  <PresentationFormat>Panorámica</PresentationFormat>
  <Paragraphs>53</Paragraphs>
  <Slides>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Calibri Light</vt:lpstr>
      <vt:lpstr>Solano Gothic MVB Std Cap</vt:lpstr>
      <vt:lpstr>Tema de Office</vt:lpstr>
      <vt:lpstr>ARQUITECTURA  EMPRESARIAL</vt:lpstr>
      <vt:lpstr>AGENDA</vt:lpstr>
      <vt:lpstr>LOGROS</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Mafer Burmester</dc:creator>
  <cp:lastModifiedBy>Emilio Herrera Trujillo</cp:lastModifiedBy>
  <cp:revision>76</cp:revision>
  <dcterms:created xsi:type="dcterms:W3CDTF">2018-11-07T18:54:08Z</dcterms:created>
  <dcterms:modified xsi:type="dcterms:W3CDTF">2023-08-11T17:26:18Z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0x0101003EB2CE0CA36E954FA213ED12040B44F1</vt:lpwstr>
  </property>
</Properties>
</file>